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今回は、Rakuten02、終電ホテルを解説します。終電後やライブ後に、今夜近くで泊まれるホテルを探すためのアプリです。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https://github.com/syunnjack/rakuten02</a:t>
            </a:r>
          </a:p>
          <a:p>
            <a:r>
              <a:t>- https://github.com/syunnjack/rakuten02/blob/master/README.md</a:t>
            </a:r>
          </a:p>
          <a:p>
            <a:r>
              <a:t>- Rakuten02 public commit history, checked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解決したいのは、時間がない夜の宿探しです。駅や場所から検索し、空室を確認し、予約先へ進むまでを短くつなぎます。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https://github.com/syunnjack/rakuten02</a:t>
            </a:r>
          </a:p>
          <a:p>
            <a:r>
              <a:t>- https://github.com/syunnjack/rakuten02/blob/master/README.md</a:t>
            </a:r>
          </a:p>
          <a:p>
            <a:r>
              <a:t>- Rakuten02 public commit history, checked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構成は三つです。Windows Forms版、検索とジオコーディングを担う共通コア、そしてASP.NET CoreのWeb版です。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https://github.com/syunnjack/rakuten02</a:t>
            </a:r>
          </a:p>
          <a:p>
            <a:r>
              <a:t>- https://github.com/syunnjack/rakuten02/blob/master/README.md</a:t>
            </a:r>
          </a:p>
          <a:p>
            <a:r>
              <a:t>- Rakuten02 public commit history, checked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検索は、場所を緯度経度へ変換し、楽天トラベルAPIで空室を取得します。地名は十四日、空室結果は十分だけキャッシュします。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https://github.com/syunnjack/rakuten02</a:t>
            </a:r>
          </a:p>
          <a:p>
            <a:r>
              <a:t>- https://github.com/syunnjack/rakuten02/blob/master/README.md</a:t>
            </a:r>
          </a:p>
          <a:p>
            <a:r>
              <a:t>- Rakuten02 public commit history, checked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Web版では、サーバーレンダリング、構造化データ、サイトマップ、エルエルエムズテキストを実装。予約リンクは広告リンクとして明示します。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https://github.com/syunnjack/rakuten02</a:t>
            </a:r>
          </a:p>
          <a:p>
            <a:r>
              <a:t>- https://github.com/syunnjack/rakuten02/blob/master/README.md</a:t>
            </a:r>
          </a:p>
          <a:p>
            <a:r>
              <a:t>- Rakuten02 public commit history, checked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技術の中心はCシャープとASP.NET Coreです。次回の本編では、API連携、キャッシュ、検索導線、公開時の注意点をコードと画面で詳しく解説します。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https://github.com/syunnjack/rakuten02</a:t>
            </a:r>
          </a:p>
          <a:p>
            <a:r>
              <a:t>- https://github.com/syunnjack/rakuten02/blob/master/README.md</a:t>
            </a:r>
          </a:p>
          <a:p>
            <a:r>
              <a:t>- Rakuten02 public commit history, checked 2026-07-30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6E3CC12A-2DF2-4989-8246-83A03F3C1C0E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Rakuten02の技術解説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71EA7200-21EA-49F5-A164-97FD77CA52E8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終電後のホテル検索を、C#と楽天トラベルAPIで形にする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3F52D898-9005-4E7D-99A7-F124EB529DEF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TSUMIAGE LOG / TECH VIDEO</a:t>
            </a:r>
          </a:p>
        </p:txBody>
      </p:sp>
      <p:pic>
        <p:nvPicPr>
          <p:cNvPr id="5" name="slide-01">
            <a:hlinkClick r:id="" action="ppaction://media"/>
            <a:extLst>
              <a:ext uri="{FF2B5EF4-FFF2-40B4-BE49-F238E27FC236}">
                <a16:creationId xmlns:a16="http://schemas.microsoft.com/office/drawing/2014/main" id="{6BC43DAB-FB18-10CC-ABD7-D3FD774D4E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96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00"/>
    </mc:Choice>
    <mc:Fallback>
      <p:transition spd="slow" advTm="11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B5A3A020-618A-4CF6-A325-27ADCBFFFCDE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1CBF5957-0CF4-42FA-8E80-3CB970C0B97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時間がない夜の宿探しを、短い導線にする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1AA3D8A6-313A-46AD-9627-0334D76A3D83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終電後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今夜泊まれる宿を、現在地や駅名から探す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18AEE9B4-19CF-44F1-8621-7555EE5B772E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ライブ後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会場周辺の空室へすばやく到達する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02123238-2DF7-44AB-B739-75FA467FDBFF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急な延泊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出張延長でも、その日の宿泊先を確認する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A400DBD2-9236-46BB-9273-F2737EC939B8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予約まで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検索結果から楽天トラベルの予約先へ進む</a:t>
            </a:r>
          </a:p>
        </p:txBody>
      </p:sp>
      <p:pic>
        <p:nvPicPr>
          <p:cNvPr id="8" name="slide-02">
            <a:hlinkClick r:id="" action="ppaction://media"/>
            <a:extLst>
              <a:ext uri="{FF2B5EF4-FFF2-40B4-BE49-F238E27FC236}">
                <a16:creationId xmlns:a16="http://schemas.microsoft.com/office/drawing/2014/main" id="{DE55C840-5B5E-37C3-9616-E3ADD5B9B1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35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00"/>
    </mc:Choice>
    <mc:Fallback>
      <p:transition spd="slow" advTm="12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4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77404A91-3DB7-4AD4-9C43-70815994C65D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AB93FB13-D1AD-4B37-95DC-ACF21853E9F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3つのプロジェクトに責務を分けた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84466950-03D1-4ABB-A002-88BFC28398E2}"/>
              </a:ext>
            </a:extLst>
          </p:cNvPr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Windows Forms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デスクトップ版
検索UIを提供</a:t>
            </a:r>
          </a:p>
        </p:txBody>
      </p:sp>
      <p:sp>
        <p:nvSpPr>
          <p:cNvPr id="4" name="Content-Placeholder-1-5">
            <a:extLst>
              <a:ext uri="{FF2B5EF4-FFF2-40B4-BE49-F238E27FC236}">
                <a16:creationId xmlns:a16="http://schemas.microsoft.com/office/drawing/2014/main" id="{E0D29DBA-FA36-4E7A-B25E-D7BA692FA0A6}"/>
              </a:ext>
            </a:extLst>
          </p:cNvPr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ASP.NET Core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Web公開と
SEO対応</a:t>
            </a:r>
          </a:p>
        </p:txBody>
      </p:sp>
      <p:sp>
        <p:nvSpPr>
          <p:cNvPr id="5" name="Content-Placeholder-2-6">
            <a:extLst>
              <a:ext uri="{FF2B5EF4-FFF2-40B4-BE49-F238E27FC236}">
                <a16:creationId xmlns:a16="http://schemas.microsoft.com/office/drawing/2014/main" id="{03D041E5-D0FB-4BD5-B638-C087FA30B1E2}"/>
              </a:ext>
            </a:extLst>
          </p:cNvPr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rakuten02.Core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楽天検索と
ジオコーディング</a:t>
            </a:r>
          </a:p>
        </p:txBody>
      </p:sp>
      <p:pic>
        <p:nvPicPr>
          <p:cNvPr id="7" name="slide-03">
            <a:hlinkClick r:id="" action="ppaction://media"/>
            <a:extLst>
              <a:ext uri="{FF2B5EF4-FFF2-40B4-BE49-F238E27FC236}">
                <a16:creationId xmlns:a16="http://schemas.microsoft.com/office/drawing/2014/main" id="{6A6D93DD-AB96-4E6C-0104-7FFBC92DCB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2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00"/>
    </mc:Choice>
    <mc:Fallback>
      <p:transition spd="slow" advTm="11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8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040D7AEC-2B84-4003-A1B8-BC3F791B205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CEB2B4C9-DB8B-4C06-9AAF-D48335F1786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検索処理は、場所から空室へ順番につなぐ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780C45BD-3E8A-4E1F-B8AF-7D1994DD47EF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C9294C7A-7574-49E3-A81B-C8E94E0FEDED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47A9255C-ED7B-448B-9233-9D70BCBB7C52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FB207955-AA1C-4528-94BD-ADA6762E09C1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PLACE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9BD5E116-1490-41C5-AD59-0E170E54561C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SEARCH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F3D52C63-BCBD-4B24-B17C-43CFAD8195F1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BOOK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0262E569-C39E-4CCB-B719-0AC2E54EAC41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空室を取得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楽天トラベルAPI
結果は10分キャッシュ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96C74DF3-AEC9-4DAB-A08C-0B665CA0ED6D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場所を入力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駅名・会場名を
緯度経度へ変換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2C36B963-EC32-4633-ACAA-EFD23E56C286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予約先へ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最新情報を確認し
予約リンクへ進む</a:t>
            </a:r>
          </a:p>
        </p:txBody>
      </p:sp>
      <p:pic>
        <p:nvPicPr>
          <p:cNvPr id="3" name="slide-04">
            <a:hlinkClick r:id="" action="ppaction://media"/>
            <a:extLst>
              <a:ext uri="{FF2B5EF4-FFF2-40B4-BE49-F238E27FC236}">
                <a16:creationId xmlns:a16="http://schemas.microsoft.com/office/drawing/2014/main" id="{CC3D1FCA-D3AA-777A-8F6C-EFB1CB83AE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59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00"/>
    </mc:Choice>
    <mc:Fallback>
      <p:transition spd="slow" advTm="13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19AFE357-5AB8-4B00-B979-BFF6AF22CACF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8AFB2323-A192-4199-8A80-FA3AB5EB533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公開後に見つけてもらう設計も含める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016458B7-0262-4972-9C77-6421263EBD9A}"/>
              </a:ext>
            </a:extLst>
          </p:cNvPr>
          <p:cNvSpPr>
            <a:spLocks noGrp="1"/>
          </p:cNvSpPr>
          <p:nvPr/>
        </p:nvSpPr>
        <p:spPr>
          <a:xfrm>
            <a:off x="393668" y="1722406"/>
            <a:ext cx="5537168" cy="865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SEO / AIO / LLMO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F194E348-59C1-4149-9306-173B3C7E1910}"/>
              </a:ext>
            </a:extLst>
          </p:cNvPr>
          <p:cNvSpPr>
            <a:spLocks noGrp="1"/>
          </p:cNvSpPr>
          <p:nvPr/>
        </p:nvSpPr>
        <p:spPr>
          <a:xfrm>
            <a:off x="7886700" y="29902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title・description・canonical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ACB37C57-C92D-46C7-92BC-0444B1E207C1}"/>
              </a:ext>
            </a:extLst>
          </p:cNvPr>
          <p:cNvSpPr>
            <a:spLocks noGrp="1"/>
          </p:cNvSpPr>
          <p:nvPr/>
        </p:nvSpPr>
        <p:spPr>
          <a:xfrm>
            <a:off x="7507700" y="30151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9BB6CDF2-8237-43D1-865C-1FDA0F7E18AA}"/>
              </a:ext>
            </a:extLst>
          </p:cNvPr>
          <p:cNvSpPr>
            <a:spLocks noGrp="1"/>
          </p:cNvSpPr>
          <p:nvPr/>
        </p:nvSpPr>
        <p:spPr>
          <a:xfrm>
            <a:off x="393668" y="2990279"/>
            <a:ext cx="5537168" cy="2884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検索結果ページはサーバー側で描画。構造化データと明確な説明で、検索エンジンとAIの双方が内容を理解しやすくします。</a:t>
            </a: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予約リンクには sponsored と nofollow を付け、広告・アフィリエイトであることを利用者へ明示します。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021C07F0-5F59-4AD8-B890-1E52D247ACD7}"/>
              </a:ext>
            </a:extLst>
          </p:cNvPr>
          <p:cNvSpPr>
            <a:spLocks noGrp="1"/>
          </p:cNvSpPr>
          <p:nvPr/>
        </p:nvSpPr>
        <p:spPr>
          <a:xfrm>
            <a:off x="7886700" y="35998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WebApplication / ItemList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717BBDA1-B9E1-424B-B586-CD26CABB5F60}"/>
              </a:ext>
            </a:extLst>
          </p:cNvPr>
          <p:cNvSpPr>
            <a:spLocks noGrp="1"/>
          </p:cNvSpPr>
          <p:nvPr/>
        </p:nvSpPr>
        <p:spPr>
          <a:xfrm>
            <a:off x="7507700" y="36247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700C3091-56C0-408C-B399-FC1AB3C10967}"/>
              </a:ext>
            </a:extLst>
          </p:cNvPr>
          <p:cNvSpPr>
            <a:spLocks noGrp="1"/>
          </p:cNvSpPr>
          <p:nvPr/>
        </p:nvSpPr>
        <p:spPr>
          <a:xfrm>
            <a:off x="7886700" y="4214813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sitemap.xml・robots.txt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C85367A1-13AE-4A6D-B87C-4B2D111F8355}"/>
              </a:ext>
            </a:extLst>
          </p:cNvPr>
          <p:cNvSpPr>
            <a:spLocks noGrp="1"/>
          </p:cNvSpPr>
          <p:nvPr/>
        </p:nvSpPr>
        <p:spPr>
          <a:xfrm>
            <a:off x="7507700" y="42395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FDC14008-3454-4D51-ACBD-7F792370BEF6}"/>
              </a:ext>
            </a:extLst>
          </p:cNvPr>
          <p:cNvSpPr>
            <a:spLocks noGrp="1"/>
          </p:cNvSpPr>
          <p:nvPr/>
        </p:nvSpPr>
        <p:spPr>
          <a:xfrm>
            <a:off x="7886700" y="4824317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llms.txt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4201C3A8-12E5-480E-94E3-1848DAD32627}"/>
              </a:ext>
            </a:extLst>
          </p:cNvPr>
          <p:cNvSpPr>
            <a:spLocks noGrp="1"/>
          </p:cNvSpPr>
          <p:nvPr/>
        </p:nvSpPr>
        <p:spPr>
          <a:xfrm>
            <a:off x="7507700" y="48491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1AECD929-5DBE-4AF4-960E-D9EC5D8B0921}"/>
              </a:ext>
            </a:extLst>
          </p:cNvPr>
          <p:cNvSpPr>
            <a:spLocks noGrp="1"/>
          </p:cNvSpPr>
          <p:nvPr/>
        </p:nvSpPr>
        <p:spPr>
          <a:xfrm>
            <a:off x="7886700" y="5446681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広告・プライバシー表記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7E502CAC-863A-4BCD-847F-A7F8C13E9979}"/>
              </a:ext>
            </a:extLst>
          </p:cNvPr>
          <p:cNvSpPr>
            <a:spLocks noGrp="1"/>
          </p:cNvSpPr>
          <p:nvPr/>
        </p:nvSpPr>
        <p:spPr>
          <a:xfrm>
            <a:off x="7507700" y="5471541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pic>
        <p:nvPicPr>
          <p:cNvPr id="16" name="slide-05">
            <a:hlinkClick r:id="" action="ppaction://media"/>
            <a:extLst>
              <a:ext uri="{FF2B5EF4-FFF2-40B4-BE49-F238E27FC236}">
                <a16:creationId xmlns:a16="http://schemas.microsoft.com/office/drawing/2014/main" id="{101CCE02-9250-CA25-B038-360BA34B97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00"/>
    </mc:Choice>
    <mc:Fallback>
      <p:transition spd="slow" advTm="12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9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69B4D967-0657-4D7A-8E87-C0707F54D8B2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本編ではコードと画面で解説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35BA36A8-B8CB-45F1-9C55-491A58218479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楽天トラベルAPI連携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キャッシュと検索導線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公開・SEOの実装判断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FDEA1F32-2D43-44A9-AFB7-37720B7260E6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AUGUST PREVIEW</a:t>
            </a:r>
          </a:p>
        </p:txBody>
      </p:sp>
      <p:pic>
        <p:nvPicPr>
          <p:cNvPr id="5" name="slide-06">
            <a:hlinkClick r:id="" action="ppaction://media"/>
            <a:extLst>
              <a:ext uri="{FF2B5EF4-FFF2-40B4-BE49-F238E27FC236}">
                <a16:creationId xmlns:a16="http://schemas.microsoft.com/office/drawing/2014/main" id="{6931C126-87B9-FCF9-8039-ED90EA0096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81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00"/>
    </mc:Choice>
    <mc:Fallback>
      <p:transition spd="slow" advTm="15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DocSecurity>0</DocSecurity>
  <PresentationFormat>ワイド画面</PresentationFormat>
  <Paragraphs>83</Paragraphs>
  <Slides>6</Slides>
  <Notes>6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啓介 加藤</cp:lastModifiedBy>
  <cp:revision>1</cp:revision>
  <dcterms:created xsi:type="dcterms:W3CDTF">2026-07-29T21:43:40Z</dcterms:created>
  <dcterms:modified xsi:type="dcterms:W3CDTF">2026-07-29T21:45:02Z</dcterms:modified>
</cp:coreProperties>
</file>