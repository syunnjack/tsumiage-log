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2D90C6-5E7B-46C1-4F84-ED6F20AF04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6232D-9266-9977-311B-8218BD13DF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52B0CF-484C-7F6F-A206-5124B2FA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56FB0F-6A54-F8DF-C446-B0F78BF7F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9EA241-C506-657A-ABA7-6E2D98703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399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F591B0-6AA9-0C2D-D3F6-E8C445466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4E5E51-AFCC-09F2-1F1B-9DB1FD3C8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9FC4B4-8271-70F3-D755-5B610613A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441FC4-ED24-BB85-9409-E04B86CCD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FB8778-80C7-8FEA-9614-5555FE328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915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42A5AE-C5A7-0F2A-86DC-5964D21BA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5C4FEF-3156-421D-4208-2DA1706D6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97E824-1575-F6A1-96FD-5DD2845A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653839-7B85-D568-35A8-81CEC6CC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17B068-93B1-6E2C-7E74-F20C4F71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655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6CC67E-9D76-E5F7-786A-A3E70724C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36E243-7904-F709-C7E3-C9A88E9A9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6D145E-0630-78B4-DD8D-C4AC3AEF2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A59BF9-FB47-2927-E3A0-2531CD74F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C783C33-9CC8-3EE8-5ED9-C8350DD0E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6D53206-3F94-7846-5FC0-026A92D50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5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25C92D-0A1C-7630-3286-0AF3BBFBE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53E8B3-E499-9A47-D940-72306A0E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68B4F6-9440-CDF7-D021-5EB8D97EE6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6B2DE2B-BF80-BB84-5A63-E3721E397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6454D5-2534-2CBB-CCCF-85F2C085F3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D70659-17FF-8B6D-6D49-75A78116F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AE05B66-D907-9FC6-A919-CBF9C4D3E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90D6254-3EC9-DF08-D466-A9F6DE5AD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960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EF26D-B948-FBDE-7537-78219D91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85B196-56E4-A307-D5F8-074C6FFED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FEE58B-D0D6-B58A-FE94-397C191D8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979806B-A226-8B58-791E-B1428CC9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323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F581388-92C3-C3FA-7E8A-388B8DEC6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CF8EAD6-1284-4F5F-55F7-1E992BE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37A8AE-CD02-4C9D-6A53-FB4A626F8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5332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5209C1-05F9-145E-AD6C-C26431EDA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C0FF82-85E6-D1C4-2030-1B2AEA886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D91C49C-BE82-5836-220B-5F8E2084B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4FEDA0-C0FC-D20F-2174-34DB3F1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D9E4AF-5B6E-18AC-0B4B-2F7B25B72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B816C0-D47D-93BA-0C9E-3F7B597A3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8815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8EBCAC-8338-BFB4-F9E8-493CCE2AF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776D5A-9532-9314-21CD-4EC4D2E020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0E0FC2-63B8-5CF3-719E-CBC83AE52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070A9A-B2FD-9BBD-27F6-AE4A53A8D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FEAB89-8C3E-50D9-9FF3-26930A98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51C95BF-BD17-D478-0E76-A7C2017C9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190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41E8D1-D5C0-80F0-7E9D-3F08B2F6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E7AAD4C-567E-5382-E510-D66BCB1C7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E4DF49-697C-6B1D-CBCF-DE49AE5C4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48E30-0B2E-80FA-013E-F0DBF34D6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6839C1-1DB9-6576-D092-03EE5653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0773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21EB199-8223-C00A-1C26-185646F79F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242D14-54EA-4E98-CF04-0F1F71A389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9C7E9A-D510-8321-5F43-DA17EE6A8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568BC9-BE9F-45DF-5090-CF0558D6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88CC44-739B-B843-6393-D8DE0669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372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05C696A-7203-0B6C-E466-997663B0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F9B6E-9B74-174A-A96A-C84760607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46FC6B-CCC9-8F96-F932-C26B643794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86651F-D23F-440B-9D90-0923968469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51BD16-BF38-548E-58FF-3478ACB9E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280CC-7801-6FF3-830A-A1E8EE71C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17B638-6AA4-4EC8-B58F-4F6FECBF4B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39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4B6CDB9-468A-8C10-7B4D-32001AC3ECE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4489244-C182-1374-5DF1-0C0C58AC9CC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retro-new-games-app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DA88B4-43A3-F5FA-9A9A-22B62F9C6A1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B29E95-FDBA-7AC1-2D6E-4E683FDD11A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812EB01-F2A5-8D50-09CE-CF966DC17A7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5650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50F5D0-0018-254B-A64B-BD93DCE20F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96FB36-C274-4B43-6825-3F2D9E201F0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68932C9-C1CD-A648-F4EC-F7F4B60901A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App iOS / 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向け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Expo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アプリ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8A71A0-EEC0-CD85-FFEF-4643B0832D9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7C57098-0E9E-A7FF-7C1A-6CC9C0E705A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28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730479-AC3D-88CB-B560-5B06C022B4A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0B4407B-FC7B-6C5C-D05B-1A2743411A4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0F7193-7540-A087-3940-D8FF8675CF5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1D6F0F-7E0E-8CF7-ABEE-3DC59832162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7FE1F33-EAA5-DFB9-B8A3-5C1089EDDF0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02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564484-157B-6199-9493-820A228003C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6B8FBF-AC92-DBD7-92AB-478BAB10D5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6E6CA5-4AC5-1A35-AB5F-12B852D5350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C1968A-8E47-9AE3-6EA6-A30AF02F784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0B9F2FA-E7DB-8BB3-DA59-CE1AAD1F38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982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5D7AA87-A37F-11FB-5391-1083802476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540795-1E8A-4E35-D052-669AA7D2586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1FD9CB4-8770-EC01-C722-015B9A30D96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C43517-C8DD-A540-9D07-463A34A5176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80B735D-51BA-3190-7569-71CF29F441C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404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EE4C698-3C53-E31D-4D42-6D2BB963B23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928751-D481-478D-A4DD-998C79DFB15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C550A2A-D4A3-DCD8-BD52-554D54B8B344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https://syunnjack.dev/articles/retro-new-games-app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906DB67-A1C6-2146-EBC5-7C4428F6606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269839E5-4208-73B1-A83B-A6E58598D7D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0719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2026-07-30T04:01:38Z</dcterms:created>
  <dcterms:modified xsi:type="dcterms:W3CDTF">2026-07-30T04:01:39Z</dcterms:modified>
</cp:coreProperties>
</file>