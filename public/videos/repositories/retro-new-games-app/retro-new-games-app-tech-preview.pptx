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4479E5-3A41-2885-067A-5F34C3D40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D132459-8B8F-90AB-0691-A6F47452B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C54298-BD58-AD79-A27D-7644B0573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0DDB-BE35-4E13-B23E-AA6D7DFAD04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49ACAF-BE36-9B6D-EAC8-88F7A4459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8A7945-0101-1757-2555-F6BD09AD0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B4B91-38E6-45A8-9CBA-F15391A01C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9609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11B11A-B8D4-46CC-8EA6-EE7F86D17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0C1CDD-7CEF-2703-C00C-C88A02B1C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19BA8A-A6C4-DCE6-BBC7-367AB20A9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0DDB-BE35-4E13-B23E-AA6D7DFAD04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29916A-3771-2615-61F1-1524B3C91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4B1141-8327-ACBC-9E77-7E9980F70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B4B91-38E6-45A8-9CBA-F15391A01C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0312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804962-2F14-A4B1-AA92-8727974FB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7849D4F-04B2-D3DA-0E7A-53A0C6634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98B2F9-918C-7659-341E-0B5A7E0B5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0DDB-BE35-4E13-B23E-AA6D7DFAD04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329F88-C00E-EFB1-44BC-508EF9D7B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BA6EE4-4A6F-C24A-C65A-BE9C7AAA2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B4B91-38E6-45A8-9CBA-F15391A01C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66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ECA783-3A96-FAC9-E253-80AEE5926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74B2B6-498F-2706-9E18-F3DC52236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5131160-0E64-3142-2313-591A61CE9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732A14-1B62-C89C-FB40-36E747FC4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0DDB-BE35-4E13-B23E-AA6D7DFAD04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40D9DA-2AB6-227B-3DC5-DCD7EE029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08F8991-9CB1-4C08-9CC2-26E262545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B4B91-38E6-45A8-9CBA-F15391A01C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738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D0C51E-1842-0191-09F6-AC48F7E52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60DD70F-BDA0-AFDA-6866-7EC9B2616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75FF800-4644-E442-2278-6BA77C864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66E6265-4880-EC7C-69FA-CECFE1916A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9CB64B6-14E3-C7EF-06B0-BBBD611FDD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CDE2E08-36E6-051B-7630-C0F141683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0DDB-BE35-4E13-B23E-AA6D7DFAD04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E8485B8-6DD8-7D63-E060-1BC20BEA0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D064FB9-B586-CE91-2CFA-4EAA335E8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B4B91-38E6-45A8-9CBA-F15391A01C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1490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062124-455B-91A9-2BFA-494872A6A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048D21C-8DC5-B600-6389-B1CA48956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0DDB-BE35-4E13-B23E-AA6D7DFAD04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CD54412-6D58-FBFC-9A84-A1349585E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B133B6D-D56D-E759-B165-A2DD18F57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B4B91-38E6-45A8-9CBA-F15391A01C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9601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FCA44C3-24BC-BBD8-1E76-A72F65F04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0DDB-BE35-4E13-B23E-AA6D7DFAD04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DFEC458-47B8-A3C7-47B2-A75B098BC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7BE365B-3C96-C7C2-7C57-D87A20928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B4B91-38E6-45A8-9CBA-F15391A01C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0793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33544-4F49-C34D-C971-75E3DF7E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08AD57-9A1C-52CD-6FA5-05189FD12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F33FBBF-06A5-1C10-CF6A-56A699334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E70069-464F-D264-5337-CDD76899C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0DDB-BE35-4E13-B23E-AA6D7DFAD04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9584BA6-0687-6C55-2271-FA2072382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84167E-5532-08DF-C67C-64E94CB90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B4B91-38E6-45A8-9CBA-F15391A01C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4646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FDC751-E3E4-D810-A8AB-A165BCF03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C85AE25-B295-B856-8975-427997F842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079F99A-D3DB-BABD-365E-836017465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013E67-79B7-EB78-48F7-F9BE1739A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0DDB-BE35-4E13-B23E-AA6D7DFAD04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C15CE1-EB03-6978-3341-05C6CFEC0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ACBA54-A988-B6A4-0613-DF7CB90AD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B4B91-38E6-45A8-9CBA-F15391A01C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49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7EE158-6299-83A3-3D5C-50A951985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FC0D6E8-6738-A715-2840-D2F3A7C41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2D4216-6729-02F2-5375-A1216DA58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0DDB-BE35-4E13-B23E-AA6D7DFAD04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50A47C-ABA0-0D43-5CDE-836F40104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622D99-7C13-79AB-2859-93AE662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B4B91-38E6-45A8-9CBA-F15391A01C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9707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C770804-D9C5-A367-0DFF-C6D899CC23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CC512B7-07DD-226D-4BE3-01D5ED693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0A85D4-AF6B-8028-2978-60E3B77BC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0DDB-BE35-4E13-B23E-AA6D7DFAD04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623A0F-BA93-3BDD-C3C9-3567B4CD4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5A9E29-6B17-E42D-965C-7482A816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B4B91-38E6-45A8-9CBA-F15391A01C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0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5E14B83-647B-C3BB-292E-5EC898B98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55C8DB3-C267-3BE8-2047-6EBCA87AA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340654-2AEB-CD5A-5AEE-045E19D35C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30DDB-BE35-4E13-B23E-AA6D7DFAD04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957B23-5DD5-E709-7E3D-2D1DD141D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2C69EC-EDA8-3EEC-CC76-4C57DA47D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B4B91-38E6-45A8-9CBA-F15391A01C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912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A7A1F07-6F05-E5BB-202B-90E0C4ACFEE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6D8DFBA-089D-00C8-918A-37D0A4D423D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Retro New Games App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72AB4F-BD85-8706-D738-FFAD3DE13C0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8BF038A-B6D8-ED34-EC5C-3F68A0086D9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E4F18A63-B1AF-FF31-6BB6-BFF62A49AF9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501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3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D7BD5DE-D798-2EC0-8466-BC5F02BFBF4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5B574EE-CB47-1E00-D517-46F2A4DEE07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2E31B70-52BE-CD3C-7762-3E518B5D1840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GAME PORTAL JP App iOS / Android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向け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Expo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アプリ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5FFC792-BA86-B548-C6E1-B239EA3DEBF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A7049F4F-F4D0-E969-2BC3-67CEFCC38E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43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299E6DC-8D08-DE66-2F85-992BE77E0D4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3616F24-4373-76AA-634E-2558C4F629D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4938105-9CA1-BD77-877C-E4B14895502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D5FB18E-01DA-CE82-9E74-CD3D7DB7C55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D3E0F494-0597-6847-EF8E-0FA39CA797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094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E749CF6-D4CC-3525-0E09-BBCF8FB4F33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BF2121-8C06-4043-12A0-4F666EF459A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D1EDC23-245E-A9D6-7455-8743CEB507C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app.json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F663562-08FE-9C9B-8CD5-9CD530CC459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924CD828-7178-7E08-C0C8-4CD1430DC66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352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456AD30-11EE-0B63-58BB-D02458E7508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A256770-E74A-8F39-D981-9FB7B75607B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5BC42AE-72CB-449C-E65E-9639C526A27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Build GAME PORTAL JP mobile app prototype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BF5111-9D40-A8D6-4396-9813A02D848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D372343A-A821-A71D-2C4D-D48F64CCEB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336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4AF36ED-2536-88E3-C855-796884E6C10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2D342E0-35CC-A568-9E64-3E8EEFB7E04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23303E5-AC82-05E9-7C2D-27020D0223E6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https://syunnjack.dev/articles/retro-new-games-app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74D68FE-D1BB-6024-23DE-89FB5B6480B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0EE02384-F334-BC07-BD4D-4A30A5BDAB8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560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2026-07-30T04:32:11Z</dcterms:created>
  <dcterms:modified xsi:type="dcterms:W3CDTF">2026-07-30T04:32:11Z</dcterms:modified>
</cp:coreProperties>
</file>