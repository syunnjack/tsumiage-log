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927C90-A628-8B98-D97C-4CD7554F70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FA2648-ABBD-466D-B53F-E32050E60D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1A132E-E206-A894-9A56-35E022FB4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4A7FE36-A6F3-900F-FE62-87B4F117FB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349AC20-8B3C-F714-7061-10C1550F9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80107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5A7D681-6CB3-7D87-9642-874192B94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9EEB452-1866-D256-0A5E-303D1A6CE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2C22C01-A21F-864F-AD3C-17E6A2E7C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B2F18B-E8A8-4202-4CBF-6225B5B1E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44C432-69DB-EB2E-3E87-30EF93BB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990787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88A9FBD-C22F-774C-7968-A78FA2742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23AA5B7-58ED-5B61-2829-A99FA8CE2A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745C38-6359-D4F5-5C48-2EEACF0C0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F850AB1-D06C-43C2-B8A2-2E3F0A921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E8E567-0790-87CA-0B6D-F07888A06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3975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A859FCD-A93E-BFB5-6C5C-32C67EB05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0E516C5-2C11-972C-8BDA-36B365A3FF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025968-607E-781C-7466-B4C61DBA4A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9C601DA-8057-A54A-EBBD-39796F5A0A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1347BE7-D140-0537-E290-0849C16DD2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4F1C625-42FF-3321-F195-9EB959D3A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68266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A21DD17-0201-09EF-987C-BE5DE85FE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6E297FD-89CC-7568-2BCE-36BB2315E5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38008A0-BBE3-9253-E132-E927A695A7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674F1EC2-023D-B4F9-E4FD-9642B0FE40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83A788A-284B-897B-877E-B5D053F37E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3D4CF37-BD3C-6014-B30C-AAB4256351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6025B26-ADBB-C9AB-B5BA-4F150199D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6D3F964-E812-D2BC-F7D4-0D6C92298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6143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943DE1-E1E7-8356-0D56-21185C118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C1EA3AE8-0F9A-55D6-D36F-2F90CDFE7E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59CF4B9-3CFD-2F97-E142-E185E5C2F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0646016-BB52-71A1-05CD-CDB28A5F7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377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DAA4F5A-5CBD-43AA-76F7-DDE39E9D73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9864A2F-7E13-538F-324B-A712B9E0F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D39D0AC-F7BC-6666-6316-DBAAF0B90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4433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43AB7B-C9B0-BBC5-F90D-3CACDF648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E98AC5-E271-2D45-7678-9EB35C0F3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92ABF8A-A4E9-5C03-FF21-9FD631345B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A9F89E-6DBF-811C-5C02-E56AEDEEF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B3525CC-1B4C-56A1-1AB6-894243FE5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FD2982A-5A6D-43CF-C5EE-D48411517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33442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C99D6DE-8335-D87D-4B0F-4B871861B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18229B6-3C9B-85EA-DB03-C020D8C7A4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0D2BD6D-D526-A7D0-1AB5-2CE2F61025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F200CCE-10E0-998B-83BB-12C772EC6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ED6962-22C1-A24F-FAB1-6E49555E1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1507C43-AD92-68BF-F600-3B0DAE078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88367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AD70AFA-B30B-9525-5CAF-93229FF67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4E9F9A9-DFE2-1090-FFFF-465DB09857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D604452-4F65-A111-DAA4-93C1FE6712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3FA4820-8C2F-6707-C060-4CE302A6B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6D04E3-01DC-CA74-DB9F-1DE8A3882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56202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1749473-DB26-754B-D223-36E3FA89613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29E0C5B-9B6B-AEB1-7D97-B94872080A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EF41A4F-E15E-BA7A-E5C6-ADC8B77B7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023D460-74B6-5923-B53C-F979318735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24C033-F5C4-EB31-2F62-BE56801E9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87850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2FF99F9-783D-141A-C1D6-84DEF51E2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DABB09D-B128-60DB-C09A-406263D364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3C952C1-C162-2A5E-3D59-49CB4E99D8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0E6AA8-D6BB-41F2-AE78-BE6A7A3D2D3B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5158AAD-BB94-0571-3EEE-B6084345D95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48FADB-E328-A8D9-73EC-51090C37C6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46617C-A62C-4724-ACC1-8C39C42291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72692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FA42EF8-306D-8791-0145-3FEAC45F80D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A9FAC37-99C4-3E7E-2458-D0BE0357D15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Retro New Games App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D686EAF-BCF0-AC20-1F31-101CA722DF0A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47675F9-4B95-65F1-2EE8-DC8F3255A0EB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0CA3BEB1-84E5-D7F9-058A-91794C5D278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7837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83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64CF4F9-D0DD-A6B7-47BB-C5D66F4B16D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CDB3BCA-6CA5-37F2-3F98-C501E6E0582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6BED8ED-2807-F9BD-8A1A-4FB5459E269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GAME PORTAL JP App iOS / Android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向け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Expo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アプリ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3E2F9B8-2859-6C50-75A3-70320183C6E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C577474A-7BB4-E77E-7EA4-E6E299BCD98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79827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F5E25C-1A97-97B3-D4B1-A228279E6EE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5558D49-3AED-F1B6-4E14-64F31ED156F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D0E975-8232-8632-45E5-5605531B23F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9B11B58-EF34-6A83-0EDE-41A924DD15E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4E408BE8-1A88-96CB-C7B5-84231B3C3C7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7152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6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239301E-0BFD-67A7-4BCA-EEFA0445A61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6DF458D-B4EC-C387-578F-1EA1CEA500A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461BE6F-21E5-0128-5511-D8ED7CB4A597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app.json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2873EB-5808-2945-E125-F1E84571184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31C63AD7-273B-A4CE-5274-3913FA17266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63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E7BDBE2-63DA-2DBA-D818-82C1D08871A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5D2D141-0893-563A-2D8A-BECF3A1C789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549A699-225C-6F73-E06C-60EEFB54ABF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直近のコミットでは、実装の見直しと継続的な改善が行われました。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5249181-3D76-0DCA-358A-FD7F521ED7F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385036C2-5394-4A1C-A3E6-3BDFB36DF7C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80402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0C02919-1165-7130-E2BB-71FF48ABBD0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3F228C3-46C4-A727-F7F9-42E9E902F15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D5C2A19-9BDF-0687-CB6A-A28CCECC6C3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https://syunnjack.dev/articles/retro-new-games-app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F6ECB5C-0150-FD0C-1851-A7A19D93E91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48AC1AE7-7730-DF62-F8B3-AAAF2BC590E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5613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2026-07-30T11:14:20Z</dcterms:created>
  <dcterms:modified xsi:type="dcterms:W3CDTF">2026-07-30T11:14:20Z</dcterms:modified>
</cp:coreProperties>
</file>