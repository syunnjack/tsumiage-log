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EC8E5B-F813-895E-1276-93F2D20FD5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B146960-46D5-A6B8-A3BF-083A02F2A1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5BA876-6738-2F61-E61D-90589DF11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65989-7772-4AB3-9A7C-6EA849C6A8A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836AC62-4884-0047-E3BB-1DF130F2C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FE698C-EF15-58A4-9F2A-1C3452604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91530-37DE-4816-8729-A04C044A10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7805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E83D0EC-64D8-2F26-E7B0-371D8EC26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7F441CA-5C35-4841-529B-666C7A7085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074ABE-34D6-59E6-DC9C-2DFED0954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65989-7772-4AB3-9A7C-6EA849C6A8A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1883194-73BF-55B0-D818-D78C1863D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350946-A161-DA1C-9373-7991C7D99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91530-37DE-4816-8729-A04C044A10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712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041AEA-6F2D-8C5A-B57B-9847DB9CD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8716C31-3E3C-882C-FD9B-FE928FFFC6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08B2652-50E5-6E19-5FFC-F0D035BB1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65989-7772-4AB3-9A7C-6EA849C6A8A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90E7CA9-4A94-CE37-5482-FBB3596C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F8CF828-1573-11CB-FE68-B63514B4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91530-37DE-4816-8729-A04C044A10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7998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4427A2-D4E6-27AA-91C0-8DF3CD619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F34C0F-D532-73F2-39DD-3021F7FC0B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D096C19-64C0-E10A-4721-E8DF9D4597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CCDF50C-599A-2BDC-8617-A498BA5F7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65989-7772-4AB3-9A7C-6EA849C6A8A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7D028A4-C758-D505-DF9C-B7CFAAC9C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E04BF3-6329-4177-1FF7-C52DA40DB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91530-37DE-4816-8729-A04C044A10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1221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A17906-C016-D1FF-513A-E3CD2D570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396094-5DAD-490F-E9E2-DA6A108282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B04EA69-F9CB-8A0A-8E91-BC0AE951AB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B119715-DA7F-899A-6418-E5B8BD5D8E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2F29178-4136-B577-BED2-A7FB60EE66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073D70C-41BC-4F95-6FFE-34C28781A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65989-7772-4AB3-9A7C-6EA849C6A8A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71D0171-0B60-10B0-9BE9-CB707C123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F78D71D-1D00-AE1A-86CB-23AE07B74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91530-37DE-4816-8729-A04C044A10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1285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C6F526-3383-6ECD-8527-28C252B25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C045204-F9C7-66A0-5DBE-73E499FD2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65989-7772-4AB3-9A7C-6EA849C6A8A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1F7574D-BCE5-C41D-820E-500BF00A3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C275B9A-4EF8-CEC8-88E5-4E1F158D9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91530-37DE-4816-8729-A04C044A10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9801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889A882-D91A-A82B-43D2-5B9D40828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65989-7772-4AB3-9A7C-6EA849C6A8A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D84EB0B-69A8-7EA4-9043-22A0757D36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1A77449-743D-0752-4BE4-B5B543B85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91530-37DE-4816-8729-A04C044A10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3775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577EF6-3BE5-70B4-F550-3715591CD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39603FF-EF47-FF02-F13C-A156C98BE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ACF8836-8FB4-E40E-C6BD-11AE0D4529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46BC2B4-CB23-E444-099F-E50929E6E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65989-7772-4AB3-9A7C-6EA849C6A8A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66E09C8-DBC8-9C85-E68D-ED74E6E32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22237B7-14D2-B3A1-3046-741BD9576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91530-37DE-4816-8729-A04C044A10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0625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3C17FF-049A-A42E-2EF7-E1E556314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333BBDB-6108-38C7-DECA-A4EE78FC13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B57F877-C340-206C-1CAF-FC21B29B6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D54CCE6-13AA-9479-55A7-9117FC409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65989-7772-4AB3-9A7C-6EA849C6A8A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9E87CE5-A0DE-26CA-C7E3-64FBFFE37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4EE7E6C-F01D-CDD1-9A1E-442CD8DDC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91530-37DE-4816-8729-A04C044A10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0909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C0562D-A33E-06F3-9AEF-ECE69066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2188D40-CCC7-DC70-9CE5-EF05068D6B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1B69D72-F3D2-0878-2782-17E1202F8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65989-7772-4AB3-9A7C-6EA849C6A8A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4EFE4F-3FD5-5192-68DB-276ED7347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B05C92-1B00-E2FB-262B-6BDA3140E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91530-37DE-4816-8729-A04C044A10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35702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B76304C-2CBD-30B4-43A0-6D2F425404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8E03C59-60C9-98FF-35EE-3548485378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D654B1C-C78B-5177-E40B-D96C6BD05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65989-7772-4AB3-9A7C-6EA849C6A8A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CF49AF6-8783-58B9-751E-F07F4A17B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A67C2D8-F939-806B-6D0A-31A7752BD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91530-37DE-4816-8729-A04C044A10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1025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5720B1F-3682-C925-71FB-9387A5C4B4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5FF1A85-3473-44F7-FDEC-9D615381AC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4330B6-779F-B7AB-F457-33ACF1A7C9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65989-7772-4AB3-9A7C-6EA849C6A8A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CBF80EA-D23F-A9A1-242D-DEAE160813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B2A0BC-0B2B-5A7F-25B0-0E964E23E0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891530-37DE-4816-8729-A04C044A10E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7990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08C690E-D4F3-E520-B38E-967725186F6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7AEDB03-9292-39ED-6844-790FDB6911F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Rc Course Alert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6AEA592-E9B1-5E13-66E8-80B7F79DA075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79712B7-3F28-B7EC-7E34-504B3DB2C00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2DF3AAC4-6064-A283-B5AC-693BF832FB7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7043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75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D729E3B-073D-0CBE-F6E3-F5A36BC1DFA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7E4DBBF-696F-CB7B-67C2-5ADF2E89F8E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33B136D-0701-122C-D0AA-848398204600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RC Course Alert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ラジコン・ミニ四駆コース営業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/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大会通知 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Repository Recommended repository name: rc course alert Domain candidates Confirmed domain: rccoursealert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B0331B-A258-3560-0D2F-B6F0AE1AF31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6D77BB57-BBC3-375D-2CF7-234FCE5D9F9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9481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4000"/>
    </mc:Choice>
    <mc:Fallback>
      <p:transition spd="slow" advTm="14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13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46DF0F5-1B4C-C841-CA40-ED1744C24C8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6C279EB-AE11-0B24-0515-C7927FBB02E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1B1B746-2C05-CF7E-EEC2-375A43C051FA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7B9920E-54CC-1904-E9FA-EF8A0745D92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5A284CFC-DE2A-015B-F540-791A68290F9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81547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D988A52-7D6E-F7E9-D704-9BE60D8E455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AAECFEF-770E-A057-6349-EC158147E9A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7C0D59E-524F-3AD7-B34E-C973B74DE0E0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6D60B3A-74F3-A36F-40F9-18F7653B11E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3677893D-1511-81CD-A369-5DC7E217386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9106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490B180-F7F1-E809-13A1-5102BEBB7BC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FFAA034-99B1-F8CC-F17C-EE05B08906A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05042D3-4357-CAA1-52C9-1BB8E78B4DA6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直近のコミットでは、実装の見直しと継続的な改善が行われました。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FB02616-6876-6C36-4DC6-2EB429C88FC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51CEB579-B6BC-379E-0D54-21595875ACF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0434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F6B193B-C0FD-DF99-49D2-61EC9AD85D4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3B288DD-403F-92FF-DF1B-78F915665E9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0EC6ABF-2E76-FC64-A6E6-3A2B42DC3AFE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https://syunnjack.dev/articles/rc-course-alert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D6ED01-5DF6-D95A-E7BB-6D54611F8E5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75635460-9F22-1CE8-9FBC-D5B8B3C00B0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48444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188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2026-07-30T11:40:24Z</dcterms:created>
  <dcterms:modified xsi:type="dcterms:W3CDTF">2026-07-30T11:40:25Z</dcterms:modified>
</cp:coreProperties>
</file>