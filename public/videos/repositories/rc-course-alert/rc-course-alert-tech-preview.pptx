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4B2BE-7826-6750-9DAB-244CD4947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5D6F0C-B341-1BD3-7A74-9832865F4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22AD05-3ADC-B64D-FCFA-8F7D2D52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651B5-AFDA-500D-3321-4A0391C4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0D9643-5B8F-4168-B075-0A3BACDB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067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052AA6-6540-3986-101A-139EE9C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DFAD4F-7891-F94A-0A53-A27B1887C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4794E7-FB9C-C98B-A020-79863C52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35D780-DE34-C50C-A932-FB9EB295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2F91FE-1631-AF78-F545-DC8A12F0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418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1515F3-B12E-7800-33B7-2BAFAD41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52F4AF-97FD-1D03-CFBB-4C0F0E1F9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0465BC-85FF-1565-EAD3-9E23E49C2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BECB9D-404E-F958-6424-ADBC366D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FCFF7B-8439-E6C1-E4BA-C7A2B246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84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2C678F-5080-8804-2E74-D1E63E27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0AA5D7-4B16-3982-B5CB-3B26BBE27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4E8932-2D1C-717C-FD6C-C1575DA2D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FD8588-180C-C97C-D0A3-736C2F65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0794AE-AC19-D2AF-D892-A15732B56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57903-530A-7653-F129-670BE7E5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75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AADD48-DACB-2284-4597-E0FCF5216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43C67C-6055-74DF-1150-5C4C20D73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DF4667-3089-EEE7-0AE6-2280EE65F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BF5A6C1-7078-6508-F39F-CFE5CA2ED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7AD0639-FDF0-3C79-1DC0-033C9742C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AE2303-DA96-278F-D1B1-2ED35B4E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2BAB91D-0CF3-F388-654F-C66D8C7F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9CF78A-82B6-97DF-AEEF-334F37F7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22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00AE0C-6391-E90B-FB88-B8365D63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D14008-E43F-F568-4158-4B25BDBE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966448-354A-1593-D95E-6FE9CD98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963E53-8922-8B78-1C2E-CE7C39FC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45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B0701D3-E32A-8F32-29AB-CBB2DB01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FBE4AA-6B6F-21A8-391C-3F666C69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AE1EC8-B9A6-7F88-2760-0CCA4E92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730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22C4DA-94D0-AECA-94A0-FD77C036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907F02-E7C7-A185-A402-492479776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E688B1-44EB-BCA7-3D40-6BCC75BD2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451227-533C-10F3-14EB-E8DECACE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7DCAB1-2C5D-46D4-280A-079ABF511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98AC27-7BCE-5753-5AAD-8872E600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753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ACD52-FE7C-DD09-43CC-3711F1AE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8ED4B0-0F85-BA29-9265-C6D86500C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B752A8-C1D3-5FD9-72A3-29CF3DA4D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1BEE68-0DA5-DB58-EC3E-4B3FE207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CDDE47-5CEE-F4D1-623E-2D6F3F37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FE1970-31EA-CAEC-7374-8AA421F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7947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83FCD6-8788-60E7-6147-81CF2272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5B86E3-ABB2-6C42-3E99-FE091167E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D6D003-3033-98AE-2834-60A7D7F1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D2486A-9D0C-1E83-6181-2D0482F3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3D4F88-BA9A-5CD5-DA9A-CA56D6E5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181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81C9CB5-3DFB-3F9D-9B25-B4A9E9801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B06FDD-A98E-1075-9B3C-A6FF915CD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7A38BE-824F-01F7-01EC-00C1AA43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9FC250-2D7F-E005-7596-C160DC68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C3E9DC-79B5-3E48-68AD-3164FFFE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28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61C3C8-0C91-A1C5-6940-590ABC91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69039A-4717-04F6-C4B4-E66ABD86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DAA3A9-2655-2411-A0DF-D6A1E4564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8C03A-F55B-44AA-8692-E621F04594B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521718-14BB-1239-A964-3191E7EC7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141037-1D7C-D27A-1484-F5E89E46B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AB74D-6158-4197-B615-D7021483F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474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55C3EEF-B9E6-A2F8-6293-4440C5D9462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ADD9A9B-3829-29C3-B9DD-7B8DA5D2FC8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Rc Course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2D6A61-8887-0F65-DFAC-41A9DE2C407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AF76D3-5C23-2ED0-F855-6F64853FF9B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ED4629C-2B31-760B-354E-414FD03AC1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6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051CAF-7CB3-212E-331F-5D84F6C0A12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D0EBF7-FE32-557B-5EF0-4D530F038A4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C6D1BB-076E-ECE3-5EB0-76FAEA3250C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RC Course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ラジコン・ミニ四駆コース営業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/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大会通知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rc course alert Domain candidates Confirmed domain: rccoursealert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7FBF34-567B-6D0B-D811-AB054B14D9F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C42F258-DFAA-A41B-647E-1A13038C3B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340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1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6D8B51-4993-D0D1-7ED8-08E704CC24B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B29FEC-1729-8B33-D716-7E8E77771D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DC85F7-1061-4751-BA83-79FBDC4B82F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F9896C-FED3-8037-BF52-9D640CCFAC9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3F3CB79-5037-19CF-EDE0-E6D873BB71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65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7B7FA71-9CA6-D7A9-B915-B5D546FE83E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35332A-1A16-A057-C8FA-5A230C9D8AF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064BFE-00FA-B553-0672-9DA3D4421B2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83EB66-9BD7-36D3-FDA2-8CC149AC9D0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C96E8E7-D1EA-D3F5-15E9-B2ACB57CC6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46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BE8C3C-D9B6-51C6-D45A-0DB8C9BB6CC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FF8EEF-D776-EEAF-01CC-C2C0FA69498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D38658-1F5F-5B45-BD32-FDB6C7B733C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7DC41C-D5C2-B3F4-1937-C1B8AD7C918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A360A88-AB8B-0322-06C3-3CC25508DB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42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6B3654-067D-69B2-E256-4BB49C6DD65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C208E3-3780-4342-53EE-FB8941690A0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676AD8-6FDF-2E53-2E29-9190D403857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https://syunnjack.dev/articles/rc-course-alert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13975F-F848-6B10-39D4-1B008886E74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F69BA43-04B2-B30F-CE5E-038A490E47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94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2026-07-30T06:32:38Z</dcterms:created>
  <dcterms:modified xsi:type="dcterms:W3CDTF">2026-07-30T06:32:38Z</dcterms:modified>
</cp:coreProperties>
</file>