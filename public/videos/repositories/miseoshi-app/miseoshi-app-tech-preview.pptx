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79AC82-09B8-506F-3343-3B6671410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AB60ADA-80E6-C634-1DB1-C6D2216835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688510-AA52-8C11-9CC9-730AC480D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452211-6431-F4B0-A32C-3F0B20CC4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CE458A-70F3-763C-DB02-C8F1C85AC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9897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C8C9A-78FF-2FCD-3BB8-B67CB1C9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04E0F7F-E2EF-D117-D38A-F7C661D95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23CC02-0E19-C2CB-4875-0A05A0664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884685-0D7D-E985-766D-595DB76BE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38F898-3EA9-B449-EBF5-6CCE3ADC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0382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6FCD91-369D-6E2E-0925-F9EBC1162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D64FD38-3064-DE6E-FE28-0737D5E98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300AF7-09FD-2BFF-F5D6-2FC090918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2C972C-E0A2-9E9D-DF53-595EE9DC6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2BCA97-F894-2332-EAC2-085AC2B98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5846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2CBCDE-D8C3-0D3E-0FA4-69D3CDCAC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A3406F-E979-8E3E-27BA-1B64F8D1B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416741-4F37-5DE8-2206-31B70A8BD5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FE4A958-5FB1-1B24-CE2B-9DE939563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A9938ED-705E-8571-7594-E05700101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3459169-91B5-7683-6178-66D7E4633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662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18BA31-B84B-D34A-B33F-CAD688E35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46DD6C-BAC0-DF30-2E81-9494C7A8A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BEF67DC-5F2E-5F57-0EFC-2499BA355F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15AF4D-D850-5DE0-DCF2-121D88E654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A51C1A1-0FCC-758F-ACAF-025408700A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84348C-DF28-EE85-6D8A-9D7E27032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717FB9B-CAB7-3D3B-3F0B-70E4BD5D4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C9D2092-737B-6220-4EA0-49DA3C61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7738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B44536-4BE8-24B1-3BA7-10B8F5DC2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2002B5D-E187-6878-EB0B-4C339D162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6848032-0547-0A3F-E0F0-08F761A3A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76CEF19-50C4-0879-2B96-9C076C404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5920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49BEF0D-6433-2BBD-3337-079EF0B2B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7E2C272-F7F2-8FB3-C745-8E31058E8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B4E7435-0ED7-84E7-A651-D9278DD7C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596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1443DA-750D-84BC-C342-DE5A7326D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2B6B3D-A33D-EDEA-E18E-93AFB5B46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DE7A9E-9E86-B821-5A1D-610DA88637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17D713D-C0C7-FF80-1E64-7BD812BF4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E4D39A9-EBBB-BC16-C702-95D07E8DD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9684657-1CA3-DBBE-9DDF-9661A3E1F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4843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A5D86A-DBDA-1C82-2E38-8BD83F881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598302C-4B74-2D94-23EA-68EC88F65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AB30C3-5E44-48C8-CA2F-92A4CB5A4F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18C6893-DFDE-3711-BB49-0EDAF03A1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ECD4FFC-6DC2-DA5F-EEDF-A05601BD1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9E5DB2A-6033-76B8-A6FE-38D29AE2E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8223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C2F019-8C0E-12F8-CD0B-06CEA390D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991CA6B-795E-3407-6FCA-42151FCE44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740541-766E-878D-0592-692F9776D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89569B1-F3B8-766C-BED6-34CB6F29E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24FDF-3D27-CBBD-C011-AD3691C5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925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B2B8DDA-4BED-43D6-AAF8-5405652489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E98039E-4870-7137-4F16-3C0FA21B10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8B0F92-646F-2FA1-1F68-DF6C71DD1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CDDE8-AE4E-6509-D662-AAED9BA47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02B111-2BA4-A979-9E41-9B12D9F59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14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A385B94-1322-2E2A-E892-324E48ED5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0FAEADF-48A8-AFFA-7078-3B1CB4F0E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5134CC-34BF-6F0E-AB7C-486E69118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3F318F-0286-42A3-B4C5-AF963E0EF8C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F79DD2-17D0-68F3-98AD-5254E5C0D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407532-384E-A6CC-537B-0AA2BEA48E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235A59-D3CA-4A18-84D9-4CB90E6C5D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3955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B224A56-C1DE-68BD-FA15-14BA55CC069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795A6CC-FB85-A510-A24D-2E88C8B23C6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Miseoshi App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24FF47B-563A-61F8-357E-AB122629927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E335708-4721-0EC6-187F-739EA8722A9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8CE46DF-8E7A-7C27-52D3-B777336368B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4057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67CE4E5-1F88-9355-F6A5-137173C5945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4BE9F6A-1D52-1498-49DF-920DD92D301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049EDFB-52E4-1D2E-DA7D-93B6542BA1C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miseoshi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お店とファンが来店後もつながる、業態横断型のモバイル会員アプリ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MVP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1D4B51E-B3BA-3FB9-6522-3DFC02BF9C7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3A370FA2-CB90-474B-5375-D8F944C7CFC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4134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4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8328A0C-EA15-5CD3-B7F2-6669EF559EE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C8DC2D8-B8AE-E44E-DC09-7BE73316729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69AE7A-C727-B412-01CD-D8C05882B6E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DA9E16-70D4-DA0D-83B7-CF02F7C9B04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0343DC90-1FC6-4FC6-34FE-7CFEB32DDF1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159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2123447-4BAE-586C-2764-2B90A5F00D1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1BCAB6-A622-43BC-1D30-5CC0330C62D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B99C78-2A4B-5762-D824-C7A5ACA2AA5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792B269-FCEB-38BE-B869-8E362E8DDAF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A3D58EB4-5DBF-96D7-944A-C900EE2709A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7870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8DD1AA4-F2BE-BABC-172A-F05D38D5234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16CC686-04E0-5A3E-FFDC-5202185C336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CDB5E17-482C-7C83-2319-803B97391DA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Route admin domain to management console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AE2430-76E7-4D82-006A-B7296B52330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E97D094E-14B8-0597-43F0-BE16F70FB18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1952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5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1030A0-426A-8D49-9D67-BE724734C7D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6B1C0CB-BFE2-6955-157B-F47074DD1A8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C597D8-691A-9C93-06B5-F977E145758A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https://syunnjack.dev/articles/miseoshi-app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93B091-57A9-1F97-F1FA-83807FF5DB4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B94ACE8E-AC20-453E-6F94-0B18C25B1B0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7233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2026-07-30T04:31:12Z</dcterms:created>
  <dcterms:modified xsi:type="dcterms:W3CDTF">2026-07-30T04:31:12Z</dcterms:modified>
</cp:coreProperties>
</file>