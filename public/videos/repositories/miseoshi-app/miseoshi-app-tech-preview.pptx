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D67C19-FED2-6022-8318-2173CD7935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A2B55E5-254D-F405-6038-FFAD7AABDF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D37C77-80AA-2783-6818-288E9D851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B06E5-7D3D-4E91-9485-314C13BE2CD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0B60443-B6B2-A73D-DD51-D5EC65805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839BA2-6C4E-4C76-2258-161DE5D54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249A-52B0-4A96-8A09-0420A53F28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6044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ABBC2D-6684-F1E3-809F-2B99ECFB4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83E10A7-750E-8F0A-1440-5A475EEC3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7F1477B-6547-ACC2-462C-691686E8F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B06E5-7D3D-4E91-9485-314C13BE2CD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AF44AF-0ABC-E140-126A-95ED7944A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C04B0D9-0EA5-665F-AD97-FD29D3B1C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249A-52B0-4A96-8A09-0420A53F28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6217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BB360D-38FD-CE27-A974-CC8DBDFD1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522F22A-FDF5-1246-654F-347204C2CB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DD362AC-5AD6-8EF6-CD07-AF548022E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B06E5-7D3D-4E91-9485-314C13BE2CD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9050C34-8C7A-0A93-68A2-DF4800F88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9E4C54-11A5-55F0-9E83-4199A0A74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249A-52B0-4A96-8A09-0420A53F28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3899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AAC727-A4C3-1D9D-EDB8-D20DD0100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799812E-A6E7-AFA3-7662-214D658DCB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7BA85CB-E33D-E96B-9158-4D8867F60B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A6E1542-C147-C1F2-17C7-7FA8399E5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B06E5-7D3D-4E91-9485-314C13BE2CD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394A62F-5389-21FE-BB02-E5E84DEB7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06EED20-66AE-6DD9-69C3-301271F38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249A-52B0-4A96-8A09-0420A53F28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3218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5CC191-CE5A-499B-7294-CE0AE9161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3170334-0785-97FA-1382-9E96220E4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083B2C3-D4D4-03CC-5582-5E9E24D09D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AD44B97-86D2-ADB8-CD9B-88CF71DA0B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0F8A319-2CA0-8E29-CFA6-EB028DCF5B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AB282CA-CD13-ED7C-12E8-6B7B73434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B06E5-7D3D-4E91-9485-314C13BE2CD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7393137-20B2-5988-815C-EA1816E04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8C945F4-DDF4-1BBD-4F33-96CA9ECA3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249A-52B0-4A96-8A09-0420A53F28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8832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FB16A7-FAD3-D7F4-F4AD-825C55FC8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EBB94D5-A7EA-0430-6A50-682EFA482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B06E5-7D3D-4E91-9485-314C13BE2CD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BA9528B-CB0B-A512-5C74-6CFCE320B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827C2CF-FFDA-6BE3-62F6-8605F2BA7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249A-52B0-4A96-8A09-0420A53F28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0465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4B74881-F91C-B476-E0D9-CF5098486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B06E5-7D3D-4E91-9485-314C13BE2CD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9670C96-7417-3DC9-4F09-36681D104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678A6E6-9DF2-ABA9-367F-F85354B0C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249A-52B0-4A96-8A09-0420A53F28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3208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D296B0-4E0A-FAED-3A33-AD7391DC6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CB020D-5942-17D2-2778-1CE62CFF5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177C927-7512-2BCF-C36C-D2496CA1DC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48A5FAE-8E7D-54C4-EC8D-5109FBA62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B06E5-7D3D-4E91-9485-314C13BE2CD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3978172-E9CC-7586-F88B-9789FB340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2990AE1-3871-F885-EBEF-E625EA56C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249A-52B0-4A96-8A09-0420A53F28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6552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6B2D9E-4342-A4E7-0C06-13B9773BA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01C06B7-D93F-6400-A2AD-78CEE71E3E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30838B6-7CAA-FD16-276E-A30D81A4DB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0CC7616-9DFA-F2F0-0360-11CF5E3E7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B06E5-7D3D-4E91-9485-314C13BE2CD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0A9379F-D42F-6087-A6D0-26C0CCFCA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BD01A3C-2968-7504-9084-98677581D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249A-52B0-4A96-8A09-0420A53F28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1980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AFE601-9D64-2C96-4C95-6239DA009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6EFE1FA-0756-67B6-B11F-BE0701B1A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89E8CF-EE04-4051-D337-248537FF3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B06E5-7D3D-4E91-9485-314C13BE2CD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1F92E5-6A0C-C603-F248-29E015DC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68B02E6-F152-518E-8F93-B49CA2DF2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249A-52B0-4A96-8A09-0420A53F28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2521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345C7CB-E60B-7B9C-72DC-F6E815B2BF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96AA584-1EF2-A432-7615-C295DC0337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AEE978-0A68-8887-F1A4-4F6D74736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B06E5-7D3D-4E91-9485-314C13BE2CD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6F2C40D-CEA9-70DB-6DF6-BDEE60C91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5B9E91-808B-C9DA-6214-3BD3ABD0C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249A-52B0-4A96-8A09-0420A53F28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7796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B86A4E3-0B80-750B-E3CA-B89DFA5F5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8608FE2-005C-8F9D-39E2-08FEE3E84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39F9F56-0E83-0649-7C73-5CCF165A19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4B06E5-7D3D-4E91-9485-314C13BE2CD6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29F4E12-564C-0912-A6AF-6283854375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267492C-5160-9B0A-1ADD-87DA1EB697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45249A-52B0-4A96-8A09-0420A53F28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46869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F581CFD-1047-02AF-EC22-B6FCEB33531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595B077-6F0E-D9FD-8A91-DD03ECF7B20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miseoshi-app TECH EXPLANATION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FE3718E-C871-E403-292D-5A1387999102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Architecture, implementation and commit history in 75 seconds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3D0ACF1-285C-B89F-3A20-37B21504370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3CD1A7A8-E705-BD06-1DF4-642902B3E03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2003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1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69AF1E3-B2A1-4B8A-4533-A9B86A6F3EB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932BDE2-54DB-10BE-9DCE-ED00A15C7CE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WHAT DOES IT SOLVE?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948B056-4F42-06A8-9BAC-22D1E5917721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miseoshi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お店とファンが来店後もつながる、業態横断型のモバイル会員アプリ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MVP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です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6A34ADF-33EC-1DD3-E4DE-54F871643E4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A786D2CF-8A3F-AA06-DF8F-DB5E13877DC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8136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4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D2681B3-F1BC-9B8C-E699-6DFD9C89F0B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97355AF-65A1-1477-472F-7B7643CFB24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TECH STACK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6261FD2-767D-C6D3-9C3E-068C02DE3C01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Primary technologies: TypeScript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EF41D36-0BF8-75B3-E278-08026B62DF4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9E203B4D-E465-C34B-F3E5-E148459B348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9276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0"/>
    </mc:Choice>
    <mc:Fallback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8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29C7FF4-EACC-FB9A-67F8-F17FBC77578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859AF85-4A90-C675-3A0D-AFA926F63EE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REPOSITORY HIGHLIGHTS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647508C-9ADE-C8D5-7BC0-5A3F9369C9E8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Public source code, README and commit history reveal the design decisions.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43417F2-CF40-E3BD-3863-51F1803CF6F0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F0E6B139-2DEF-A03D-F55F-B5F4D097B17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7541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4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D720B20-6F5D-5644-6658-9A6DEBE9DD8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BDFC8F4-BD21-718B-1467-7B2DC2C94EC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ITERATIVE IMPROVEMENT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400D09D-51DC-EBB0-D9F9-1C3D6480B2DC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Small commits continuously improve features, quality and release readiness.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D9A92B1-11E3-476B-2E89-3667857592D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A38FEC83-AF0A-569F-CBED-ED2CB58751A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3949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5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DC5689B-EA98-324C-80FD-7A16C7F7286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4B4D28C-A0E0-F27A-6D6B-97440306112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READ THE FULL ARTICLE</a:t>
            </a:r>
            <a:endParaRPr kumimoji="1" lang="ja-JP" altLang="en-US" sz="34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6704E56-0C7A-28B6-BD9A-C11E26862AB0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sv-SE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https://syunnjack.dev/articles/miseoshi-app
TSUMIAGE LOG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66830CC-88C0-8395-1126-4657A9D5CE2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361A24E2-9194-DD77-A0B0-1ECA014CDB1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9650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2026-07-30T04:15:14Z</dcterms:created>
  <dcterms:modified xsi:type="dcterms:W3CDTF">2026-07-30T04:15:14Z</dcterms:modified>
</cp:coreProperties>
</file>