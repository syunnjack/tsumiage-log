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631983-3B61-7C80-1F8D-15E85D58C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663A657-8679-BD0E-51F1-CDA536EFF5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92DDE5-AAAA-024A-245B-D95A2CFC0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292C-6C7C-40C2-9CE5-6319425457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DC307B-5304-AF94-51F4-FE4A8610A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B45C64-0C6F-B3CD-856E-FB0FB34EC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E4DE2-859F-4B3C-9FA1-A82F1A60F1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3347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012AE8-FBDE-B7BA-BA5C-18C77A542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EB3D05-C866-5B09-6EA3-B11C54F26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7300FD-96A3-DEE6-206C-6A0286E1D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292C-6C7C-40C2-9CE5-6319425457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ECC9934-60DC-7DBA-0275-D88D03742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952775-21E7-07EE-CBA0-16F369BC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E4DE2-859F-4B3C-9FA1-A82F1A60F1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541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B60689-F5CC-477D-6CE3-89EC00A8C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04BD2FF-C99E-3BF2-41B1-F10FD31C1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2E56E9-394F-14BF-27DD-FF418A62A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292C-6C7C-40C2-9CE5-6319425457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C864C97-0058-7D44-F990-0FACE1F54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CDDF3D-2E38-EEFF-D09E-91789160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E4DE2-859F-4B3C-9FA1-A82F1A60F1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8393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EBC2C8-9AE2-56B5-D01A-5606DA848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47BC12-CFB8-61E7-E54D-BDA7F9B7D3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1AE6901-D81B-B406-2529-266ACF88A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B9510A1-CB3D-8CA7-2791-8AA8859C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292C-6C7C-40C2-9CE5-6319425457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816A6D-042F-CB64-321D-94B2E5146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0D2FE00-C94B-A09C-A598-758559B21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E4DE2-859F-4B3C-9FA1-A82F1A60F1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2802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429E79-03CB-E9D8-02C8-4BF18AB01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8BCAEC-2805-BDBC-ADB9-4A2D1097D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F38A3F6-0999-C520-A265-CFAE7BD3E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D8B7A2F-517A-94C8-EDEC-7E14B0F5BA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2C2D615-6145-DC1D-26E6-1D4880D813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F29149-7266-0DBF-1FE3-310065C05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292C-6C7C-40C2-9CE5-6319425457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B7DBDDF-948D-9A8C-F61C-7381AC409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A49F5BF-AE0F-3587-9E92-1390A9858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E4DE2-859F-4B3C-9FA1-A82F1A60F1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9809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25FFAD-E4C9-44C5-FD6E-0EE8A2718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982F9D9-C34D-27A6-71C2-CC87368FC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292C-6C7C-40C2-9CE5-6319425457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417F9D5-FCD2-7124-A382-CEB992D25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092C925-65A9-6C88-45D1-C0B7EBA7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E4DE2-859F-4B3C-9FA1-A82F1A60F1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995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5DA34E4-9A2A-31FF-FB94-39940D4A2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292C-6C7C-40C2-9CE5-6319425457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F5F8820-E7F9-867E-F439-215F37DDB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BC5D0C7-E390-8FD8-44A9-39C913839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E4DE2-859F-4B3C-9FA1-A82F1A60F1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2381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007B8C-9F47-80D3-BE9F-487A94155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9D4D0A6-D67A-E6DC-0BE1-DA6A41CBA3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895831B-71EA-E7CD-2AF4-75011C43B9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0EFAA0-F151-AC0A-7AC5-C748F2E86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292C-6C7C-40C2-9CE5-6319425457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E4E16D-773A-D9B1-1CA4-906E299B5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8FF1F24-4D10-D60E-277E-2A457B153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E4DE2-859F-4B3C-9FA1-A82F1A60F1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74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3B0311-FBFB-221F-7B59-3D1ACEFDC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290D6FA-333D-C502-5FAB-E9B77E7CC1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F9152FC-0621-BD02-5F34-B54F1A60AC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81EB06-3DC3-0A43-D6E1-7DD283E52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292C-6C7C-40C2-9CE5-6319425457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F175BD7-0B26-4F72-BBBB-500A694DE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BE587BD-1618-3803-45D0-69F7F1A51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E4DE2-859F-4B3C-9FA1-A82F1A60F1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0297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CD6239-0015-CE1C-A1B6-85F7CF1BB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B1F186C-DE7C-0D1B-99E8-E61610527C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2B7F7A-D2CD-B68A-B3D2-776F599A6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292C-6C7C-40C2-9CE5-6319425457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608E6-BB74-91BB-B3E5-756BDCAFF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919AEF-8504-02B9-4ACE-EA9C19D31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E4DE2-859F-4B3C-9FA1-A82F1A60F1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5144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C6BC40F-2898-C24C-3673-2776D9F1CD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15CA1F1-7C3A-44A7-8272-ACACB6A622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A9F0A-9F8A-66B0-BE37-70F8A21EE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292C-6C7C-40C2-9CE5-6319425457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C54C21-733B-EF68-1197-01B5D7449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56AF403-5501-FE9E-967B-A24BCAA90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E4DE2-859F-4B3C-9FA1-A82F1A60F1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9645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F77954E-6A16-DADE-4BD9-267304274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EA52590-EDA9-D081-E1BE-EF4CB0F8A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8F1C7C-549C-E8A2-7874-E7006B317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C8292C-6C7C-40C2-9CE5-6319425457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19F2B9-05DC-50E1-DF3C-B0DAC54040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8D274D-B32E-5DA5-5BBE-7A029AC989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8E4DE2-859F-4B3C-9FA1-A82F1A60F1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292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3A53C31-AF79-2EF8-432D-D35E38A3DF6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5A5A459-04AC-8743-5EB6-8734DDD26F6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Ai Tool Diagnoser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92A8C0E-FCD1-50D5-566F-1FAADAADB6B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6D5B507-D0EF-C977-E92B-0A827C6686D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D6B81FCA-94D9-A500-0A7E-FB3CFB65D79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1216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6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84E5F4-4CD8-4326-83CB-F0B9DB6A473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2CC03FB-C8BF-85F9-6E17-A986EB7CDB4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F912046-2B03-EEEB-37C8-C64EBB5C7B2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Ai Tool Diagnoser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の設計と実装を記録したプロジェクト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72B0A07-9235-07CC-3271-D58436536EF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7B3AB386-B85D-5756-EE47-4EF05D82C26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7949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2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73EB9FE-9DA9-A57B-3157-ECF9476017D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F170765-F1DC-D908-2B8C-861716A4844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6FF0F8C-5FFA-94A0-CD8C-C67489FEE1B2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Astro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77CAD4A-5F8D-2128-326A-ABEF679A2FC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CA5EFDBC-3391-806F-175C-633FFD45A32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5061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00"/>
    </mc:Choice>
    <mc:Fallback>
      <p:transition spd="slow" advTm="1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03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956E29F-9CE3-6D73-1D92-89D7D9E2D13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474B90F-D8AC-A569-7C7B-27208BC98AE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3D4F82D-EC06-C581-49A9-A47FF06B46C3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astro.config.mjs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29E6C76-73F8-FCEC-D98B-3BF79876F6E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A272DBD4-424A-620D-3023-E654A1B2EA0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3572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6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FBCFB48-C058-ACAE-54BA-0424177E354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AFD1FB8-818C-9E81-7947-DD4BF39984B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E062CC-E345-8AA5-D694-E297B23B7DB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3E0C7B0-453A-E97F-4212-0D1A1C4A0F8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54048FA2-6D41-795C-8D79-CF65E843448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1874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EF77BF-C026-2FC4-7118-DAFDF39784F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A55DD7B-4311-33A3-3094-51826F6F918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1AE2716-5D8E-CD7C-E34C-6AD3DCC11B73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https://syunnjack.dev/articles/ai-tool-diagnoser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B9AA667-ECCB-8488-103E-7EB252A33B1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3F5BE5CF-49FB-6504-8AF7-5D942CC3BA3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6702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177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2026-07-30T12:48:33Z</dcterms:created>
  <dcterms:modified xsi:type="dcterms:W3CDTF">2026-07-30T12:48:33Z</dcterms:modified>
</cp:coreProperties>
</file>