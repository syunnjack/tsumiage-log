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8DAFB3-6A0C-ACE7-AAEA-E9E143301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B60306-9195-CBFB-EE81-A32FEA040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3A9DDE-0DD2-D2F9-4B5F-293E1F13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06B286-6D2C-B26D-4182-7833F136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2BF049-DFBB-0EF5-53F5-68C0411E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905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11D342-FF6A-0232-1456-1077670F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E783C0-3487-F9AA-4646-518573DB1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1BB962-1B99-648F-A274-B0982D56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B1C0C2-2BB3-61F3-C9D8-A785D6B6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38BE34-CFDC-2C60-AFBB-540AF116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78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5FBEFE-5244-7965-2919-F9F30EC26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570DFA-9A5D-E692-1203-0F119093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2691A3-5C72-78A7-0523-60AF9F62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5A4A9C-ADF9-5C84-ADC3-D59F1552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16B62-17C7-795E-B2C0-BB14A2DFF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5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1E099-A319-66B4-2F08-B7392A32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2DC973-3459-72DD-9933-C88708316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978BE5-9245-DC64-84B2-AB6A78ADF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D2350B-94C2-031C-6D7C-0C9E1ECD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4DC420-26D3-A00C-8047-19620A97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FE4EBE-9A96-62AF-0D64-A0C709CB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823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26F41-4CE3-FCD4-FC31-DF6A69D9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E9147F-E42C-6F17-AA3F-13D146C8E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03A910-CF8B-BB7A-B7CD-89CAFAA1A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4FAF227-6520-2CB1-AE9F-A269DAA19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0B9B9F0-8DBF-1B31-B96A-B28461BF1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9AE48A5-2F2C-1D3D-419E-C159B26B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D7D674-95D6-5C5D-78DD-A375FC9B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972764-F40C-9089-DDF8-B3C40836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11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51F351-F52A-0B02-698D-8CE17C9F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A3EFDA4-EC31-E9E6-0634-A75E9B7B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3B4B61-8915-D3D2-4989-3D23677F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8C52FC-06E3-F99C-376F-B30C4924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390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726BF0-F595-70BF-25C6-308DF168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99C8DE-FD72-88D6-BF33-4EB54A6F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91236E-4A64-1618-1FCF-456A348C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03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AC60A3-8DE8-57D7-6C36-7B69A15E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63282A-BE4E-E8B6-5749-E431EA049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1A3D21-09FD-C850-8E8A-53EBB1B8D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56D9B4-99B3-3D6C-FE6D-C7778063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17C1C2-E98F-D4A6-E8F5-458DED83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498DBE-4770-AB46-9D4D-5C0ECBCB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74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58CDF2-CCBC-37EC-4097-FB525C57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91CAE1-9779-76A1-98F2-E428C5B0C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F8FA6B-3E97-9917-2DC0-9BE9FC3E2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6E9AE4-094E-8D91-8611-A14407F2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667F39-3263-E6B3-7658-B7582A06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4625EE-DBD9-E457-A04C-A91AFCEB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306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770DD8-7448-FF0E-E546-B43D371B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CB528C-31B9-7E4B-E2A5-0A1024907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6E3675-0D1E-F6D5-A094-2175E7CBA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AD1C2D-F5CF-CACE-3AAD-72196F71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286B8-6C1E-DAF8-275E-E6BC62FA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20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FDEAFB-5CF4-ABF5-0F46-8B6E021ED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282DE2-35B0-0AA0-8F4D-C547664F4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9CDDCD-980E-1501-F489-366B204C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64681C-A18E-3C31-A1BD-2A05FDD2E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BD3D83-00C1-8D2A-050A-FFF5DF7C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769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A9FE70-9702-A406-2855-BEBBE5AB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BF5B3F-D33B-BAE4-5B14-65DA480D6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2CA16F-6BAE-197B-4085-FD6DDE98F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14CDA-7F90-4E7F-8C43-D97DD14A155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DCB2E3-4247-445E-EAE4-469072F97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DC8318-D4DC-98A4-E84F-95422A1FB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CB0CC-B54E-42F5-AFA5-86C7A7FC4A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90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AD510A-C336-681F-4B5F-1C1C11535E9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E77369-0FF3-A131-C5F0-B87442A9329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Ai Tool Diagnoser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DFC1CB-8AB2-BA00-78C4-950966A893B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F30DAE-7438-C366-9DCE-E8DFB9210C3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FEC56DB-0EC9-F6D6-1C07-47CC84FD53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14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319FFE-9131-7146-CF7B-B6853F1716F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93ADD5-1A95-E33E-2412-48B66A8078A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37B583-36CF-F215-9489-465782E0236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Ai Tool Diagnoser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AF73EF-BD34-BF38-9B33-DE3148A1F8F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B0D0F65-B6FC-6D9D-AB4D-C794FF8F52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82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586DB8-06C7-8490-7431-6BAA2708C42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E3ED35-60FB-0BB1-B136-116F0FE58F6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352CB9-6504-873B-7822-FC09A0ED787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Astro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76DB19-3A84-EE8A-144A-EAFEC2F6AF3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38EDE3B-FA13-3443-4CB2-733290FAB1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58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5A40D2-CCC4-2660-8CAB-1AB8C49BA76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83AC70-77C1-C792-FA66-6CAFE7FC531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3E75F9-3C73-B9AF-7C67-83D9BA58F0D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astro.config.mjs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69DB59-0C58-2308-3D54-8FD3C23BC2C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529F32B-FF08-E46D-0FE6-EB994454CD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85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6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23F86B-39F9-34F4-2DD8-34D9BE75177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91970C-8CA9-B159-E133-93831769ED6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A4B8AD-018D-CCB7-EDFE-3320970EC55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診断結果ページに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シェアボタンを追加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BE00F4-96C7-21B9-CFBB-8445FA29139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D50C9DD-EE09-145E-B387-D3285942A5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2DDA9E-887D-9CE2-4F49-BE80392ED4A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1A6A3E-FEF1-8D0A-4728-5E17B04038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76CAEE-12D4-0781-D88B-BAE0DB41567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https://syunnjack.dev/articles/ai-tool-diagnoser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0EDA38-96BB-73BF-1A0E-DAD8433103C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E71A70A-81D4-696E-F05D-539CBF635F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74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2026-07-30T07:25:18Z</dcterms:created>
  <dcterms:modified xsi:type="dcterms:W3CDTF">2026-07-30T07:25:18Z</dcterms:modified>
</cp:coreProperties>
</file>