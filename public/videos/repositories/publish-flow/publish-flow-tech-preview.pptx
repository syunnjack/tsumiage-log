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3AA72E-026E-CDC7-B8F5-8DA092206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EECB441-DBE4-2270-D9B6-1E1E663961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C58071-C91F-548D-7B61-E07C8B4C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9B70-97B6-4B28-8800-3130777E9B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ACE75F-9FA6-3F54-D139-D4E2F002B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3663A4-0063-2EBD-AAB6-F556D3124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425DB-688B-4482-AE55-6B201D9BBE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6535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CDD8DA-3F63-922A-47E0-E9A89142F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C54F19-6FE5-4580-D644-C203EBDDC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2CED7D-4171-F1B1-DC02-BF9D209F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9B70-97B6-4B28-8800-3130777E9B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93035B-0960-9E4C-CD8C-624C6BDA1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85DB2E-ABB9-CA57-9AA5-982A1CBE3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425DB-688B-4482-AE55-6B201D9BBE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4419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F9F06C-6663-02FA-A422-3638179E9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6448031-5332-4B1D-7194-2D82E60FF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E1969F-BBC2-D9E3-C883-4C4CA3BBD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9B70-97B6-4B28-8800-3130777E9B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D49346-39A1-C60D-F25E-EC3E8D19C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E9B592C-6995-93FF-9FBC-55FA163D2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425DB-688B-4482-AE55-6B201D9BBE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1284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6A0FF2-2FEA-FAA7-09EA-100E3714C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CDF375-5F82-C486-F665-C484E2CDE0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1C65D49-5547-A400-0DC2-2A4D4BE8E6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A46BBB-6D3E-52B2-2FB6-A6A643FF1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9B70-97B6-4B28-8800-3130777E9B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1729024-4652-1E2E-9AF5-208565762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340D9B0-40BB-5B39-0702-FB65241D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425DB-688B-4482-AE55-6B201D9BBE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4967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A3E95A-DE08-4EC7-EC28-AA9936489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AC2265F-2474-B8AE-68F1-8B665252F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5BD6D8B-F85F-A111-7C47-1590B457D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60050B3-AD29-74B7-6A38-1268007F03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9B9FB9F-B26F-2A5A-599C-11FD42688C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43FD064-1922-6D00-C850-9A9251FBE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9B70-97B6-4B28-8800-3130777E9B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85D9E08-1AFD-632D-7CB0-BDFF51554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7D30258-EA66-8E9F-C3D1-241C8D223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425DB-688B-4482-AE55-6B201D9BBE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916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CC9FFC-1CAD-4AF9-055B-CC41A92CB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876882C-B170-021A-1496-1D5B3EE6C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9B70-97B6-4B28-8800-3130777E9B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D08E73E-9718-BD96-DA01-327DDFCF3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411E672-010A-84AD-0A08-B968DBE79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425DB-688B-4482-AE55-6B201D9BBE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034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A49135B-6CDE-A9B2-92DC-7D620E5FB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9B70-97B6-4B28-8800-3130777E9B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963219D-EBB4-653A-E44B-065533FAB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58255B3-96CC-17FA-97FF-AE299FF39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425DB-688B-4482-AE55-6B201D9BBE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5288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CB3B75-D2E4-6C2E-9B0D-1B5DE8E7E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4C1CA6-95E6-BC59-A012-F6C2A80BA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CE08B4F-36FB-C10C-370C-E8383A726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2182E9B-81AE-F849-A4BB-78E7B0C53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9B70-97B6-4B28-8800-3130777E9B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F76AC80-4320-67D4-B2E4-B8C7AC86E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F5EF6AE-B394-95D8-D535-FBE2D186E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425DB-688B-4482-AE55-6B201D9BBE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5388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7DA72C-3EB8-E266-48F8-8B1F02225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5A2D828-B88F-085A-2D6B-2E7ED94626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82B5265-FFA4-5132-4F34-75327E89AF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068D902-3265-1628-367B-5AF5F139E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9B70-97B6-4B28-8800-3130777E9B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47D4D62-935B-CE19-FFF2-B4A5353AF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B129958-133C-E733-1F5F-6C5FE8FD8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425DB-688B-4482-AE55-6B201D9BBE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5304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2AF9F5-7DA4-4B16-73E9-E3C378E70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9A4170B-5A23-6CD7-B054-53B30FC25B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903060-5427-F2A9-EEBB-17C9C803A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9B70-97B6-4B28-8800-3130777E9B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7732F6-253F-9EE4-D0CE-13383F9E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F1FD4B-ED36-F70B-93AD-3B74229C4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425DB-688B-4482-AE55-6B201D9BBE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434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02B03FC-C835-CE26-0E11-64650FD075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23D2101-2B0C-D53C-0EA0-E06C53E012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8056B3-BB99-A5CD-ADA3-180DEFEAD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9B70-97B6-4B28-8800-3130777E9B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4528F5-EFC8-9122-DB04-6F8D1DD82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E614AD-B343-9D9A-3156-5FDB06EF5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425DB-688B-4482-AE55-6B201D9BBE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0454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97070CC-AAF4-1825-9909-8C7BAF46A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96E52CB-FE1D-F99D-6B6A-9943CFB8F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5A466C-53E2-7838-535B-9BC0F22EF0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D9B70-97B6-4B28-8800-3130777E9BC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4B90F9-BD74-506A-DEAB-D8C1F6055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2E7C94-338B-5F52-B973-B18FE6495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4425DB-688B-4482-AE55-6B201D9BBE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3526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19C8582-06F4-2609-0E2D-6983C7F899E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BD1429A-4419-5F37-0082-63A95EEC767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Publish Flow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3F62819-6D9A-BFBC-84C4-7A086F55F9D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6D11A72-7A95-66A0-9AE8-B7BA4A2EF29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6ACC1532-F8EE-6281-FFDD-27A0772529C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308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2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ADE6959-6B16-C093-56CB-A3A505D05FD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BDCC1A5-4628-DCBB-FF36-0BB05385B4D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53F17EF-D9A5-EAC9-66D5-886F42DDE1D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Publish Flow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の設計と実装を記録したプロジェクト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1A8AACD-B4D4-345C-3A57-9F6E57ECE3E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BF9AA59B-030A-D571-5262-4177FF43283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7514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9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77F5801-3949-F15B-9203-DBE78BC8F27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4FBC370-7470-A347-7D9E-A9B077F406F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01AEC53-BB88-F379-2BBD-51F002BD9AD6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主要技術：未分類
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3E46A90-2652-FFC0-8CFD-9F02CCD8C5F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DDBA6991-EFEC-5437-4C2A-01F34F17454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7616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213BAEC-BA85-11B7-9F28-9BA8EA101D9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FA318EF-AAE9-AF63-CA5D-61CA477CB8C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62857C2-E470-D1BE-28A7-B95F71CE8562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主なファイル：主要なソースファイル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81ECA45-E305-2A7F-70EF-0E72A299E7E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64D9869E-D484-F5D9-3D85-D1484B6235B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728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816E6BC-430A-D84E-B1AA-CEB3FE89E9C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ED7A9EF-431A-AD01-391A-802CB6C1ED3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774A3D2-A4F8-189B-3A2B-5E3D5929722D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Initialize repository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112DB77-551D-00AF-9FC2-E7BCA3DE53E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A7B4770B-81E5-E7E8-0EFE-8F031B07EB1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7718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3575E82-3CB9-BC5B-4263-F7E1F1A5426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EAC11E7-1D9D-D6D4-3263-C27CBF6669D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0F7F0A4-4D2C-79F7-9B88-08AAD8789A78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https://syunnjack.dev/articles/publish-flow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E2501C1-E4D1-62AE-AD65-2FB4FCB7B80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A23F1B2F-CB02-8A62-030E-F150516AD4E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079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2026-07-30T05:05:30Z</dcterms:created>
  <dcterms:modified xsi:type="dcterms:W3CDTF">2026-07-30T05:05:30Z</dcterms:modified>
</cp:coreProperties>
</file>