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D837B3-CD8E-D15B-F808-0D9693A88E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440CE77-C096-56CF-43CC-8CBA1B57EB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B0F50C0-C078-9FB0-D8EA-2DB2B0516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249F9-574B-47D7-9E89-11B34E8CE9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95CD20A-F556-3E2A-225E-6486E851B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45ED398-CB2A-A37F-9938-372373C25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4C583-414A-4C59-9A3C-B49240DB116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21919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49224D-7E64-C772-4A6B-EB0A141F0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DCBA649-AF13-853B-3F7D-31D94F35E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C07A8DF-CE2B-31B0-5122-0AA822173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249F9-574B-47D7-9E89-11B34E8CE9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E88D951-9802-EB11-2ADD-F3A97EA06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9164E7C-6C18-FA34-8743-722F17AB8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4C583-414A-4C59-9A3C-B49240DB116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305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EED3F7-295C-0512-D6AC-4295B0F35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3DE976F-B5EA-CBF8-6740-F32D17B6E4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C1EBC7E-0330-B6FF-BAFC-4B5287566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249F9-574B-47D7-9E89-11B34E8CE9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CA502E-35BA-5E50-DB08-3318FC592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13AA5B4-CE38-8AD9-845B-F074D7814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4C583-414A-4C59-9A3C-B49240DB116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0341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DB7A88C-1618-6D32-FDBC-6AC97E080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C0A2725-3C03-B353-6F05-CFC796431B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6A36138-BB7B-1A26-7188-4EE69315E9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9EBEF82-ACFF-3336-C700-65401FC17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249F9-574B-47D7-9E89-11B34E8CE9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D7C4145-DD34-4AE7-049B-06B8D6D53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DDE64A1-618C-AD29-6AE1-9F83A8CD6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4C583-414A-4C59-9A3C-B49240DB116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12361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A3378A-1E40-228A-8314-8DE23E8A0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459D284-8805-2D2C-71C4-9E47653A0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7EEEC87-307D-1E7E-0E6F-ACB7F5B531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F8F968F-1250-7F01-4499-164F0E24B3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21C7C50-81DB-5EC1-8960-40CBC6641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E649266-4909-17AA-1103-B6F85EDC5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249F9-574B-47D7-9E89-11B34E8CE9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228DC8A-265B-36F7-D3B5-C6C63F63E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0C21F45-F327-008E-FD37-98D544B5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4C583-414A-4C59-9A3C-B49240DB116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405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2A5324-32E5-E68F-61E2-1FFC25EE7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5FB3942-7890-FBD6-0A9B-800FA9C9C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249F9-574B-47D7-9E89-11B34E8CE9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54D4256-2C97-8703-B70C-5E5520FFA4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3E75CD8-957D-A890-6869-F9595250A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4C583-414A-4C59-9A3C-B49240DB116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0949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AA1919F-2C30-E384-9E5F-B8289F2E9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249F9-574B-47D7-9E89-11B34E8CE9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49AE556-7FC5-9724-1B45-90F29BB4D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F46454-1CE1-4501-6365-5E369B6A4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4C583-414A-4C59-9A3C-B49240DB116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2549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61AF49-DA0C-8788-B699-80C77C9E5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829F98-E9F7-39B2-4584-2522BEC13C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348FFCA-5CEF-2C21-B735-30406944C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D1F818F-B11B-B709-F790-F376754D6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249F9-574B-47D7-9E89-11B34E8CE9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595B1CC-7110-0806-3DEB-6087BF00D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6D4460-1E64-E28D-9037-56F3459B8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4C583-414A-4C59-9A3C-B49240DB116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4856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61D8E4-2D87-6806-1166-2E1B614FE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989A4E2-794C-1150-05A8-255DA26A8F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4BE922C-8825-72DA-92ED-34558BDD53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60D8044-73CE-6014-23EA-48251C015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249F9-574B-47D7-9E89-11B34E8CE9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62DD2B5-6ED2-1BE7-3E04-5D0549A204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D68F049-AFBD-8502-FAF2-6675530F5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4C583-414A-4C59-9A3C-B49240DB116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3224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832C20-0F9F-A5EE-FD0B-B5B1CA61B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1A4A060-3DC3-AC6B-5027-D49F035618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996322-3804-C729-B93B-B14726AA24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249F9-574B-47D7-9E89-11B34E8CE9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909F15-E28E-BC2A-1301-1A36094F65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B8E4187-FA66-578B-A325-963C54149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4C583-414A-4C59-9A3C-B49240DB116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7452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64D7F2D-01EA-D3F9-F986-F1B0E24B03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FFEDDBA-874E-4168-5D4D-559D09B912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A4840C7-BDF0-F2F1-C97C-CE3674781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249F9-574B-47D7-9E89-11B34E8CE9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357BA83-A17B-6826-BF4C-10336139D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D4EF23B-8256-02F0-B3EF-EACE16034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4C583-414A-4C59-9A3C-B49240DB116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157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7778CB3-4C72-DDB4-09FB-59A48DFC9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B978311-7C72-2682-FF82-DF484E0B0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4D238BC-B30C-B71A-BD45-41D45D9140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7249F9-574B-47D7-9E89-11B34E8CE9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F9BCDA-3FA3-55D1-1976-FC0DF50337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35A627B-0320-0F5A-A33C-5C5F9A30EE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4C583-414A-4C59-9A3C-B49240DB116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5648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D63338-F4D3-513D-9281-86CB871FAA7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274214D-0A5D-7167-357D-C192E460716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Prize Stock Alert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29055E6-5BD3-4F2D-F847-17E265CFE359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8F286DA-129F-670A-01DB-5D3AF17E7DB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A75A4775-ED47-DA14-9876-E23C7040ED6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5450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71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ACE12CE-3FB9-3EDE-9D40-EF7094B6145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1FC962E-E7AB-5F49-E406-DD9E68E8275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DF2BC47-F8D7-F6EA-736B-15F95946FAB5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Prize Stock Alert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プライズ・ゲームセンター在庫情報 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Repository Recommended repository name: prize stock alert Domain candidates Confirmed domain: prizealert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14D82F7-1297-0BE1-AB16-5C03EF56459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B6A2286B-A757-B610-5455-CD79FE22073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1450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000"/>
    </mc:Choice>
    <mc:Fallback>
      <p:transition spd="slow" advTm="1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66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1E1B2FB-5EDA-EDA6-72EB-C6FE208E32F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6A477B5-5963-015A-BC45-957F6DAF585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9BEBF70-1735-98E4-4050-7A3BCFE07938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12617DB-950C-D2EF-982C-85AC850F5FF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1F02AD37-2305-3561-C77C-921E807C477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8007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3554AE9-EF3F-EA05-CE92-7D7493CC18D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48B609C-9611-E8D6-1471-09BD56AA898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D76E100-14E9-1981-70F7-B5DE67D92597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4DA7352-190D-1557-FACE-C50B8A5A33C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6EF4352D-1874-A8BC-AF59-BE97CF1D11F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0217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7460275-A8E0-51F5-2439-2FE4E22C8E6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5EE6039-5697-F8E3-E2BD-92513184190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6B63E4F-82B6-2258-FCFD-705A2CCFD835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B487F4A-B14B-AB97-04C5-1068C80EF34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92F5FA75-7B86-B486-63CB-815C7E5F81D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5292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C7F7313-9166-C412-EDB7-CDACA8538C1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CECB010-2467-BC48-BDFB-231822C5319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2DD92AE-63DC-7D2C-5758-0F72B5B4BB01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https://syunnjack.dev/articles/prize-stock-alert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C29B684-7833-FE38-B669-8EF35591268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3102CCA6-481A-87F4-AC9F-18C115AEA8D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4461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184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2026-07-30T11:50:02Z</dcterms:created>
  <dcterms:modified xsi:type="dcterms:W3CDTF">2026-07-30T11:50:03Z</dcterms:modified>
</cp:coreProperties>
</file>