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9614B2-5085-EDF1-E037-F237B27EE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3EEBE92-F5B9-F309-6ADC-C9AB3A338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9DDE8F-95A5-D999-55E3-8CA06610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0C0E34-B054-CB15-B1F8-964ED855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8B2D30-437C-CC33-A19F-B14BDA28C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138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9EE4D9-B009-8BE5-6751-F53126F5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D3DA91-2D7F-7765-FB9E-7F1037CBD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B5D391-205B-295F-5FBB-3360A5A2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980E60-8EF8-CC00-6D2F-795A65913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0C2FDF-C060-DE1A-9AA6-EBAF3E54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70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501B8B-F26D-F39E-890A-841E425E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AD44ED-E3E8-780A-6904-956F527B5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9F72AF-A8BB-F249-5A95-9C32362E8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81D9B2-114E-EE5B-C701-C5350F997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57CE53-217D-8E28-BC83-1989345F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62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560AD2-4619-63A5-EE42-9302FF5A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F21467-9A5B-AF13-63B3-BA6A8D6C2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D3FF06-17AD-A5FF-9C4B-135DB97DC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63F198-4C4C-A636-D212-EEEF6F0FF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1F5233-E6E6-7552-7D92-A97237CC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977535-58BC-8194-9252-CA995602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24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E5690E-103F-952C-796F-DDE6F7D8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BFC3D2-4D83-5DFA-40C2-AE4A312B0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0A1F31-A226-D174-C887-1F64126C8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0840EA-DC89-BCA2-E7C2-8DFD51771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991C1D3-7220-82CC-D118-539F2D93B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7B05DD1-BCA3-2095-5017-344E2AD5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BC7D949-75CD-C4CC-35D9-050287A6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96E1D75-B0E1-46A4-0E93-7A037FD3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150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57AC7F-F749-44B2-87F7-EBFF9693C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9537754-7E39-ED19-1046-EED005C11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11E544C-783C-87A6-D83F-03C2E770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D4F575-BBE5-2024-FB90-9D74FD3E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481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4C3DECC-FB33-62A7-8421-23AB0764F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D4F0B8-805A-3745-5AAF-549F3C1B2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A11387-40BB-A5B6-A973-920C86CF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2406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177552-AF73-C12F-6032-15439728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6164A4-3041-1905-5837-C0B3A936B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B39330-CFE6-4B01-1EB0-910B958EF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02BA6B-AA8A-AD34-8FB5-FEC31CD7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48D263-2FD7-353A-F2A7-4107C671C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D60026-E1F5-F8F1-4D3A-C0D7BAE8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92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DA676A-39CC-9E1A-ADAA-209B040A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DD57E74-9E35-46AC-9D73-7ADC9E430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5D8933-B8BB-1614-23F0-0B4DAF339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A26866-278F-F113-0921-142A6D51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F7F12E-63AD-C906-DC3B-40266C2C1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C10AB1-51C1-447D-204B-07BE2258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6815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E8B744-7712-E4F7-3A66-6754CE6E6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FCC9C0-389F-29EC-72EC-89C821AFA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AA13AD-9545-6525-0799-AF9AF792B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748ACF-C908-2F63-1F7F-8249A085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16D558-5393-35BB-E3CF-C427A080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56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8EF59B4-963C-251F-57D4-526C9E3743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8796E6-9A8A-D474-FDF2-70E4DB835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301277-756A-DBFF-BC94-D2242050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CA17B9-285C-BFC6-CE57-F9C6287AE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F69391-25A2-A124-B892-C35715F9D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203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4C707E9-DECC-4DA5-F2B0-BE50F0139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4281C8-3B37-3D63-2D31-A7B7A7872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063490-AF69-E472-962E-C67E2DD841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13DB1-F98E-4CB7-8E3C-022B5CE5E4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4AE4B-4D40-A64C-DCA6-EE355198A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882138-C77A-F94D-FEC9-AF7C5C17E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E9C66-043B-4641-BE1D-DB0300241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972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677EA9B-90BF-5E8F-15F1-7452081FBFF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4C7F13-D025-B0F7-AA21-ECA55765E02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Prize Stock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095C9D-3495-AABD-E5BF-2963B88428E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355473-FDE9-98A0-2B2A-2757EF91B64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3723D6A2-FB33-4E90-FC26-298760EA45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64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6AD8F71-C0A0-0D45-A7D5-1F917B142B4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80F473-51FB-411D-BA7F-05C8A8FA288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E84F20-81C5-318E-8360-F360974E9A8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Prize Stock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プライズ・ゲームセンター在庫情報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prize stock alert Domain candidates Confirmed domain: prizealert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9946F8-50D3-F7A0-00F9-262E215574D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E7BD650F-463F-B769-5390-B9D90DFBDE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46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ED75973-B904-3659-DAD5-BFF1A2453CC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399AF3-64A4-5960-A7DD-4F06A1B2C65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E6F363-FD99-8CC3-E70B-3D22059B49D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367A2F-4BFE-6736-1F4F-B3BABA26BF8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90139D3-C87A-3F60-5942-E44342E76B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836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92CF767-69BE-C2CB-7FB9-847EF9EFCDE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792D7F-1605-0CCA-9E22-5A8CDB806F6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D68C81-AE5F-D4F9-22F2-F637C99CC36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83E5B61-768B-3234-7FCD-4888BB3DF2B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AFC3A845-0FBF-775A-DB37-069E3ADD5F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18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333275-084A-5134-0F76-403881C1A90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1D4224-B2A3-5674-C874-90BA81B1D45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BC7D13-D5D5-4DA9-371C-58946C10E7C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9D3D49-F838-5F06-337E-30CFAE304A7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9D08F2F7-5B6F-6717-B406-AD719A0797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171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F2009B-F32D-C1E7-D193-8B096968A3F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3318A16-6EF0-AB4B-9D2B-9228268C8A6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A5E0C4-2CF1-23BD-EC58-4E3C813F9AD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https://syunnjack.dev/articles/prize-stock-alert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CDD265-BCC3-5B4D-EB1F-44A2911E293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0480E9C-1F18-A904-FE08-4140D2EC10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26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2026-07-30T06:49:41Z</dcterms:created>
  <dcterms:modified xsi:type="dcterms:W3CDTF">2026-07-30T06:49:41Z</dcterms:modified>
</cp:coreProperties>
</file>