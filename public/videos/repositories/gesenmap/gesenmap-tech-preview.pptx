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A8DD19-16CE-1076-A237-9DA0420AD0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B52900E-EA67-6B97-7F53-7E12AAB75B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C23183D-081A-AB36-E698-770408380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2380F-06C8-4385-98CA-3B5510F0C67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D65B5C8-8969-0B6F-7923-59615F6C2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495268-3C99-8F4C-AD50-66DCDE75C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3BE86-43FA-4F89-AF80-14BC313F82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35230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FD2BAC3-9F7D-E61F-53E4-97A8BA764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AF7CD22-E7C3-9D11-6119-C2E360A03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3EDA19-96BF-7F01-C354-6B331FDA32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2380F-06C8-4385-98CA-3B5510F0C67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F281D5-31E3-19D2-DE53-B6823821F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40204B-B2C1-6F77-A48C-E2D9DE9A6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3BE86-43FA-4F89-AF80-14BC313F82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18772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189942-C02F-4010-28E5-37CEEF0467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1F4C454-1F76-790E-9FAA-3D0C780873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113B309-6E4D-3B5E-503D-A799D0942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2380F-06C8-4385-98CA-3B5510F0C67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F94DF0C-9627-EA3E-C8AB-DE446544C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BFE887A-023F-9F89-67C8-99488A891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3BE86-43FA-4F89-AF80-14BC313F82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4752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9556CC-DDF5-4991-3694-83A22443C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E802D29-E3A4-02E6-F3CA-A447C6464E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B3B69A2-2920-60E7-0A55-2700FD9426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04F7B58-B79F-3562-4C4A-171C4FCC76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2380F-06C8-4385-98CA-3B5510F0C67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B55EDBC-EEE6-9C50-0F09-F107F7C56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3FEEE45-9016-74F8-4A03-B65F2F0BA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3BE86-43FA-4F89-AF80-14BC313F82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46094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74F62A-B260-819D-332D-F9877BC77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85B6765-8E1F-61C1-3EBA-058B92B703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03C81B7-2B05-A874-166E-859CE2499E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C1ADFE6-7D11-C37C-AA03-3F366750B0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CBA797B-2728-8B29-418F-1A1F3338D8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BE21C0F-CBAB-E557-54F1-8D888AD5D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2380F-06C8-4385-98CA-3B5510F0C67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86B9A39-7F1D-2DAF-B1F8-F4F796B02E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A1825BE-4D1F-4ECB-ED8F-4FE3C20EF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3BE86-43FA-4F89-AF80-14BC313F82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87665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FB1DCE-26C0-B67A-B11E-3DEA0F6FF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5AFAC5E5-5C14-C4C4-95F8-70F33BA6A0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2380F-06C8-4385-98CA-3B5510F0C67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6AA1F47-9C9A-6B10-EC84-6E644FFCC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9090EF7-641B-0496-0362-BA78E5A68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3BE86-43FA-4F89-AF80-14BC313F82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52907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2EFF908-6FAA-3D36-4258-A364A6B0C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2380F-06C8-4385-98CA-3B5510F0C67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CA44116-EFB1-F7DE-1161-21BBB851E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221CB0B-7CAB-1FAA-4E1B-49D1B2276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3BE86-43FA-4F89-AF80-14BC313F82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6734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789C714-A36E-B265-0DC0-0CD8BCEB2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C54B66A-C77E-0FE3-DE45-B41B940A27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0D8988F-2C34-ABBF-B476-E7CE01CAAB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908344D-ACF6-7369-BF92-10C7D2FC2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2380F-06C8-4385-98CA-3B5510F0C67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F6B159D-2BBA-E9DB-E507-123528C5E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5AEE508-BA1F-2F6E-2F85-C08802605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3BE86-43FA-4F89-AF80-14BC313F82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98471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FFDE6B-29BE-6ECD-4B68-D33DD753FC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6676710-699B-291B-2C3E-E16E7D73E5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93BA177-7AA5-367E-865D-6B5AE2D3C1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F83D52E-22E8-BCFB-FF64-C3BF12650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2380F-06C8-4385-98CA-3B5510F0C67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ECCB127-3A93-C002-FE54-7BB949E30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2FA0FF6-49AB-5D9F-EC60-707D01F57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3BE86-43FA-4F89-AF80-14BC313F82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5214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C8E3031-1353-007C-089E-3B824CF07E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9A59A69-C202-EF4F-F906-890475B88B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186C33F-AF0E-34DC-D282-DC04D222B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2380F-06C8-4385-98CA-3B5510F0C67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F76F6F5-B94C-9127-1519-8E342AA10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919CC9-86E3-E06D-595F-AC92F302A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3BE86-43FA-4F89-AF80-14BC313F82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808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6A55EC5-0A91-6C13-9897-BAC12C66C9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073C50B-9DC5-DBC6-0B78-9F87EF0AA9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A2214DD-5D7F-9509-625D-DCA1E6412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2380F-06C8-4385-98CA-3B5510F0C67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F47A8E6-AEB2-2B27-4271-81DA7F47CA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6EE136B-3CDA-0FE5-3243-03CE27A63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3BE86-43FA-4F89-AF80-14BC313F82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0912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2927B34-A33A-3187-4626-B56480A64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B9F2FC3-0977-7FA5-56BF-CDF8388667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759DF50-FC5E-A02E-0D95-BD1D2553CA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C2380F-06C8-4385-98CA-3B5510F0C67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F0FC660-E98B-F499-EFB3-1424A59AF9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4D685E-C235-E2B0-0E72-1F079F39F4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83BE86-43FA-4F89-AF80-14BC313F82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2928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D0F77EE-BFA1-065B-6DBD-E84FC229244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CFAC7E1-B848-C768-0544-9A141BCFC2F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Gesenmap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70357DC-EEA1-80F8-A18D-5BB5E36BDD3A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F974461-AE02-C6F1-044D-080AF76ECDB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295EA242-C2C6-2C01-7D42-EE0B956EAEA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813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9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399F909-7BDC-F3E6-B935-EC3BD7F02B0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1399D7D-D477-2635-F56F-F43C9F1BB6C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1A278B3-E082-AE05-F24A-C1D53D29195B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Gesenmap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の目的、構成、実装を公開コードから確認できるプロジェクトです。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15BC2F0-5CD6-AA05-2276-FFE8AEA6C6D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CC05C6F6-19D6-9D5D-6D6C-78DCAD9B6CE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01527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0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185CC0D-3632-ACD0-69A8-FA53C6A3D32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768EF55-F223-28B9-6C07-8B70002FD98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A73FEFC-B1E2-A19B-EB74-45C0F669320C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PHP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Blade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1262155-D2C1-EA69-7DCB-DA63B00D7AB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81A9F259-5D35-4A74-FAF3-A619FDC9187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0716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99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27356B2-60EC-D0D8-5398-9CF615A6D09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68EEB9F-E5F3-B9F4-0CBA-B456E4DFC5C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26D8A4D-9857-7B71-B571-E5D1D89AD3C6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artisan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478D52C-B6F9-972C-3947-BC952D128AAE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7C132657-D92D-1E06-E6AA-636A93EA090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488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5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2299355-2BFF-4097-DE7B-AA5F4402A34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2914952-7675-194A-D625-F7C8BAB97B9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C7C9EDB-1FEC-5B80-0650-7252CB048A6A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直近のコミットでは、実装の見直しと継続的な改善が行われました。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CFAF1E2-BD4E-2AE3-4A15-4AF94F05E00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A217EDEE-F917-6B3A-B59D-20F12D6ABD4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521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7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00E13A2-E3D1-0150-5B65-ED7917829DD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16B5E0C-4F2E-5AEB-A388-B005176F600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0E960E8-E2D7-0E50-39C1-5DADE6EEEDCD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https://syunnjack.dev/articles/gesenmap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51E8439-257F-809D-20D1-CD7DCDF6B8D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846D64AB-398A-6BE7-0A28-7AEFF7EFA55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7960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174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2026-07-30T12:28:35Z</dcterms:created>
  <dcterms:modified xsi:type="dcterms:W3CDTF">2026-07-30T12:28:35Z</dcterms:modified>
</cp:coreProperties>
</file>