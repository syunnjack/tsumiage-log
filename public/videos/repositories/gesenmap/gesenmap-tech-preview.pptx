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8E8B39-6AF3-76D0-750B-B71A99EF9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BC4B08-15DD-BF0B-AD88-601E895DF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A7A418-38BF-2AC1-254E-14961737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ECCF33-62EC-431F-DA4D-43B2B2DF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585238-778C-A66D-6472-B63728EF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70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2B40C-E45E-7DFC-BADA-4013FBEE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5ABEC6-4E7D-E3BC-A058-E0707FAE3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176EC5-E5E1-D0A2-EF02-7ED89C88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56D0F4-13F6-8BBF-0F87-24C97A87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B29C46-BB11-8708-CC12-82DF586A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35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94A76B-2360-232E-BF7E-C0789D5B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96BFF8-03F9-18A4-1382-A4B2A25B2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C39D11-D200-9732-1EDC-472A8E248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68A13-6039-07C2-4F4F-74CA92AD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208B46-E157-1BE6-764C-7E25B386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34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233144-659D-98BC-1DF4-0F12CBA9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12F3C7-F74E-B31E-2A15-F669785DC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DD08F0-6C8D-2540-7703-ABDD015F8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9CD196-710F-071D-CA04-1A43F031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0CC2BC-6495-0320-3897-0A31A5CC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8105ED-DBAB-885A-47D0-3C9C255D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31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EE310-0699-A7BE-1EE3-D705FC0A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74D941-1722-2135-0890-2D9C2F0B9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57B2AC-2804-7609-D1E9-34F0DC463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5E2BDC-27EB-77CD-31B3-F394D5819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D68708-4CDD-2A22-7459-97866400F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6CE286-EA5A-7FAD-3CBC-C612C95C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2FFBAB-A564-AE9A-B8D9-4822BA34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F1D4C47-1FCD-11F5-6D00-8B43D547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45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FA1A97-8373-CD83-D939-7DCBB3C96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F045375-7DA5-1B23-434B-AD7E8DEC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0CA3D5-B644-67A8-1F5D-48DB730B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18514C-50DE-65F2-8E24-2704B0C6E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55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64FD2A9-63D4-8251-1A78-4AB4765A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40C19F5-E528-C72C-4C05-0FB462BA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491735-C986-D33C-80ED-8787DA16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3911C-1CC6-2252-B837-6E65E0FA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14E2D5-6A62-A329-4A91-E824E7C1E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6FBC74-12BB-4204-3BE7-390B66FA0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78F4E9-8B95-F02C-EE3B-B0F2701C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DA2FCD-7C08-2D14-6979-C1757568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9FD94A-B1EF-FAC0-34A5-A0296484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65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38797D-0B49-28D8-4A1A-9732FA1B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26FA1D6-4F9D-0956-FF94-5A33EF3EB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AE1C39-4D15-BA20-D385-73419CDAA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86F0C3-5D06-D2BC-FF72-B9EAEB06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23A330-8331-A688-7E99-4C7FEBC3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7D31C6-F7B6-0144-AFFB-4F9A5D12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55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3516E2-17DA-398C-A1AD-F54A8381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26460E-026E-F4E4-2B3E-632137667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4FA836-1E9F-E8C5-5243-5ECBB366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5E646C-758B-0D3D-C65A-8D19E25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19CB2E-F237-79EC-E3FF-4D6EE124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32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AC910A-159E-1315-4F3D-821672B43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8FA22D-959A-78A0-9AEE-6476C5226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F8BCCC-D92C-8168-2C6A-78D43849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669262-E5D1-4C86-0191-CF80119B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E53D32-B1FD-7F61-BCDD-E8B7B764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227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DCB4F6-89C8-11FE-3709-9A980130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4616DF-98AD-8CC1-A635-77B64097E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BA5E13-A531-0EC0-91F5-85AA20B93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9F086-2EA9-4985-A6A5-A8350F321C5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F8CDA4-C791-3096-7163-E7E0A2269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01186C-E0DF-AB25-AE2C-ED462CAC1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51C15-53FB-455F-86B6-AABC030D83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397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D783AB-9AD0-DF01-C12A-B9922D4998B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817BE1-7180-6F60-73E3-A90432AF3AA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Gesenmap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7FF324A-C933-22A1-556A-E225A69B12D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6AA78B-7743-852C-FDF2-12C57C59D2B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65DE446-88CD-8480-F2C6-B2209E187A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19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297A39-068D-CA94-E794-95F42632B57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C9FFE8-D4A9-F359-C92F-68D54B0E381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712C2CA-18AB-0AD3-7F14-8E67F13A74A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8BC3E5-6D63-FF0E-1A42-688FE7F9DFF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281E8F0-716D-EA4C-053D-07D61BC999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841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435764-2868-815A-091F-5F5BC1D5B17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0E6514-F9FC-48AD-88DA-0B502FFBD2F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908754-7B5D-E848-B455-C3A14EBF1CD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C6EF6C-7456-4D30-73BB-0DA654E99CC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E806F899-D395-7565-0AC1-8D91FBD559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46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0574A0B-3FB8-4093-1066-E4EF9C2D6E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7EEC2C-194A-91DE-7203-E46868B0C68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7545F3-5A55-3E50-CE59-1DBF4CFD72E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A244A2-9509-725E-81E0-EFE2A4687D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1A337BC-5FDC-7D14-626F-ED68DD24EF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37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E686D4-DDD9-CBE9-CC47-1CEB15B2CEF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C5CC8B-80D4-12EA-7CAE-BF7304A377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D521D8-4F5F-885B-F5B4-067F8359A34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$(cat &lt;&lt;'EOF'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712120-DA7E-9D0A-8230-BE9DA69544B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38AB1F1-C892-569E-17EF-7ECBC696D4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12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D862A1-FA6E-C6E9-27F6-E1F8EEBF98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859AAF-5472-048B-D350-508E97AAD10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2B0DD6-0378-AE50-91DE-9EFAF32A27F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https://syunnjack.dev/articles/gesenmap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CD32BF-0519-05A4-1D0E-EF97877722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5ED783B-7A0E-0753-AC3A-D65B5E2C89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2026-07-30T07:27:50Z</dcterms:created>
  <dcterms:modified xsi:type="dcterms:W3CDTF">2026-07-30T07:27:50Z</dcterms:modified>
</cp:coreProperties>
</file>