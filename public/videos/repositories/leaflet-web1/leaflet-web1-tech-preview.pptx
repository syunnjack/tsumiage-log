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0554CB7-2C2D-E9E0-33DC-D038A397D43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A8E8D3BA-A873-026B-381B-386DC9BE4B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D0A2ACF-902E-A16E-C7D6-B34B08141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8C99502-F1C7-7DA3-1036-EFD2C1B67A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6965E37-7C3B-DB1D-F326-D2DA810CC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464828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021821E-4082-0077-D9AC-C967C789D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828B73-D089-06EB-687F-29DBDDBE497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F94336D-0E17-06DA-C5B1-D52136C960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D34657D-C1A9-9F35-0228-4E72C6D514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AEDFE76-8C6E-05D8-F33E-355BCE714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471523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B062C6-F2EC-2A0C-561E-9B0C15A3D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0398E19-C837-A1CA-D7C9-10DD28A7DC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45EF853-E183-CEE4-6467-B5F00AD4FD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1EF840-F165-22F9-4B29-7C2D41DD97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98493AD-E13C-2640-2C77-1AEB1AA99B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670474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A2D35CF-C1E0-678F-7004-3D922B06E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38D9CF7-1DFC-57A7-F355-D24403E141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E0B2797-75BA-385F-095B-F5AADC57A71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AF3B18C-0DB5-2180-90E5-5D89B47109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32DFD76-5DCE-F2EB-62D8-329B13E24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ED06728-2EA2-54E3-78E5-C2CE53E3AE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3986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2171884-C1EA-F0B4-54F7-D7E22551C1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0CE5B08-9406-E004-9D7F-170BE83D26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0BB736D0-139D-D13A-5950-8639A15B8C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8FE85AF-4144-9489-28FC-11F9C2F871D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DC376A0-77EA-6F6D-3B93-8B91E8B81EF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75E0FAA-E4A5-5FEB-0C70-03783AE34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BC1641E1-1685-D4AA-59A8-E1ED912090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E4D5C5A-A854-045A-6F79-42022F95A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252451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161FBC-0CC0-4A1F-2B0B-A8CC8AD7E2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5045000-D5C2-DAC4-725D-93A8965865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906DBD8-3B5C-C7CE-334E-ABF4729937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6057A7B3-DA1C-7913-4449-01442BCA4A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61471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7BCA391A-A8F6-DB66-7FB1-2BC2E12B3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A5CFD911-A446-A993-5AB6-E9B072420A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7824C4C-79AC-DDB5-6C50-80AF5C041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59565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411B36F-15C3-3DAD-AEA0-F672A12BD3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602ADD1-B468-45CC-C2AF-0C4880F986B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1853B32-5DEC-C61C-D29F-491EEEFAAC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DB3A2C0E-BB8D-A52D-76D3-1B40386FF1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D28EF219-FD90-6075-73F3-E954465E07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1413D4E-A344-9B01-9743-E8D5A90C4C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93299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2FF04D0-0F0D-276A-5830-F1D73EF9AA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A1067A98-58AD-64D3-7894-FA554FF5314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2A315C6-DA89-976E-8C07-514FCD67659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CD9D7BBD-CE4E-7367-0348-C93FB93222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C27D515-A9AB-0561-84DB-1084E5D6B6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7CAFFB9-9635-096F-DE66-ED469C1A0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050398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2A5E133-D8CD-DA23-5919-FC5114F876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0DC3908-E28E-B7D1-9BBA-603E6B7053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F513D9E-646D-0CEC-EB7F-E6FEFC350D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1F76CAD-4CC3-9420-172C-3087EAFD4C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DADE4F0-29C3-88A5-22CE-B08191FB8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926994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B793FAF-5E72-E38A-8A0E-38E0DBB43EB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829938D8-DCA7-955E-8C7D-3A6BB7EF924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007D36-1610-75ED-8211-7B1DDF9E6F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D9B508-EC92-FE1F-80B0-6E10577D84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5DB34C4-09DB-12F9-67EC-64F39C215E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934067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479C054C-F8F8-3CDC-3A5F-CF8DE2FE81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22412D2-9071-AD37-4FCA-A7B96F5DB46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2C9E186-F6BB-264E-974D-878C39561F7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04E7869-5D3E-4D61-9500-F031EB31109A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65A8F57-1629-B982-8154-EDBF6D71D50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6F4A094-BC64-F394-0296-5D30F812BBD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A2B23-CD1C-44B4-B5A4-536257EE75C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59928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406D6BC4-28AD-6F9F-45FA-310C693EF9A3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A6BB856-DE78-AF98-4397-2F32C5ABF13B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Leaflet Web1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4599F29-B65D-E855-01A6-A900BAB3CF72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E03F15C-56DA-753C-EABF-7B0649539EE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E4790099-07DB-93FD-4446-C1208E5610A1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90380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1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FEAFF20-D932-D5BE-23C5-0CBFA9AF593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7014159-A52B-FEFE-8E13-3B159C759DA4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FFD9C058-3081-3DC4-24E4-23268B6FEBA9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SPOTPALETTE Web Leaflet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の地図と検索結果一覧を連動させた、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10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業種共通のローカル検索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MVP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です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B624D1B-3D93-3B92-F6FF-B65A628499B7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97AF261D-207C-059B-D7A1-8E3006C7943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2617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69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72BA9F24-5D16-9581-E79C-B14FF4F24425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60354CC-320C-5A2E-6DA0-35B8E276BE0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4E00A1EC-91DD-9E91-BF3A-A62E655B0F0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TypeScript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6516A0D5-179E-0F24-E452-E27AF232784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BF1C7793-95EE-02DF-1E98-6F3372C84CD6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857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9000"/>
    </mc:Choice>
    <mc:Fallback>
      <p:transition spd="slow" advTm="9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88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AB33801-CBDD-F18D-C427-894B56B9CE10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2D47C6E-D666-D2C9-AF12-68EF2BEE8879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06F5AF2-88AA-C88F-D6D9-031D6801A858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app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build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B742B59-416A-0672-654F-E8481BEAFFC5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AB246880-35AE-582A-DEA3-A57D4C91F788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792680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8000"/>
    </mc:Choice>
    <mc:Fallback>
      <p:transition spd="slow" advTm="8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24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6B5D752-5E41-6463-19B7-AD3D59A80F08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88B33F5-C536-B46E-1EA4-1CB6502628A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9E4B5BF6-EAD0-63BE-C05E-92D3FAE03C1B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Rebrand web platform as SPOTPALETTE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84B3AEB-9745-1F23-C1F2-DE0CE092618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D892CD9C-82E5-EFCC-1118-67F2C2FA59C0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9443845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98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747A65-0BFF-977E-9EC6-DFD63090943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8DC0B96-97EE-4890-40DC-83825F8D8546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31BBD11-ED31-84F9-2B0B-438A88BD2B58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https://syunnjack.dev/articles/leaflet-web1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08D8001-F3ED-A10A-4F25-6CBACF8C8C7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D5F4B6A8-C362-CFC8-AD1F-631D4C5DD07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417471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164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2026-07-30T04:30:31Z</dcterms:created>
  <dcterms:modified xsi:type="dcterms:W3CDTF">2026-07-30T04:30:32Z</dcterms:modified>
</cp:coreProperties>
</file>