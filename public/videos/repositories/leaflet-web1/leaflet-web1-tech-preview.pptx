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302D2A-DD19-0D42-828F-323CDA5465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BF532E2-002A-3906-A952-10CC87B470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CB2EA1-64AF-2BBA-79AC-047BDDB8F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EA19-90D4-4335-BF67-22EF79A7EB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C87DA7-AEA0-9F64-6559-A9534F57A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868063-5030-63A4-1BC3-E3C58BDE5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052BB-089E-4BCF-A79B-67846E7B61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3413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C6B3CD-E882-7D46-5202-424112766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7BCA4E-F2B0-B612-0815-A3723D215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DD22071-D633-F1C1-F5E6-62390A933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EA19-90D4-4335-BF67-22EF79A7EB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AA2307-859F-8A99-4C7F-D28E497D4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B12611-971C-6BCE-5031-3B67023BA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052BB-089E-4BCF-A79B-67846E7B61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396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AE554F-F8AD-DE4A-F1C1-416D071C9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B77FEB7-B511-8C19-4030-3E43A5253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649B145-0A54-8E23-F804-85C93EE69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EA19-90D4-4335-BF67-22EF79A7EB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3DDA11-4C57-61E4-2A55-A84B7986F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C700DB-6ECD-A290-4FD0-BE33EDBF4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052BB-089E-4BCF-A79B-67846E7B61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3102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467AFE-C167-0A32-009A-D4C55F00B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E1DACB-506B-EAEF-AE5C-55317295CE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54785A8-6AE3-0696-557B-EB91CC7DF6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DFF7290-1834-535F-BBB3-3C3BFE18E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EA19-90D4-4335-BF67-22EF79A7EB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DAF20E4-4F4F-52D5-313D-CDA92AB9F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28EE-DF29-F12A-EC00-077CC8537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052BB-089E-4BCF-A79B-67846E7B61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550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C61E5A-BDD0-6399-BC8F-2C522DECE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534885E-9742-A7E0-4C2B-8430F870B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BE49A4D-1FA9-9BFB-AB48-489A75D9BB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16FB64C-B113-59E0-CE65-5AEA41908E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7A54781-0217-8ECB-AF80-B3F7675A33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0CC0062-229C-E226-FC6A-B0E3938A7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EA19-90D4-4335-BF67-22EF79A7EB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BD576CD-B86A-86FC-1326-FCC6CC325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BA5EE48-41EA-5F3A-9426-B6D579D5F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052BB-089E-4BCF-A79B-67846E7B61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08630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3D94E7-F0BA-19DE-E1C1-ADD28DCB6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C94D6DA-2027-46EF-6EFD-078CD8154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EA19-90D4-4335-BF67-22EF79A7EB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42D40E1-C88D-4A1F-10B8-A8F440F1A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82288C9-BF12-B561-FBAC-9511CD876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052BB-089E-4BCF-A79B-67846E7B61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46305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1B59E49-8CEE-9569-A2C5-19CB2644C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EA19-90D4-4335-BF67-22EF79A7EB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30897D2-B75D-16DB-8F16-CE02824F3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50557D9-2C33-3FCE-BB4A-8B1A1AC29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052BB-089E-4BCF-A79B-67846E7B61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9812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DFAFBA-E12D-FF27-F7C1-EE6E26E35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7DEF82-555F-E001-1467-794357FEE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CB3D70F-A2F9-E749-379B-B89C5E5262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14D0281-E7AE-FA5F-FEFE-A297D7DCE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EA19-90D4-4335-BF67-22EF79A7EB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3AB966C-0F5A-BF4D-2800-7E50FF057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883EDB-11C7-B665-6304-2392F26A1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052BB-089E-4BCF-A79B-67846E7B61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7064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9E4A9D-DCAD-413F-5A0F-B445E940D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722FDE1-E1B2-2F6C-F5AC-E4739C30BE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0F216EE-59A4-5F02-B59B-49807B8316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482122-B1D6-BB2C-2099-F6058155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EA19-90D4-4335-BF67-22EF79A7EB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CBD4B32-B9D5-D561-03A4-F35B6CB5F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CB86E2-CBE5-143E-7A3B-7A14CEA75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052BB-089E-4BCF-A79B-67846E7B61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6736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CA7A9B-7C68-23DF-375D-77EECF899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8CF3BD3-3E0A-B4B1-B5DE-C72999DF80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4EC64F-FBC3-68C4-56C0-5FE3BF9BE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EA19-90D4-4335-BF67-22EF79A7EB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ABAAFA-7B78-A5E3-3A2A-A06BC088E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89D59F-8CBA-39FA-F6AA-07C3EE74C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052BB-089E-4BCF-A79B-67846E7B61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5103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7D192A6-5C94-F16C-4F4B-B35407A8CC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C104AC1-9896-A5B6-A538-76488D1D51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3B93D0-204D-958D-BD64-BABA591F9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EA19-90D4-4335-BF67-22EF79A7EB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9F9CE2-39DD-A69A-41B2-6C1BC2410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25EC00-A2EF-3FE4-D38F-E2B6FE007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2052BB-089E-4BCF-A79B-67846E7B61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02315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ED6FF84-8CD3-E55A-36B0-F48AFDC09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58730E0-09A1-D982-FECD-80E565D3F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1255CC6-40FE-7E6B-304F-723BA23CAC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EAEA19-90D4-4335-BF67-22EF79A7EB6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63EA16-B5EE-65D2-9240-0E445B586B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78E8C3-07B7-AEFA-3D18-6B988B2DDD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2052BB-089E-4BCF-A79B-67846E7B61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0398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F68A859-DC1F-8490-5D2C-CF415332BF3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4734DA-DF02-9751-AEAB-6325D34360F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leaflet-web1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3859898-44FA-264A-CA46-53EBE8A69FB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7CEFD6B-BDDF-4F8B-9D89-B567E469F18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475BCD21-6B14-B013-E716-ADDF0BF82B3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5450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1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33F7109-D624-FEBE-13D2-E4C2B2C41B9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0F9EF97-8A05-E721-B45A-1EA94D9A374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2F8F3CD-AA4E-82DB-1771-C66BBE632FF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SPOTPALETTE Web Leaflet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の地図と検索結果一覧を連動させた、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10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業種共通のローカル検索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MVP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6549A08-B596-DE40-B99E-FD6736E3372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ECADB79E-437C-5D22-C232-E24A98902A5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6996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69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78C2998-6AD2-F94F-86C8-40A118C52F8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F3675FA-1CB7-4F88-0D5F-A21667B838C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7794A1D-9C93-C751-2FA1-876A8489CB0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EC8050-BAA3-2ABC-D99F-368DD4DBF9C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AC7719B4-F242-72EB-FB8D-BA0701F33D8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4594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409B32D-8F13-4BB1-82E2-07A208A5296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19257D6-EA0B-5A25-AA91-DA22003F557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328749D-A5DC-98D3-0B50-44F8DD6754A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D2A053C-B972-48FB-EE99-FD0E6862CB9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FF6C8228-D4F3-2DFF-3726-A33B7DD9C3D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602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E9F5016-72E9-4E24-380C-A433B257953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01D34F8-2C23-5639-1464-AFB49C37EF3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0C3B355-3E9B-66A5-50FE-46BF14C0788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86F4B9A-F801-2EE3-916D-9B841F97D44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65004D29-0FE9-C1CE-589A-2D8F2D37176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5812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98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B6A9776-E4DE-AF4C-9850-CC8F448D833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4354D12-B926-8535-E4AA-1C0F5D137D0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BDC9297-21B9-7DF3-1866-B85586A7296A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https://syunnjack.dev/articles/leaflet-web1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2D5AB6D-0C2F-5C5E-B530-ED2EDDF488A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3933CD66-3A6F-9F40-D533-03983ED5660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3425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2026-07-30T03:57:13Z</dcterms:created>
  <dcterms:modified xsi:type="dcterms:W3CDTF">2026-07-30T03:57:13Z</dcterms:modified>
</cp:coreProperties>
</file>