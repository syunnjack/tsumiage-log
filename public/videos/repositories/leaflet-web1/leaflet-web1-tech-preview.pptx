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21B175-B601-F2F5-5D42-5845A55A90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3714594-5672-21E8-8D08-0D0803D86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FB9B93-A1A5-5FB6-2922-F6BB64399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941C-3726-4D79-9544-F03D628DDEF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6D6384-F659-63F4-9692-5407C9421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47BB45-06C5-68A6-D057-423C70DCF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B6FB-B3E5-41B5-B956-FE3FF110E6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8642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CBAB9E-06CA-836D-A86F-D78521ABB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8BC587-C5D6-7FF6-EFA4-5D5233205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0D51FD-5FEE-9D65-50F8-81078C30A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941C-3726-4D79-9544-F03D628DDEF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1DECC3-D5E7-194C-6259-987D5A125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7BF403-C576-D08E-5A85-FE68F1546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B6FB-B3E5-41B5-B956-FE3FF110E6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1022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E22658-A343-D55C-2065-F95C53CE4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3B33946-7A56-9BF0-7B8B-5EA0C56F5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5A8064-0A31-E774-A70B-22A238A4C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941C-3726-4D79-9544-F03D628DDEF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719863-4AB6-B5A6-ED0B-F4BED815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5CDC61-0AE7-B37C-DD3F-AE7A0112D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B6FB-B3E5-41B5-B956-FE3FF110E6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8854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DB097C-48A5-74B6-022D-D081780BD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7A2093B-3308-9789-AF39-BC63007B36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0EA6AE2-C8EF-E3B8-5295-2AF5BC917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91CA1EF-AFF5-18AF-65EB-3A011BA54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941C-3726-4D79-9544-F03D628DDEF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BA7DEF9-EBA0-7F50-B5EB-F3B9716C7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D13EA55-55A1-D6A1-02FF-BEE3A857E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B6FB-B3E5-41B5-B956-FE3FF110E6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0629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855247-8B4C-BCA1-9BBD-34B029F47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197950D-2C9D-DD59-EE4B-5D25ADE76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68E412F-8962-65FE-7E5A-4DE1FC102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C0BE96B-8C88-C3C1-7A2B-C951026E03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C98B079-AC86-AA68-A058-59483565FD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B584302-959F-A7B5-5C1E-5D43A1B02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941C-3726-4D79-9544-F03D628DDEF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3202F21-82FD-D5FD-2C74-88405AE08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CEBD23C-EEFB-563B-34D0-CCED47CA6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B6FB-B3E5-41B5-B956-FE3FF110E6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3544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344FC1-9CD4-3398-5F52-48EA2B1D2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1EC99C1-9049-1174-9E2B-84F6D88D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941C-3726-4D79-9544-F03D628DDEF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52C64FD-51D8-5907-FB42-E6337A26F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16755DA-719A-752A-8ACF-8A6D3885C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B6FB-B3E5-41B5-B956-FE3FF110E6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5824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50F262B-9A38-176A-A58F-9E84D7AC2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941C-3726-4D79-9544-F03D628DDEF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2CC999-4321-E184-C836-191BE110C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408731C-552D-8768-919D-F09DBA783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B6FB-B3E5-41B5-B956-FE3FF110E6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0508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B4A7E0-046A-BC25-E337-93B5E9230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DF99F71-952C-6B23-5BB5-F00F27730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96C1C1A-CC87-A735-E68A-7ED578E94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AA10454-8B80-9F54-AAAE-1D9277C45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941C-3726-4D79-9544-F03D628DDEF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4F95245-E340-0B1D-A804-4014F43F2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5FA2D62-3984-DE9E-1D34-8603D7289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B6FB-B3E5-41B5-B956-FE3FF110E6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3461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4A9D70-A3CD-72B7-A639-4D6ABAF79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1F92B88-AA23-855F-94F6-45229A13B8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911C59C-A413-B166-DF71-ABCE35CC03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F21EE5-6A5D-D1B2-5D15-FABB7EAE4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941C-3726-4D79-9544-F03D628DDEF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7BB1064-5E5B-1814-8BA7-F20CBB992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F0E2D25-7944-EA47-5F4D-FA1F78250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B6FB-B3E5-41B5-B956-FE3FF110E6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8174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DFC2D5-9EFF-1258-A94B-276DDC052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12A54BB-28E0-AAF0-05F0-741513205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2BF822-4D45-B83F-FA1F-41B82E724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941C-3726-4D79-9544-F03D628DDEF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4A3429-C3EC-EBF0-6C2F-32BDF8A02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26116D-6E6C-D3E4-D952-398533F53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B6FB-B3E5-41B5-B956-FE3FF110E6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7662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39FBC9C-5DA1-758D-F2F8-F2E54C904B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59A1B5A-3E5C-8E2E-4714-8F7029433A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EB0A0A-4C23-B172-3893-6029C1A84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941C-3726-4D79-9544-F03D628DDEF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2CB6E5-9A76-1696-F907-91D70575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FF8376-B896-BC5E-B649-B46B0F3FE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B6FB-B3E5-41B5-B956-FE3FF110E6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427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E49384D-DEA3-E3BA-1528-AD602D4F2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DE21BEC-BB34-EDB4-8628-3FC866360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59C44E-8C7D-E2C3-37AA-C653A9C28E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B941C-3726-4D79-9544-F03D628DDEF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63A274-FDF8-8227-D67C-AD3F0D672F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8AE387-B21B-721F-FE9C-220B4D467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1B6FB-B3E5-41B5-B956-FE3FF110E6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8037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363EBAB-05D2-AC5E-F197-50A96B9D7C9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97FD4F3-3750-D794-EFB5-62DD9C1232E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Leaflet Web1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1A30077-0888-88E9-4128-8C31B460773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7C1C2F7-B8C9-00F3-1278-F3C3304D282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FF08C4AC-46B8-6663-08AD-FD6B970654B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733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1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1D6FE38-8721-D1F2-F15C-7552C089C41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780EC2A-41F4-51D4-AACB-CC69DBDB087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C723518-1777-2543-8CB3-A09C144A58BF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SPOTPALETTE Web Leaflet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の地図と検索結果一覧を連動させた、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10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業種共通のローカル検索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MVP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BFBF6DD-81F5-9B55-FC31-1A0FB38725D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0CB86D2D-78ED-0A5B-E73B-B655F368E0A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428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9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BAE965C-3AC6-EDD9-3CD5-8A1D7513C82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CCA1A1D-8ACC-17C7-6BAB-660A55ACA66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7530960-20BF-2172-B270-4DA64DC262DE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80D3324-185F-1BDF-BF71-6A0269ECF06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0BA61DF5-EDE9-B7DF-08AD-59D6E47B43E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179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B21BAB4-E6BF-8128-F79F-1FC6924A5F1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CE8674E-8B07-F86F-66CA-223C9326188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BBE9956-88F9-5205-021E-B702BD65D27D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build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498D45D-1B7A-1CE1-E34D-94196CBCACE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DB29A544-069F-9EC6-E1C7-646CBDF350E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0407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F9B7208-E1BB-12FF-249D-84A57DCA017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2F89627-7BDC-1289-ABCC-87348368110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7FE20F1-75EF-31D4-EE13-601C2BAB806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9D023B1-F444-0728-DF48-D361E0F433E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915BDF39-6642-2291-58B7-7B5C08951FC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4769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85B060A-2980-258A-D014-755586EE143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5455BF2-8D01-365E-661A-2071A86DE76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09BD986-8497-2259-1858-ECB405FF45D6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https://syunnjack.dev/articles/leaflet-web1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D7AB210-5DEC-5390-D6A7-0BF333C24A9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272166C9-76E2-437C-A410-27018C0ECF0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121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2026-07-30T11:08:24Z</dcterms:created>
  <dcterms:modified xsi:type="dcterms:W3CDTF">2026-07-30T11:08:24Z</dcterms:modified>
</cp:coreProperties>
</file>