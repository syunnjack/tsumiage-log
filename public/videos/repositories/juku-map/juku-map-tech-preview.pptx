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23C209-181D-B725-F1B9-6EB6643A3E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645349E-8BCE-0A3D-2D43-235B8FD310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10DA08E-30FD-03CE-1C40-FFAD38AAF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2A746-D7BA-431B-A4C4-1A55AC47355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AE7D525-B4DF-DDE7-73C2-CDF0373DF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B408091-ED90-2F72-DD8F-47744404A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2A835-3153-418F-A232-3C66D7F83E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114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379BB0-9A2A-D148-2113-273BA26CF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8BDBF5E-7586-2B9D-7DF4-86D33D5960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BCB45FB-4646-0DF3-9CAD-5CC670263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2A746-D7BA-431B-A4C4-1A55AC47355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A4D2A3-6137-D7EA-CE49-8299ECBC8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3CE3F6-6D7D-F11F-5215-1196F0AE4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2A835-3153-418F-A232-3C66D7F83E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7546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C928D9-3262-FBFA-64A5-74972C810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0CF49F-418A-4B06-AC89-CE117C0DC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91EF9F2-61A0-A5F6-89F7-5E7BA4402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2A746-D7BA-431B-A4C4-1A55AC47355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8AD2793-05D8-7626-84E2-9BB1E7A85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E145F3C-07A9-FBA2-4C7D-4885449CD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2A835-3153-418F-A232-3C66D7F83E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11071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56C2DF-0A69-D6A3-3BBE-45FF64E5A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68917D-6DE0-7AE2-2864-E624742355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B627E45-66EA-8C62-364B-A024FE2269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0907E06-D76D-7C92-F49A-E7D74FC4C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2A746-D7BA-431B-A4C4-1A55AC47355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11B6293-BF9A-3AE3-5B9C-D61E44759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BB04582-EFF4-9ADC-E80F-257BA17A3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2A835-3153-418F-A232-3C66D7F83E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41882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9B2E5F-B693-6F34-E91D-B1A2D8F3D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7A353DA-6E0B-7FC2-B0DB-0616EA79D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6893245-1D26-A1AC-48AC-03ADA64A8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07593CA-C2A3-72EA-25A9-D573E3C783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6E01810-EA49-8829-A85E-F7E299265C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08AB1BE-B760-FBE5-422B-F398BE0F0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2A746-D7BA-431B-A4C4-1A55AC47355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BF3C67D-BD65-06E4-EE99-C2DFB2E21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B1B3C5E-6CCA-7160-7BD0-877D41A70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2A835-3153-418F-A232-3C66D7F83E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84848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F30CA1-060D-B25A-FDF3-B832BA4E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A1CF439-C6CB-C9E0-D3DE-076CD38B7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2A746-D7BA-431B-A4C4-1A55AC47355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74A99B6-4429-4C42-49EF-8CE4798F3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943307E-B13F-E6AF-6C97-619DA377F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2A835-3153-418F-A232-3C66D7F83E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5411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224A407-157A-3DE5-695E-C6D7E3257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2A746-D7BA-431B-A4C4-1A55AC47355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0729A3A-6647-4949-A3A9-539B1BB59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662443-66AC-F530-8CC4-BCF7D0AD0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2A835-3153-418F-A232-3C66D7F83E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30201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48CFCD-1ED2-C47A-C563-DC681C960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51475A3-38A5-E3D6-BE7D-E6F5B047B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9856276-19F5-E988-D058-F619DB8A5F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C63E509-70C6-5EF3-CA6E-1C9F1667D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2A746-D7BA-431B-A4C4-1A55AC47355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6BADF6E-B325-FFF5-7CD4-CD93D4E7B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DBB962F-FAA6-9478-61EA-1EF89FC17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2A835-3153-418F-A232-3C66D7F83E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76204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C02A0B-FE0B-ED5C-0BCD-44E9281ED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79B81AA-6128-7913-8EF5-EF49752023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A60C79F-4352-E886-4888-69C04C97D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6DCB005-8BDF-86C5-64C8-55EEF10E0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2A746-D7BA-431B-A4C4-1A55AC47355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A935876-9A10-C9B1-DB84-AE360833D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9CFD8BF-5D3B-D8BC-B38E-39BCAE219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2A835-3153-418F-A232-3C66D7F83E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9228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C8D589-83AC-3D92-BA73-F25EF0D8E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95E2084-22A1-2B0C-6B79-BBC3DCAC83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D3F67F-FC88-F036-1839-78BD4B729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2A746-D7BA-431B-A4C4-1A55AC47355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D782EC-8E2E-4B0A-2E4D-929DEBAFC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4CB4468-AF68-D0BD-5C0B-C655D23B1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2A835-3153-418F-A232-3C66D7F83E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48075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F721BB0-BA78-5BA9-EC97-22C1A0ECB6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3D2DEE2-82CC-B436-E94C-FC7CE1C469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64B0621-9B3E-3C13-31C6-143933606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2A746-D7BA-431B-A4C4-1A55AC47355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DC4B1A6-4541-2075-3BCC-CA9D5BAF8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8C8EF1E-BC57-A1EA-3367-EE98ABDB0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2A835-3153-418F-A232-3C66D7F83E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31344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7CC9AED-A9D5-D229-9C26-DEE7E58FC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B34D2D1-ED1F-C4FB-879B-37782828FB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28E6869-EFC8-1B8A-2387-DB2F1945FB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02A746-D7BA-431B-A4C4-1A55AC47355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1A2B18-B783-FD63-CECB-A4E8EDCEF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B4BBE5D-52AB-07E4-883F-EAE4F8BF42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02A835-3153-418F-A232-3C66D7F83E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1111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E85CF0-E6C5-4ECF-3912-7DEEA44EEAC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F4C1CD7-8411-12CF-B33E-994C8D4DFD9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Juku Map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1AD8E44-2A4F-1AC2-8254-738963F9A315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06F4BBE-84E0-A093-BF2C-8BD767201FF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ED6149C1-1B94-63B9-6BB3-3C54E5E4D0B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8327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95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8A2F879-5945-73DA-4948-29DCAA1F72F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61E2905-81B6-C1C5-9CCC-5140EE121C0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7491DB0-F0DA-DF94-CFA7-B80F179DE46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Juku Map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の目的、構成、実装を公開コードから確認できるプロジェクトです。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521E49C-A154-63D1-8D0C-EF3BD77646C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8561EC02-D786-FB9B-7340-5EF9786C9F9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6530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87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433FC6F-4BB2-53F2-AD34-DC396071FCB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997263F-D62D-CAD2-BF2C-D4994C890AD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DCD4DFC-14A3-90AC-78D3-74834582AA4F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Blade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PHP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05B7AC8-ABC9-5783-F490-136B542825E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BB075D20-2402-307B-D6CE-43C8A7954C1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2836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88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448F178-E6A8-95CB-D73C-08C4F398598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ADB95DF-4650-9573-8808-CA812327067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3956F65-58CA-DA64-CC57-45B4B917BC3F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artisan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C7A0DF8-9CD7-917A-6E84-E080E66B78A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ADEA1D25-1111-EDAA-D0AA-11256F6D828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047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D55CF3-DF67-6138-1112-2A8C3E32FE6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DC345D0-6E74-BAE1-A451-F2D5D369873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2D688BA-7052-C583-2228-CCD105593FEC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直近のコミットでは、新機能の追加と実装強化が行われました。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9749463-550F-803E-77F6-72A80231BEE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A0FAA219-82F5-2CCE-BECF-5652B9004E6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6378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8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F72204B-D386-B5B6-2860-08B60FA71AC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92B083E-9396-28E2-8B3E-B3CD1525910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D2D71ED-4C06-2D34-A708-D1C59BA05E35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https://syunnjack.dev/articles/juku-map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2D99946-FD76-5D0B-106F-D799AC81F15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0CCF6222-D472-FE79-B3B9-61D57F03ECE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2859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2026-07-30T12:13:56Z</dcterms:created>
  <dcterms:modified xsi:type="dcterms:W3CDTF">2026-07-30T12:13:56Z</dcterms:modified>
</cp:coreProperties>
</file>