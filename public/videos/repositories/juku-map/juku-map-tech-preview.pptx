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B10A3C-7AA9-C1D5-ACD8-759949305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7A7EF2-53AB-18C3-352B-8A95B91EF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5B04F-D411-9D7F-BD8A-84EFE534E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A99A-265A-4682-9AAB-F49FC7638C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82D551-D46C-ADD8-6E27-DD7A8479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3E1FD6-6CB1-C000-F5A2-296E1B766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3BCE-466E-48CC-A1F6-C3CF3B6188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8377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B6BBF1-AE1B-FCA7-94CA-E9A1DA07E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054F75-E5D1-222E-E10C-247892C16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9A997A-97C3-85CA-116F-400A65365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A99A-265A-4682-9AAB-F49FC7638C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902675-FD4D-8521-C417-264D4C4CE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B3133-F7AD-11CC-B438-7F481557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3BCE-466E-48CC-A1F6-C3CF3B6188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5803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0CE44F-CF69-F776-F9D7-2EF5A52AE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FB2A2B-E507-7E70-6A59-8D77E5266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5FE46D-152F-5FA8-9017-99C48227B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A99A-265A-4682-9AAB-F49FC7638C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5615BB-9219-1BFB-EF8F-9504465DA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4E4033-7DE2-37FE-D71A-0D8233EB1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3BCE-466E-48CC-A1F6-C3CF3B6188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92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DB4A7-6B0F-16AB-E899-B45675C8F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C58B53-2303-7312-9710-5E88F1AFE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EB4087-FCF9-93BF-B46F-E2092B700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50C667-D565-C2E8-4E24-878B03DA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A99A-265A-4682-9AAB-F49FC7638C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8FC44C-1791-0784-C66C-FFBE20A3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7A3FB8-5B08-C299-20C5-979ACE7FC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3BCE-466E-48CC-A1F6-C3CF3B6188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775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72BCA7-1F41-90BA-850C-089994C92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39E2B1-9213-6790-BF02-8262E9A46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632A37-5E5D-B423-D098-83323F953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C621D97-06B0-B466-1FAA-EE6987809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1BB388E-6228-1213-1C1E-26009762E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0279096-5D78-1B19-B145-A61EABBD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A99A-265A-4682-9AAB-F49FC7638C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C937D42-36F8-8090-B323-5412154C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2B143AC-C9CB-3707-B4E1-5029579E1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3BCE-466E-48CC-A1F6-C3CF3B6188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023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A3B01B-C0B1-CD29-369B-572E8ED8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5F1BF65-CA0D-AACA-D01F-662EB8E29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A99A-265A-4682-9AAB-F49FC7638C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3121CD-91FD-024C-9A3B-472FDFA8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C4EDC82-AC01-38B1-3E31-E93C8E67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3BCE-466E-48CC-A1F6-C3CF3B6188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185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92BAABC-B19A-11A0-3BC0-D7E3D7B0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A99A-265A-4682-9AAB-F49FC7638C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82644EB-F01E-B0C6-FA64-A5C3FCBC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14618E-9326-9815-A4DE-3F3D29AC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3BCE-466E-48CC-A1F6-C3CF3B6188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57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B2D68C-CF97-DA29-8CBF-129E751B7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9DE754-D21D-4AEE-0059-55A9C2324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0B0423-C81F-EF83-0C9F-B46916C7B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63D8D67-58A6-1F24-C996-7B2768DA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A99A-265A-4682-9AAB-F49FC7638C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FD10B9-DD16-1C48-B6C1-19143B8D9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81B0B1-B3E0-B284-0AF6-7910AF0C7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3BCE-466E-48CC-A1F6-C3CF3B6188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615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67516-B741-23D8-CF50-94D983A32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5682208-80B7-9959-3F97-5758D01F9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F17D17-AA00-D542-B9DB-85A3FCD2C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B15AA1-2EFA-EE16-AD9D-15B30769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A99A-265A-4682-9AAB-F49FC7638C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3739B7-7220-4DAA-8816-751C58AA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846A2B-E06F-120B-6DF6-53B5720A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3BCE-466E-48CC-A1F6-C3CF3B6188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2501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649A85-7476-9095-C0B1-69499106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AE7F4A-A095-2A26-A5E7-08CB342A8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748657-FA1D-4055-3362-E985CDFC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A99A-265A-4682-9AAB-F49FC7638C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91B87F-F759-736E-58AB-DCB2E4746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C05D73-282E-D8E0-E23E-E9EB6BAD7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3BCE-466E-48CC-A1F6-C3CF3B6188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50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2622467-1CE0-9E35-4D83-0F2BA6935E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58FDD3-6228-0B7E-E9BB-ABA658908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4DD94D-8554-8891-E500-F7E1D3FC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A99A-265A-4682-9AAB-F49FC7638C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77B9BE-B5B7-0313-D279-25D3B2DF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7B5008-B0BE-3082-2AC7-2010D1C8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3BCE-466E-48CC-A1F6-C3CF3B6188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187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3685728-8571-1807-3FC3-9BF16CAA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2E0CCF-EBFF-4922-DEFA-B6886D15E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8724DA-354D-B734-A4B3-6D09BA63E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EA99A-265A-4682-9AAB-F49FC7638CC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E993E1-EC12-2946-4DA0-D50532A75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641836-55CE-2D63-B171-7501EDC91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F3BCE-466E-48CC-A1F6-C3CF3B6188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196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AE93904-CB89-8728-D4F9-ECB8AD29470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9B8A9ED-5A86-0A1B-C7DF-5A66446DA3F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Juku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175750F-1717-3765-C2B9-1B588F03DD5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2F11C3-76FC-ECA8-BF45-E4AF1D17D50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9C0592B-42FB-78BB-5069-B5ED58852E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06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9396C8-4EA2-7E95-8FED-108475901B8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41EC577-4743-A3FB-B011-B96D794EAAE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4433D79-133D-5BBE-72F3-334AB8DD900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B221BF-4CFB-0CE4-A357-FE676D93290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BA2D149E-1C99-23DE-9299-8E40B51188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15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E309E0-49A8-01BE-6B1B-3E08EAB0610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271576-DAF8-113E-FFBC-235C6F5B53F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D4981D7-A87D-1071-86C6-0B0DCFF4AC6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49E469-089C-27F0-D561-915FC4E6181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272320EF-D0F0-A538-BDD5-30132E2632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17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724820-3DCC-45E8-EA59-924D0601DD8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258C019-1088-2BF1-8A64-2EB2123697D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6DFBA9-87B9-0349-562A-AA37707DF00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704326-EBC4-26FF-98FF-4AB70154C9D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9379B3D-EAC9-41EA-1D57-6EDD2E1B55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36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FB4C2A4-7F67-E3C3-1654-0DD8A47BDFF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353BA1-0473-ECBE-69D4-E7E00D3CCD5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007A3D-14E0-7563-F23C-5642D1A5081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CheckCostReportWatches: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検知カーソルを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created_at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から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cost_reports.id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ベースに変更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51BCC8E-6722-F0D5-1D65-76F39988EBA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2D411702-B500-1499-B4A6-A46266FC90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17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6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42E569-2108-19DE-F826-36E9064D057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F527C3-3CFB-A94F-20EC-CB13A673CF3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3026EF2-4D77-B64E-3E54-C520A1D17801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https://syunnjack.dev/articles/juku-map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5A60A7-17CA-5641-33B9-8FCA5FFD59F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B9E8A86-D07E-1ECD-2A2B-F4AC567283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09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2026-07-30T07:10:39Z</dcterms:created>
  <dcterms:modified xsi:type="dcterms:W3CDTF">2026-07-30T07:10:39Z</dcterms:modified>
</cp:coreProperties>
</file>