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8F16D-AFAA-4B8B-7C98-1793924D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75BA7CD-463C-7B83-786B-C83F12DCA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B30EFF-9831-ABC0-9CFE-1E1FE5CB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0694FD-7A4D-0FD9-6D48-E0E0C826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3EC511-AF26-C789-E8A9-8C86B541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09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21F62-725C-4E95-DE7B-FCE3B8C1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04772B-CCEF-4717-323A-1DD5D03FC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4127CE-3775-1A68-CF67-33A59A7D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0B86D0-08D6-0F7B-C2A6-6DEE7174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BB153F-532F-685F-F9EF-7B9A3F7A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14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002C70-282C-0557-9678-3827D7F7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609117-A6C0-F775-5B1D-2755F795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365ECA-3E7C-D267-F818-1E176F067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3B97FE-2CAD-1810-B834-02E98977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779053-94F4-C621-A7D0-BEABF9F3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82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9E8A2D-E97D-1810-4912-7A8E4BD7B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C1CD4-C5ED-69FF-EC16-692F8ABB3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75B5DE-7940-8597-81B6-75FFF0E87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524350-CF61-4400-B3E8-4E0CC6A8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3FA0D5-8FC3-8D1B-F0AA-55D656E6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573851-84FA-C461-3E86-562AFFCB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44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54B975-26EA-7D6A-4AC5-CE5B7B63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A7D1DF-08FE-FBFB-6A0D-20DE26DB8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555580-EB60-965A-BE2D-7498F5D9F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6777F6-0D09-E72C-E649-131A96635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9B80CB9-3287-54B6-22CC-2C707BAB4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F4A3AAF-F56C-C3D3-088D-4EB629B5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CDF0E6-6ACD-3A75-24CF-56CD04DE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32B39BE-C702-BE11-4CB3-C64370B6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43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C3442-0BE9-E34B-19E9-687982222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F78A85-4044-5D80-AB4B-F7C6A065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3A6511-465B-A650-68CB-E83C8D2C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2E4F02-0EB9-BC89-9019-B1B2A74E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62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D22D15-47C0-854D-2698-6BA69F8C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B484F2-5D7D-2A9B-50B8-2C6BD92D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52D3FB0-9D6B-EF65-5E9D-7F026C44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9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0DBD2-7F00-D6EA-8565-F25DBA25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2D0BD8-9C57-35D8-FA13-F6C347BE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644D5F-3767-EA55-1B5D-2A01DED9F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095A8F-2F28-CAD4-D7E9-5449CD64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B8210A-A530-7562-8042-4287E218D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1B8C1-C1B9-2AC8-C3D4-60BAB457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12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7A34BD-C03F-4527-C41B-E2C2A4E6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F31363-CB7E-2889-1709-1E5355EE5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94BA5E-DEA8-1A6E-138B-C3BC3F553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B8E09-EEEF-B883-9ED9-1FFD5A13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70D3CA-91FC-DDF9-4359-E7A45705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6D6427-6688-3D04-90EC-61B4A528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73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12986D-53EB-FEA3-17C7-586E198E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DE5336-060F-F3A0-4F6B-64968A367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1E201F-4457-7899-1CF9-2C1C86D4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0E84B8-8CD3-D4E0-8E26-68107772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061E92-815D-D968-0267-168A59F8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43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2D1EFF-83F0-8D30-C445-E648430DB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2433B0-5CC4-F533-356B-927C0FE69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18C54A-F75A-B0D2-6610-58F32537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850932-6C99-2612-4AE8-9AC9030B3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3F5DC-FA1C-C8A5-9979-FD74EDC3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29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3FF201A-7092-D794-3768-96EA1D62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720F4D-2C7D-8D6A-8BE0-A71696E5B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0616A-BBD6-9467-C408-F8E98D9EE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852AD-EAB3-48BD-B801-0CD2243833D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768C7D-A331-F1E3-92CC-E2ED28CE3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4D326D-EC63-E13D-0A39-AB9FEF08F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904EF-0B9A-4A20-BCD2-8B47E413D5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703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9878CC-BE5E-1E21-F5B1-7FF06D2D54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A29AEB8-2A75-BEA5-F1FC-2EA432B06F9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Study Reminder Ai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2977ED-664C-6EE4-DD6D-74C7E414B6A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727BC6-6864-F9A7-ADAE-759E1638B0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A5E1EB9-4AF8-C6E2-03E4-78811B1C1E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10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49E9AFD-86B4-DA5D-58B1-5F2649CD993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2C9E88-6176-1744-5795-A7CAF37144E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8F0409-967C-C1D4-59E7-8BBDF46DA6E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Study Reminder AI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資格試験の一問一答・学習リマインド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study reminder ai Domain candidates Confirmed domain: studyreminder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DC6B7AC-7201-62B6-7D2C-AD7F001CCC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042C0F5-42DA-88AE-A9AA-B163870870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38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1EE1D6-F852-C412-EBFE-5C1FCB1DC4F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3998C82-1139-32EF-5847-992DED18D78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A89660-794B-CF19-C4AA-886CC934062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FE8186-29B9-0551-7437-4CBDCDAF9C3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25D6259-99E0-DD39-DDE0-92BA53A9A8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65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E18C11-A899-672F-DA91-423B0833BCF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016FC5-E6EA-F47F-DA48-5F7D995C11C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68C6BE-B645-9510-A5D7-5CB98095430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C787E2-CBCB-988D-1734-05508BCF445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45DA3937-B0BB-1896-D473-6446C5BEBF1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59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296EA8-54B3-C5E4-CD22-0A16BB3A816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FFDD7E-AD45-3CCF-00D3-BFC750D87FF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1B7EE2-4483-A0D5-9D1E-726EEA1B4F1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33C187-726D-AF23-AF72-B718082735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09A024B-36D2-5444-9E4F-09E06F12ED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9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BD4487-CF70-6B73-817A-FED2944C43B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34BEEC-055F-D878-149A-98B0D9DCB0B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C2874F-4253-F91C-7BA0-4556C9AC0E6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https://syunnjack.dev/articles/study-reminder-ai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5AB93C-DA7D-791F-1821-82D6378B323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D2F3419-5CAA-B683-59DE-74400F249C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78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2026-07-30T05:04:14Z</dcterms:created>
  <dcterms:modified xsi:type="dcterms:W3CDTF">2026-07-30T05:04:14Z</dcterms:modified>
</cp:coreProperties>
</file>