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A245C5-6CFE-53B3-3434-4E03CA09A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D23059-9DD0-6471-221D-7390E9FCA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0A394-4483-F1B7-5875-05ECA455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8DE1C-B5F6-D2E2-D894-7C3E9C1B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F4247-B619-7392-2221-1A20BBC8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47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95E25-891A-7EC3-CEE9-B6995B55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928D11-E14D-7702-A171-04C7B764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8D3AED-097F-F858-87B7-D3422447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F3E582-4BAB-9A15-BA03-E6E1BAEA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547CC9-1211-F165-020A-13D91B61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27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D36F6-8939-C9B4-0878-DFD5E32CA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B81012-81E0-9BAD-2F72-942537710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E2D641-B943-5FC8-5A75-CB0317EA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37061F-82B2-1EF4-D2EA-364D8EC6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DD80E4-C954-B477-CC0A-42C3C878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80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39CEA-4896-514C-E935-47D80D4B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F775F-F44E-25E7-6D7F-CC03171E9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37141B-E1D4-D526-AA71-D67B420E9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B6C6C5-EA87-3F6F-EC26-B3342B7B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3156A5-0E0C-3FB0-FA7D-B5BD46E4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4DE711-F2EC-7313-D310-BB44EC4F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18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CFD260-5245-9C2C-EB6A-9A5A6B21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02EACE-1EBA-D81A-022A-E42F320E5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300EB7-AFC8-DC2E-F5BB-B95CDB66D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EACFEE-450C-BF49-FBB3-1106A0B69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14F879-7142-DA6B-BB94-71E3CA4B3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AED6EB-BB79-1F45-2779-092FF51C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39738E-C1D5-21C7-713A-A1538214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3AB79C-36FC-7BA2-0E57-305435DD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38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856CFF-7244-826D-7BAC-8A43F517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DAACC7F-706E-2827-C781-058D66F3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DB0BBF1-A63A-EFDC-CA56-9E1360C1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4F22B6-5C91-ACEE-D071-77F25156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92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C72DF8-4D14-4370-CE31-DC270CD7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DD9D94-5763-6D38-CFD0-F4019767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9A0C7B-E6EA-298C-A02A-EDF38FB6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89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C7B64-3C62-33F0-9C8D-249CDBA53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AD0F15-721D-DB79-9A91-1CE51F1FD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9181EC-95BA-D23A-2AEA-948B08328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D5D5B0-41B4-4924-1A8C-6CA8A3096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4EED22-BCEC-FDED-1E24-F890C18C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5865A5-3E9F-BF73-4AAC-299EFC28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65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BB184-A3CD-1F1C-1D82-5F6EC743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07FCF4-816A-1DC9-CDC6-C5E1D487C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EA5B17-9CF2-C332-F3F2-ECFE68145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800659-1090-3109-C147-E9A0E6EE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A63678-02DB-02D5-8A28-6025089C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EC797D-FA78-F234-86AA-6AB2753B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22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B45B3-D21B-E33B-115D-A22D0637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17FF6E-F169-C4AD-E12F-B39D6E4AA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A9EEE6-0C3A-45E6-352A-B0EEC009A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D04D6-C590-439C-D8AD-5F0CA1B9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145A29-8AAD-0095-735B-56ABD8CC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85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6898D8-0B54-41B5-CA23-E366B659B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CF0362-6DC5-5D70-BFF5-3908C4F3E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528893-20FD-FF1D-F143-D8025344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E72AB7-0B35-B39D-830F-0D8DA671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304404-AF28-E62B-FA2E-0E22FD4F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07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A373A2-ACB4-E834-1092-6AB9CAFE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F0D6C8-A5B5-3B70-3EE1-D9C426A15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BF2FAB-392F-ECBF-E425-B1FB55551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D1CB6-AAB3-48C3-A5E2-EE61602A8FD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FBB335-C34D-7BF8-2206-0BEE9620E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88061C-A805-8447-497E-DA3D07CEE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59FD9-8A91-4C3A-8EB7-1DDE47E02B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77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B6C979-9CED-E298-629D-84D8E8EC23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AF1E1E-FEFC-EE9F-8D5A-9CFD399393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Board Plus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EDA01B-77DA-9EE7-A343-B273811D266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CD9A2C-FCA7-7F00-C7FA-4292F653AA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D74426E-F252-EDB2-F424-91D51735BC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35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B6815A-4407-21DB-81BA-19E110EE0B5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08375C-F679-F7F9-2952-E3D741EFDCA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C2E46B-4131-8F4F-E0D0-B11AA0712D4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Board Plus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地域掲示板、街道ウォーク、開店閉店、イベント、周辺スポットを軽く投稿・検索できる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対応ローカル掲示板サービスです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35B269-57D8-1736-6C6E-BDC0ABEF7B1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08128FC-D002-C42F-5EC4-BD99B6D6E6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29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75D1C4-16DD-180F-0136-2D5DFE12D8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A6AAD6-2F74-2E2B-52DA-9F6355A0AA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F689ED-794C-2AAD-AF35-11911A49825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309513-4F59-35C3-7478-4FFE9197F20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024EFCB-5272-5441-E934-73324DE5A8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93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285E7A-55F8-93AA-6E43-58B6B3EB095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CB8308-2473-1B96-E5C6-2BF7001AD8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81E05-3F6C-AD87-2757-77842312BD6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A94D3D-9BEB-77AB-572F-2602CE86BF4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FA7C5DB-9D51-D81F-8B7E-F20EAA6827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58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6DC779-9784-DAC6-5987-BABF889E474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BE3AF1-C310-EC23-2DAD-61EBE15180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4EC795-AC96-C0D7-ABAA-02F0220C119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localboard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E4FFC9-8EF9-1093-A341-028BBC88774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AF2A06D-696B-0ACB-7884-49153C75BE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05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5BD0CD-9DBF-7A27-C669-A63BD125D74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BE3F93-ABB6-D9C7-E7B9-F88B299679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D80FC4-1B85-D65C-D88C-99036BFFD42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https://syunnjack.dev/articles/local-board-plus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2FC4F6-A92C-0C99-5F4A-F998910A81B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A249D1C-1D93-79A6-8FDA-76725BB512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90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2026-07-30T07:00:27Z</dcterms:created>
  <dcterms:modified xsi:type="dcterms:W3CDTF">2026-07-30T07:00:27Z</dcterms:modified>
</cp:coreProperties>
</file>