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EDFAB3B-27F7-20AA-DFE1-5D991C134C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9D5D6A-54CB-F94C-3930-E8C046ED0D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BAF6993-4AEB-EA5B-28D9-5A47330A4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641F0-B500-4271-B2FC-7B235583C74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F955A4-C154-0DC3-0825-B167DB364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06EE8F-00F0-6668-895C-CB59F75C6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30BAA-96DF-405C-BB73-EF05DC564CD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9975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06E6E9-6817-68BB-466A-62853D45F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7250C86-788F-6960-30C5-258F28A13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C7FDA60-C475-D5CA-AFC0-17BE7FA2A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641F0-B500-4271-B2FC-7B235583C74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0D7F10-9B6B-BA7E-A066-47E437C98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48A44C-2499-76A4-720F-BA37732F8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30BAA-96DF-405C-BB73-EF05DC564CD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2228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9A843A-A4F9-1E32-9390-11A0B6CF3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3380206-B9B5-C075-7544-1E71525829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00DE85E-09F1-4966-9601-233D6F8D9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641F0-B500-4271-B2FC-7B235583C74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3F7A6EE-0B06-2CAA-210A-9B7F1A8B24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B5413EC-3E8E-4BE9-8EB9-66B3214AA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30BAA-96DF-405C-BB73-EF05DC564CD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3407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3C7560-FA7A-7F00-6BF5-1D85DD2BC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FD475A-A0FD-8827-B3C5-84CD8E668E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3CEBF8D-C15F-9A25-D776-9A0D0DCE9E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818D86F-6162-00DE-5E45-4CF2A55FD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641F0-B500-4271-B2FC-7B235583C74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C7899E1-15FC-BD9D-FCC2-8D8036543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11EB3A8-85F3-BE59-5730-0AC47349D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30BAA-96DF-405C-BB73-EF05DC564CD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2842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E1339B-FD78-A3D8-4BC8-1606B8F10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99A300B-3D2F-640B-A5A8-1C1B88FF6F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E516BCB-8AA0-EB04-CEFF-94C112785B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6764C52-2B30-5FC5-A3D8-BD1ABC3956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0A87BF6-B7BD-BA06-C911-A80B3B5510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E3C7E90-6A2A-9E86-1D1E-F51F6EB8F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641F0-B500-4271-B2FC-7B235583C74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8F982AF-5376-272D-3F65-BFF3355E6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BF5D506-28D8-F907-9345-EB6F58F8F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30BAA-96DF-405C-BB73-EF05DC564CD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1952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43A2BB-691F-70C7-AD94-9D91787D8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F381600-9091-7805-4B9F-B96038D079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641F0-B500-4271-B2FC-7B235583C74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461B71F-5476-6BAE-8F7F-9BBA43BE6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3743397-9341-265F-92E6-C2CB5B7C0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30BAA-96DF-405C-BB73-EF05DC564CD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15502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F4EBB56-331A-6AB2-A4C7-899207679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641F0-B500-4271-B2FC-7B235583C74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A06F142-E4EB-535E-D03C-38A87C877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AB9EA31-6AB8-0D24-E917-7DF2F465C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30BAA-96DF-405C-BB73-EF05DC564CD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1104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7266E0-CE36-DD41-4FFB-E8A91D30B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8E10E9-CD10-C0FD-18AC-3F1354850C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33B8FC7-24F7-8C3F-161E-83CD65BBB5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BA3779B-0421-87BC-911D-52EA80D05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641F0-B500-4271-B2FC-7B235583C74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107439E-64B4-0B00-4874-B0FD34930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02F608B-8C6E-19BA-3C9C-4A37F7693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30BAA-96DF-405C-BB73-EF05DC564CD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3627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8073EC0-9581-93A5-A0AB-44B6E0501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C019564-4CFE-B85B-B269-7F3B8DDA24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52DE425-2A07-5F76-00DB-88DCBE662C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BE807D9-3917-715F-3382-748D6A79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641F0-B500-4271-B2FC-7B235583C74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DBF398-636A-D3A4-A9DE-E9E41A058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D5F0C76-B3DA-9096-61E5-67B56EFB4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30BAA-96DF-405C-BB73-EF05DC564CD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86735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B00CC5-3FF8-CE70-8AB4-D2F1154A3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AA77042-0DEE-1AE9-0D8F-B82D95C538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75457A8-9869-7408-78C0-0ACC0079B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641F0-B500-4271-B2FC-7B235583C74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BB6E833-B6CB-5F5A-A90E-3B7E1B2CA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03057D5-37A6-7D48-453A-226172EEC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30BAA-96DF-405C-BB73-EF05DC564CD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9106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654AAD1-C62F-E68C-F782-B8CEB6A04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16197EE-D189-8E78-AD99-0753976369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58FDC14-D54C-C1DA-0575-1998FF5A4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641F0-B500-4271-B2FC-7B235583C74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60F04A2-6358-3857-ECAD-A720DD399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A9BFFC-628D-0448-BF21-0F11F11F8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30BAA-96DF-405C-BB73-EF05DC564CD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3927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5B33304-7265-028F-C542-A98001B25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3435C44-FF23-E78D-D646-82C31A4425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B5A3F2-22C5-CD67-B915-7246E8AB92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2641F0-B500-4271-B2FC-7B235583C74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A1CAF67-2914-CA25-BEC1-1A7E0C1971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FB3CCB9-84C2-7E25-FDCF-F85CB6454A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B30BAA-96DF-405C-BB73-EF05DC564CD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71801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582D590-44FA-A27F-DB42-E45D270D82F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A08229F-A17D-1A8D-2A68-CE229FD315D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Restaurant Seat Alert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F69E4B3-0D0C-D4A1-0DB0-2E11183B011A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92C719D-3CF8-175C-AF3B-A48723E5EA7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76EA06DF-BB62-D7A5-1F9E-A3781CC335A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90594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75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E517F78-7F9F-D335-6E22-61D7380C815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0AAB98F-58D6-F831-FEB2-77244B193D21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D70B2CB-95E0-E146-32AA-AE47433AEFF0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Restaurant Seat Alert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飲食店の空席・限定メニュー・クーポン通知 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Repository Recommended repository name: restaurant seat alert Domain candidates Confirmed domain: seatalert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E4BFBC4-5860-CDB9-CC09-86E73DA1D37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7C961BE2-EB14-20F3-B081-5DAEC7ADFAA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4190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4000"/>
    </mc:Choice>
    <mc:Fallback>
      <p:transition spd="slow" advTm="14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723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2EF2CB2-4AE1-AEB0-B82D-07E7E7C9AB3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50B1040-E5CC-A109-40A3-7EA5BE5071B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9ED40E7-7E15-9A53-AAB6-6274168F7730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61D3619-0FC8-6E3E-31A4-AF9859B924C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CB8A3317-673A-5F72-815D-D75443D0797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7645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6D1D584-6EA5-1BD7-59C6-C6EAEAECB0B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5DA6A71-7294-3916-F785-E087659818A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DD663D6-65B9-EAC7-6661-F7EB876C181A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D759FBC-5DC7-00C4-C488-9F807EE20E5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6C5541CB-C437-BAD8-7251-669E12B3F9C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9823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514AB0C-4C84-568F-729F-E631BD5D6130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9AB6416-330C-C912-69D6-1414BD7D335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95E9382-3414-83A5-FEE3-8C17E6E826BD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直近のコミットでは、実装の見直しと継続的な改善が行われました。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5EE43F9-81B1-64CE-CCB9-C7CDC6F7FF5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F83C56C9-5BBF-ACF1-67D0-E63DB7B0B4A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6135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28A2C5F-B4F4-3941-1E0E-0119821D64C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5772551-C222-3304-97D0-AA4924D47C8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7DB1CE7-48F3-7657-06A2-8064A0C30241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https://syunnjack.dev/articles/restaurant-seat-alert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237A07A-FD09-DC52-3229-8CE97E54C71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F8D0783F-7D1E-27FC-C0AE-9279C03A0AB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7944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188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2026-07-30T11:38:30Z</dcterms:created>
  <dcterms:modified xsi:type="dcterms:W3CDTF">2026-07-30T11:38:31Z</dcterms:modified>
</cp:coreProperties>
</file>