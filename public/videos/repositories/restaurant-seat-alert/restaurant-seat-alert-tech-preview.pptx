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B00415-8862-5E8D-F1AA-BCB759910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4CBAC9F-0CCF-F1D2-471C-7CA25E5599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C0B593-7904-D484-5C96-FC9243DFE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4288-5A2C-4424-92F2-F08D9038A8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A50261-EB6A-72CB-FD57-20C394357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58643D-8935-848A-6BE0-2904CC182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8F43-7BF4-49A2-96E2-D5704E76B6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851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8FC6ED-D323-75CF-1FC4-E29772084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F1C0D1-FA88-AF36-3C48-42D75860B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D5D62A-5F2F-F7A7-7485-0B997B2F5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4288-5A2C-4424-92F2-F08D9038A8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8C264A-025C-AF52-5945-97E35D477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9D3D8C-B301-0B09-82D6-B9828A32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8F43-7BF4-49A2-96E2-D5704E76B6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7087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5D6648-01B9-6127-55FB-C243ED12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9CDD9F-B58E-4263-E577-D88FBF0A3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9FBCD0-CBE6-4797-CEAA-3EFCA1890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4288-5A2C-4424-92F2-F08D9038A8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97A315-629C-1F5D-46A6-141440B5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26668D-CC19-F025-383E-68E376FE9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8F43-7BF4-49A2-96E2-D5704E76B6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8725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6C1F37-402C-5A5E-7F2F-9B7298BA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D4B682-BE37-85DE-8E64-6776CA83E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1FF989-D52E-F3AE-02A9-6BC3BBCA1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327D46-6EEA-2EA4-4476-29A2F98D8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4288-5A2C-4424-92F2-F08D9038A8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E44BB5-CF70-724F-38A1-4CE3B1981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054BFE-0950-3D82-7AF4-618345FF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8F43-7BF4-49A2-96E2-D5704E76B6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718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D21B2C-7233-2F83-A0D4-C15C4C929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A8DA0E-C6F2-EC31-19EC-EA7E03DEA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244D4BD-10EF-9461-A43D-F19B2174F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BCE6B45-FF1B-D299-967E-FD6AB760E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D4DB36B-7D73-9B64-056F-2438F8E05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562432F-309D-B77A-0543-34887D929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4288-5A2C-4424-92F2-F08D9038A8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51D0BC0-D6F1-20F1-B9C9-655617982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8F64D33-068B-65E1-2465-768B043DB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8F43-7BF4-49A2-96E2-D5704E76B6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5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43C955-57F4-33F1-27E1-709C896F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D7D35ED-0BA2-F35D-6B5A-5F36FFFF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4288-5A2C-4424-92F2-F08D9038A8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225E8E6-C0FC-9930-8CEF-EB88AA931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087C91C-745A-7CF8-D736-C1C5CFD4C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8F43-7BF4-49A2-96E2-D5704E76B6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091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31C1B6D-EC71-2429-32E0-6CA26EBB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4288-5A2C-4424-92F2-F08D9038A8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2FA5282-6E2E-F77C-A7DA-935E9E36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1B1A5EA-F4EF-640D-4C3D-D3A486EDE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8F43-7BF4-49A2-96E2-D5704E76B6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1995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749D5B-78BC-8CE8-3227-F025ACE2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13DCF1-F766-9898-61CB-294D7E98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A2866D-98AB-55AF-BB9D-AC47CA493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B816F7-DE6A-51AC-8C80-3657A439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4288-5A2C-4424-92F2-F08D9038A8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2D0541-4623-3877-544E-2825DD65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F428FB-B86B-4747-FB30-A55FE01C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8F43-7BF4-49A2-96E2-D5704E76B6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7487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032FE9-D876-C767-854E-D5E984767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C3FC4F3-FE51-21A7-F2A5-B29C9B8DF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4DDDC75-BC66-75AE-9FCA-6AABCBF23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B8E201-11F7-9962-A914-0CDFD2EE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4288-5A2C-4424-92F2-F08D9038A8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B4E173-431D-8FBD-FE28-210F555E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AA3F0A-B345-47F0-7DBF-399A8575F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8F43-7BF4-49A2-96E2-D5704E76B6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5307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3CD985-50E5-EA87-358B-53F7B9C2A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6D00A4C-4A19-33A9-CB15-A00A7581D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471AB1-0581-5A3F-9179-4150065F0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4288-5A2C-4424-92F2-F08D9038A8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02851C-BFF1-915D-B3E6-4C0DDEB3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A5E390-65F3-6DFB-A631-AA90CD50A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8F43-7BF4-49A2-96E2-D5704E76B6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340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1CC4078-3C3E-4180-2B9B-8E18B0FA5B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C06682D-D0E5-3A36-2C7A-078CC6CF4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2AD412-BFA2-6F12-F06B-269F82C3D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4288-5A2C-4424-92F2-F08D9038A8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FB2CA1-35C1-B2D7-7D43-274B177EA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490C80-F499-34D9-9382-FD6A5715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78F43-7BF4-49A2-96E2-D5704E76B6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1999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F8EEA98-D8A5-1F1A-7F39-E5A3FA7F7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B0DAC2-61D4-0093-D43E-AADC4C070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B3D239-191E-5CD5-419F-30F12B2043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94288-5A2C-4424-92F2-F08D9038A8E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4E83E1-9744-CE3D-6B54-D55DBF02C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573584-E955-E7F3-2DCD-6989014E1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78F43-7BF4-49A2-96E2-D5704E76B6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1194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4081B7-1336-C7DD-2E2C-FFFBD7BC07C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15E6EF-7E31-EBD1-B8E9-71BABB43F30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Restaurant Seat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CFA7FA-B033-337C-58B7-187C8644B09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849C40A-F39C-93CF-2F7D-48987FD1631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983E9BC-1A42-CE84-3582-D43EF72A3E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5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145B654-9768-C2EA-B180-49A71CDCCAA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A5A3BF-FE86-F47D-7059-E525573C620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1F8021A-5DA2-C755-4C11-BF36E07A52ED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Restaurant Seat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飲食店の空席・限定メニュー・クーポン通知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restaurant seat alert Domain candidates Confirmed domain: seatalert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A545FDE-9037-210E-DFC6-4987A7810A7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06BB583F-AC02-9F2B-2B43-5602C62FC5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87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72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749B02E-A435-645C-CB18-178F438B83D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3CE9BF3-643A-AC2F-5A8D-416C0435F04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395589-36E0-8B3B-DFA0-8D4E95065D0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908F82-E004-8E0F-A1CC-E196D29A9B6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5BCB0179-9E80-3DF4-FDD8-BC179AD57A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122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EE80E2A-3E1C-1495-94E6-605FAD4C3AB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AD6E09A-2804-338C-4331-4C7116427BB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E5973D-120B-0C49-F62D-8D699E786C8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4BA3DC9-EC6C-68AE-BE07-B911B233B82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D5F403CA-B8C1-1F56-2894-E73C0DAE7D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22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007864E-BD3F-CF0A-1D53-8F56A5D8B94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DA559B-66C6-630F-DCAC-F364637E26F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8AF85A4-019B-5593-3560-3D3974B3EB2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6D0EDDC-FB14-B266-AE69-CB6D0761F09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975D9B42-B62C-3C50-1EE7-3FC7A2B670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73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758D44-3E14-D366-EBB6-0F342FFD48B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7CE5103-1B1A-DA36-8C26-A77A00C3657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F8B554-DE3B-181E-5286-CC7A759DD7D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https://syunnjack.dev/articles/restaurant-seat-alert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26817A7-BF66-13B4-413D-BF5706B32FC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FCAA87B7-E4C7-701C-307F-D0FC2437E9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55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2026-07-30T06:31:44Z</dcterms:created>
  <dcterms:modified xsi:type="dcterms:W3CDTF">2026-07-30T06:31:44Z</dcterms:modified>
</cp:coreProperties>
</file>