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4A56B1-19B7-F9A5-C8F1-9F8AC84B62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D076B6D-6C44-7141-3906-93B81D30F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1DFB8D-1B70-FBF7-9F43-545E134CF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4B2A25-CA7F-3765-17E4-2E0F0C90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72F80E-5DC3-FDFB-989C-A6027278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87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F27BA0-E7A8-D7DA-E63C-0BFBC3EF2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AF6FB96-1BDA-1739-E8DA-3FA41BDA0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2E56D7-B60F-2DC9-E61E-164466048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08F345-9D37-B09A-EBE8-EEF50B2A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643530-0E74-D95A-8FFE-B38851633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873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DE8878-E7C7-7CE5-E886-1CAE35EAC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ADC7CF-CEC1-CAA7-B8A4-F76FB42C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DC256F-B28D-0F51-BA64-F337BCA1D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AAD399-65D4-857F-F62C-2F1ECEF9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A6816E-13D7-F7AD-AC67-C99E7C3C8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77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5A9B8-B05B-5106-545C-745BB6990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8D6169-AF1E-894F-0C3E-461E9CA0F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90A0F1D-D777-9E82-4682-0EC921EDA5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0C6CE6-3CAD-E9EA-3B13-F253E8847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CA8A385-6FE9-82F5-E101-31B4712E9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0B4451-87C6-DF20-964E-F9BD3383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8756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F610BD-6E8F-7F46-47FD-B3E36AD2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76C883-597F-58F9-B978-29A3340DD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615E5B-07A6-65C1-414D-D56FB6C811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AA857A8-B22A-5B79-5EEF-6DC53DBFA6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CC7CB76-A247-0846-F5A0-43B58BFD0E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5F88E08-F2E6-BBA0-BD18-E2678F88E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ED2B6B0-0FB4-31B9-F9DE-859A2282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89A27AC-5A28-63AE-ABF7-97874FE62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58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B67B06-132E-9320-1FBA-6714DD3B2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4CB354-B2EA-4D48-1245-7BC16C063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7117F80-0505-CACC-444E-F5DBAF33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9865D04-DAB3-4113-5A03-ACE0B09C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682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ACCC12E-31DB-6FAE-511A-80DD2942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193EB5-0453-34B0-C3BD-4337E45A9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55FDA5-C4EE-C5AA-892E-B261A9D18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4756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3A409-C01B-D740-CDA2-ECE9D177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780CD-CEAC-47D8-6A40-AF4E9C461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3429B8-1712-6BFA-CE7D-02A9ECB62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6E661A-19A4-663C-B699-A7569815B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1B3FB3-3B5E-34C2-6330-9AE0DBE06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EE0D9F6-1DAD-7CB0-B91F-7E9DCBE8F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4758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3EC098-4E52-9029-99FA-32074D5E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6D503E-6402-1228-6354-55F1BDFCF3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3FB02D-414F-F06F-780B-43623BC63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BDE09A-7281-E9D2-0714-5F93ED9FF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0332B0A-E2C9-298E-DC17-F10A58D4E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11664B-051A-608B-3A69-8E8D6425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583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F7EAFA-8C24-EC7D-B035-1C8471996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0070728-7FAE-A57B-C80A-5B8362EFD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C6AC62-5604-84F6-FF1C-18DFBDF52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8C13F0-CA99-5490-EF50-D8960F28A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4BFCF2-12E8-BBF3-9C35-4CC8A6A1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662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0F93C28-BFF3-CCC1-8076-A2CE75239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D233C41-E121-FE9E-7557-021435645C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EE65CB-7CDF-4552-58CC-2F32947F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F2C52F-4442-22ED-E52C-1A466C23B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369245-1293-4BA2-60DF-AF56D646F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708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47E615-7B51-F84B-609E-2C03D3B7B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1EA655-0A10-E045-119B-84F353020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E1CD47-494A-7688-3CB7-E3CDDD57D1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21A071-801A-4D29-ABAF-8AA91F96EFE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1C1B02-F649-9DB3-5158-1CB5B4C5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53845D-37DF-7095-366C-3ABB2F2A8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6FCE93-CB10-4E90-8ECA-5F64916D3E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1603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C17DE94-E79A-9895-539A-49FDDC84C24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FDC77B-19EF-F484-1EDE-127CDD79B39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Bar Job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533185-90F0-70F1-56C2-A1CBE893C28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D1FA71-79E5-B15F-4AAE-38DB60AC69D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0EFE2C1-A658-9DF6-785B-DFBE1A53517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553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7FEA866-9751-8330-9EB2-70A87655657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65F48D-A80A-4F30-2925-8CFFAD908F4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DC1757-F65D-1509-ADB4-4B92F289CBA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Bar Job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飲食店・夜職・バー求人通知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bar job alert Domain candidates Confirmed domain: barjobalert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46104-7C78-C6AA-CCEC-2484B47416A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1BAB0CA-FA8E-006D-CF6F-A5571CE7ED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435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35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E0E9A5-7825-7785-7E14-565C60172F5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8E2530E-F6E6-7CB9-28F8-4F52557B41C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D7CA747-0E85-DE2C-D1B2-BC7293EBD8C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C948F5-82CF-F076-0076-C6880A1BF97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59A562D-612C-F974-836E-16C0FCF36F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56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F1E719-F484-DBB2-84C7-A6722E69E17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1812EC8-6736-BE22-48E4-626283534B6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9CE44-CA09-640C-5391-B03CCC124C6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CD11B5-2CE8-40ED-6CA3-C298E66BE3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686AF65D-33DE-81E9-21BC-BD32D04DE95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51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2466A1-FA9D-446A-EE51-62DD49303D3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CEC619D-09C3-C514-B8A9-DE233591EF4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13E7228-2F34-91E5-FC9E-C0CD113321F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4A70F2-54D8-C404-F5D0-2CA0D2B44F7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04C8DC8-9821-123D-D540-7DB952E045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466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917434-78F5-9CE1-0B96-812EE95B2DD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630096-AEC6-4FAA-E11A-D0AE435EEA9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F2114F-49BB-02B2-565E-1D16979E202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https://syunnjack.dev/articles/bar-job-alert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274CB5-F838-D058-9E07-095FD0A2258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33F7122-8459-4524-D1A8-D11BC39CAAE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870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2026-07-30T11:28:36Z</dcterms:created>
  <dcterms:modified xsi:type="dcterms:W3CDTF">2026-07-30T11:28:37Z</dcterms:modified>
</cp:coreProperties>
</file>