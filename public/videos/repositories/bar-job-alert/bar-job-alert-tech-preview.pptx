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C51C60-ED06-96D4-FDB6-D3EF26253F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D4FE2BB-5CB9-598E-B91C-22779399F3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B4B6A39-367E-69E6-312A-B78DA35C3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A4382-737F-4B92-B5ED-7CBC96371D7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70C03BB-8855-0E12-7868-30DA4B231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6C76015-4421-777C-3F67-BD7C30579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992CC-F6F0-47AE-8E71-3C2C93A527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1484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615368-4725-23F1-5C20-BA667B6BA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116C610-8EF8-EF44-E32F-09CCB7E1B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1222207-3F2D-01BF-24E9-BEB53B154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A4382-737F-4B92-B5ED-7CBC96371D7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CC3416F-AF39-F13E-090F-46067AA3F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C4CF45C-04AA-7F58-FBB3-32C744210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992CC-F6F0-47AE-8E71-3C2C93A527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6188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FAE65F-FA74-DC5D-0C64-435C18FAD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0A120-85EA-5294-F625-7D229245F7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EC0AB76-3FF1-9FA3-0492-BCFD306C7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A4382-737F-4B92-B5ED-7CBC96371D7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31C1D7B-2158-E483-15EB-EDBDE4033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FE01274-19F2-1DC3-C141-4C166E0A5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992CC-F6F0-47AE-8E71-3C2C93A527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8696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74623D-50DD-EBA9-59C8-C0B220129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9DD7D65-B84A-3DBB-31DC-FAAD6939EF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1D543BC-393B-2A2F-D1B4-49E1DBCFFF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D886343-892B-2B99-5EC8-019723AEB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A4382-737F-4B92-B5ED-7CBC96371D7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1BE61EE-A4E3-A91B-59C3-CFD72A267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1F62C34-7307-CF21-8AD0-ECA4F87CD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992CC-F6F0-47AE-8E71-3C2C93A527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571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34F3E6-DCB5-50F4-3A8F-A17B7F9C6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26F9F55-A131-2A20-5907-D97997F22F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BF2F200-D4D1-0E6B-B31A-934C06DCB2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E699564-2A88-F6C6-D7C3-A52D670A06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DDE8E58-EEAB-5E71-2860-DEDC096D6E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A31F7EF-7D45-DDBD-08D9-9FD39D209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A4382-737F-4B92-B5ED-7CBC96371D7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4A3334C-B608-23CC-DAC6-B975CA7D7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516C702-FD65-B4E9-6261-6A0D0FB0A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992CC-F6F0-47AE-8E71-3C2C93A527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7500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1EBEE7-D1DE-724C-6508-8F72AC55E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FB4E803-19B0-6DC3-6F53-C16D07B21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A4382-737F-4B92-B5ED-7CBC96371D7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CA4945B-DE15-0AFF-2CD2-D43FFD14C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23A8126-724B-8453-2A27-AEE65287B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992CC-F6F0-47AE-8E71-3C2C93A527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2792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3447DF7-11E2-AF8D-006D-BF53C581B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A4382-737F-4B92-B5ED-7CBC96371D7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129DEF9-14EB-7C1B-D8BE-1331C8CFC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C2BFCEB-0887-06D0-E68B-9A2CD12B0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992CC-F6F0-47AE-8E71-3C2C93A527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496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F7B1F1-270C-785C-E25C-414ED1B30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5FE7F14-55EC-CBF1-24A5-6350E05DF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253898D-5904-07DF-2877-833B4C0403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F805CF8-B06D-827D-B135-95B5D60CD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A4382-737F-4B92-B5ED-7CBC96371D7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683C711-0FE9-87B1-E836-D2DC1981D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2F94F89-AC66-C667-20AF-AA8EA1528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992CC-F6F0-47AE-8E71-3C2C93A527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300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4569CD-F081-E5A5-A15F-D6CD18D03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4F797C1-B4D6-A9B7-93DA-81C065EA62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BD5842A-CD70-B740-8031-2F3A1C0B82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9D1A244-7558-A2AF-842A-8A1E5B31F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A4382-737F-4B92-B5ED-7CBC96371D7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B24DD33-2C77-214D-0B47-6AEFB6589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CD62493-39FE-FDE5-9E4C-F7446068B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992CC-F6F0-47AE-8E71-3C2C93A527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4887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459662-1628-299A-6CC4-1B946581C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67A8B86-E2A0-4F8B-615C-690BA6B47C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B249FA4-684F-823A-1274-A10D02A7C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A4382-737F-4B92-B5ED-7CBC96371D7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E1AD9AF-B67B-A89D-5162-5497DD9B0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77A94A1-F598-702A-B97F-BDDC6D954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992CC-F6F0-47AE-8E71-3C2C93A527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6939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0AC6CF9-1863-2BBB-27F5-940F57B9BD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E7B529A-CDA8-2647-E0B5-B331A6E389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7B8F123-87EF-C3DC-777C-39C721343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A4382-737F-4B92-B5ED-7CBC96371D7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8E10669-4320-E5C5-5A7B-1B6077196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09E52A8-EA07-ECF8-F166-AC098F44A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992CC-F6F0-47AE-8E71-3C2C93A527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6159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D71BF78-F980-9705-1644-A9DC38C23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A64752B-BC4A-F0E7-2731-200B4F59BD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5B5C657-0B7B-8C8D-A431-470164A7D6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DA4382-737F-4B92-B5ED-7CBC96371D7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02503F7-3416-D1E9-F7EF-AC58BB571E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D0D8E5C-EE83-56A5-471E-E7D1FD96DC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6992CC-F6F0-47AE-8E71-3C2C93A527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654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4865272-C8A1-F4D2-AE9E-98F28281952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5326292-DE68-FEFB-FFA5-D4B5BBF4EC5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Bar Job Alert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E652C56-1D22-E55C-D3F4-44E1FEE87AD2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9D49C14-0E56-45B1-EA43-2E5468A0285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94C51DCD-A3D7-53FA-16E2-A629933D51E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937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0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FCCF230-EFE4-1FF8-6FC1-883059E6705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95F8CA4-4B29-C8E2-E031-D7439560D43E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3C377B0-AF14-C67D-9D0D-10A937FC4250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Bar Job Alert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飲食店・夜職・バー求人通知 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Repository Recommended repository name: bar job alert Domain candidates Confirmed domain: barjobalert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2E47717-50CA-9D76-328D-D54FFC2FAA1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885F3A23-806F-EE04-25A5-E25870D96BC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0273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000"/>
    </mc:Choice>
    <mc:Fallback>
      <p:transition spd="slow" advTm="1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35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B41C398-461D-9CC2-9177-949D6807511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31ED4D1-AFF6-1D3F-6AB2-6534FDBE762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D5280DF-396B-FC97-3B6C-1487BBC8156C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7D8D492-9865-C890-CEA8-0A28CCD7CA6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521C9D05-A77F-B619-42A4-722639CCB24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5215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E228261-7063-BE30-103A-9265F66D343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5399291-BE03-E067-39B9-B414E335D0D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8C70E3C-426D-5BC6-D39F-06EF593ACA10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04D82AD-C92B-79D4-DEF8-C09B7A29F3D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7B4327BF-77EC-2E35-7B70-940F03E8DA6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4289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2581245-5DE9-2A2A-E715-5BD80389A46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A721D55-E2D8-D463-FDF4-61C17C1B02F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F65E9FE-071D-1407-F26F-8A7CEDC52812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Set confirmed custom domain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1A41926-CF3F-294C-0B5A-64F8A720ED2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49D32755-A0D8-96E3-41C2-E4B22753604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0634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92AAEFA-A3B2-AE35-524B-9C604B032E13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5EC5B2E-21AB-99F8-A8F6-8169966379C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9EC030F-EEA6-68B5-CF6E-BB20CAB097B0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https://syunnjack.dev/articles/bar-job-alert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081D169-ACA8-E3F0-A61C-102A747931D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3D58468D-0E57-9790-2978-EF8C79F23ED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3417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2026-07-30T05:01:51Z</dcterms:created>
  <dcterms:modified xsi:type="dcterms:W3CDTF">2026-07-30T05:01:51Z</dcterms:modified>
</cp:coreProperties>
</file>