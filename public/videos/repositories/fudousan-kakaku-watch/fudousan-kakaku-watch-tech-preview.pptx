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7F00DB-E669-0211-3E49-731450D160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D59C534-4922-281E-B052-9EE72E163D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FF3AC4-13FF-F307-E9B4-714AC0DFF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A0E68-6F99-44AC-82FB-23DA67C1F89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351F95E-C9AB-381C-5E30-5053CD526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5E30C5D-F63A-2AB4-F126-9878A693D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52E01-145E-4159-B91E-C73BE6739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8943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A16BB5-C0FD-CA76-9FD3-F26E30F2A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C8D0E25-6249-C5C6-8C99-7853B7E9C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FA7A823-A803-BBD1-C3A9-855593D3E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A0E68-6F99-44AC-82FB-23DA67C1F89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3EED130-E0AF-2511-7A3E-22CB743E5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6EE52BA-12D7-F2AF-C381-780B9FAA2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52E01-145E-4159-B91E-C73BE6739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69120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6B93D0-327D-F32A-3D22-20A74D6E1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3A01F6F-1E81-A16D-E371-60DF31E32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6B50515-ED1B-7146-D0DB-2D2100925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A0E68-6F99-44AC-82FB-23DA67C1F89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B65D1D-C46F-E344-3DD1-3A0D0D35C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8BE9947-8655-3864-E5FA-4EDDEB184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52E01-145E-4159-B91E-C73BE6739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482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1A8664-5E5C-3DCD-9BA5-D17F6970E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7ADC43-F138-1085-5482-574B8663FB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FB76395-9867-A1A1-16CA-A1284BD38F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F72C127-3CD9-BF88-9614-04C588184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A0E68-6F99-44AC-82FB-23DA67C1F89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EED2343-1D5A-AC83-B721-522DC47DB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CEDDA53-E2CA-1B9C-EB97-D0DF094B9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52E01-145E-4159-B91E-C73BE6739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3291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C8746E-7078-8098-4DB7-0179CF278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236C5E-4E18-D500-C626-BC1D17F8AE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9ECF98D-B944-A7E2-8053-1215169F3D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DBF0D4B-81F3-6EF0-2607-E671C4CD72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EF4B35D-ACAF-9FA4-8E56-8B6F9ECDCD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3751F9B-2AEA-1045-A299-2C09DF74A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A0E68-6F99-44AC-82FB-23DA67C1F89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868F0AA-7255-444E-79C1-3A142F07E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017B27A-6680-ACA9-1EAC-3E9606696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52E01-145E-4159-B91E-C73BE6739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93426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22289E-926E-8B4F-DC0B-4B7903E0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55D75A5-A3AE-A89B-D52D-F9C888CAB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A0E68-6F99-44AC-82FB-23DA67C1F89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47DA876-0E5A-DC91-C860-0A55528A1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A096793-02EE-B72D-83F8-CDEEB788F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52E01-145E-4159-B91E-C73BE6739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1670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5A81D75-8C51-72D6-F161-0C4B16FC9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A0E68-6F99-44AC-82FB-23DA67C1F89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2B5EDAD-BB8B-E8CB-2F66-08A5D6F76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B824E0-33F9-8437-F530-4E3C775AE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52E01-145E-4159-B91E-C73BE6739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9481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A3F700-43BB-8461-EA39-7C6D211F9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FB69D3A-5FA5-ECC4-88C1-E9E754EA8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EA19834-5C98-CA4D-BB7F-AC54084FA8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364BAC6-F56A-D0C6-1532-B8BFCF066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A0E68-6F99-44AC-82FB-23DA67C1F89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1E243E-0EA5-B4DF-835C-941F309AF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93B683D-833A-A33B-8E28-CFD848744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52E01-145E-4159-B91E-C73BE6739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4568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D30028-3E76-3E7B-61D4-8D8743999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B8E515B-D620-2846-35C5-291B8303AB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B2C229C-0515-56EF-E2B2-FE6E82C84A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704522B-DF97-98AB-3A33-D30336282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A0E68-6F99-44AC-82FB-23DA67C1F89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4E87BE9-A829-A8AB-83B3-B7D818FDE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DE1F072-790F-2327-6734-AB4336510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52E01-145E-4159-B91E-C73BE6739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88799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7C7DC3-37E2-EBF1-8A9D-00F0A17A8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1C08968-6588-C85E-4553-20CA85191F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1916B3D-8E1F-7A71-EEBF-3BBCB80D9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A0E68-6F99-44AC-82FB-23DA67C1F89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47FEB4-946E-6FE5-7FEF-8A9260D8C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741E824-8B1D-404A-FC13-3A9851D34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52E01-145E-4159-B91E-C73BE6739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5261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CA570B0-CF6B-C0A4-0C1F-67C69F4CA6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17E9121-500B-0E12-1CB5-0AB6F02236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9AAB41-4D75-6A1A-E7CD-A5DFB0070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A0E68-6F99-44AC-82FB-23DA67C1F89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6274D3F-2A8B-F82A-E483-CFBD4FBAF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316F9B-37B7-5BED-B0F7-E935CACE5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52E01-145E-4159-B91E-C73BE6739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626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D2A51D5-D2D4-065E-2E9D-EFED48D9D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6F3B2A6-E144-6B7E-A15D-F0BABEC91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419DF97-BF1B-87E0-82E1-E1BBE6DF4A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8A0E68-6F99-44AC-82FB-23DA67C1F89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4B366C-FEA2-8350-15E5-FEA7C0F42B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4A4A8DA-A93D-11C7-99EE-59B0CAC3B9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452E01-145E-4159-B91E-C73BE6739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8250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A344EA3-3590-96E8-0D6B-B0826454023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E35DF04-AF2D-D6C2-0CC6-7A010343012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Fudousan Kakaku Watch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364A174-6193-4AB3-8325-AB0E124ED71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B2FB7AA-1B1A-E6DA-EAF5-FEA2D0A053B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0C469D4E-B193-EA19-8F18-648C57CD21A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2300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6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F4147C3-A61F-0C42-062C-93DE053EDF9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C843078-280D-3D5F-AD4C-2CDEE1FD8BA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C7112EE-4D61-9D47-7226-8A738D7F4380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About Laravel Laravel is a web application framework with expressive, elegant syntax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5927074-0FD4-C3DC-393E-08E0D61CFFD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63CEF33D-6846-305D-583C-424C2896396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0718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7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3E5010A-BE4E-21A9-5C6A-003FF54E726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852B660-CBF1-6D2F-CC2B-B5BA5DF9D1B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21C2F4E-1C8D-A996-FB60-C352BA3E5D7B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Blade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PHP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EFB40AC-3776-499A-E3BB-7917AEAB03A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FEE0E609-EAFA-F7D2-79C0-C2D17708CF7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1181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88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245186C-B6D7-756E-40E2-8571BD0D6A5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7FDFB7F-0797-CBE2-3E74-7BCC8E6155E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1AF0F4E-63A6-2361-198E-65E7FE50CAAD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artisan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0E23C49-F57F-E0C3-73E6-F587F991CC9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556F05C8-3CFC-33B2-6E70-5FECA5B190C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3603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27932D2-36E9-22FE-DC24-1D1306EC237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F1F613E-5611-CB62-99D6-7D9AE90007D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AAF208B-6830-DC57-F342-8A72C5C5FA91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CheckRentWatches: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検知カーソルを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created_at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から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rent_reports.id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ベースに変更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6478C3-5E6D-B481-DE16-91861996593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A3034953-3FA2-F1E4-4B87-23682D212EE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3484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98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89971D4-5E6F-55DC-E172-4755EC6220E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221670D-891C-68CE-779C-01F7A288113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0A4CA1B-69D8-83E9-2464-947153D9768F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https://syunnjack.dev/articles/fudousan-kakaku-watch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39267DC-8EFA-42CA-939B-9640BED1D09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E32510FB-CA70-EF28-AF32-E9024B7879D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9217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2026-07-30T07:17:24Z</dcterms:created>
  <dcterms:modified xsi:type="dcterms:W3CDTF">2026-07-30T07:17:24Z</dcterms:modified>
</cp:coreProperties>
</file>