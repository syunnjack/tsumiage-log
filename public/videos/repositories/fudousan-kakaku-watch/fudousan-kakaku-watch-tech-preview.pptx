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AA79CB-041A-F301-9AF9-79E417EA1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01C92C3-35B5-D175-B614-1D155CBE2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D51E9D-3488-14F9-8A7F-113DEB4E5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3085-5AAE-4EA5-8D53-37C2EB5D3A4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24A017-4527-FC1E-0F47-835D55316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B22DAD-5C27-F742-4AC6-D9D4F655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746F-3A8D-4EC9-A0B9-D22450B9F8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4358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8FAB4B-5F7D-DF5B-72F6-65E874F6B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8F29787-7CDD-228B-CB1C-62EC7B630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2EE959-015C-3765-CA52-54A9829DF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3085-5AAE-4EA5-8D53-37C2EB5D3A4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BF0A45-408C-D456-35FF-FD1D9C43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70F934-898E-7F19-FCCB-43644CCD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746F-3A8D-4EC9-A0B9-D22450B9F8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3426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07B36A-7903-C21F-3DF2-15AE8A5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E096A0-8581-B51C-4FCD-6ED6A6CD1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DCDEDE-EC01-A338-0890-22509D928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3085-5AAE-4EA5-8D53-37C2EB5D3A4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D0E947-1CF4-3516-0DE4-10B5C4AAA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51AF19-86B7-EFC6-3456-3B56AAF5B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746F-3A8D-4EC9-A0B9-D22450B9F8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0745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D67A8C-F9CB-350B-E4E2-76EAD2FDF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1B6997-6791-C3CF-23B5-2050F7560A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A87AD54-E24A-B927-1C3C-0B555756D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39A915-44DE-1FEB-F2A3-C5B2E2C3B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3085-5AAE-4EA5-8D53-37C2EB5D3A4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088AECB-A270-08F3-11D6-ED9BA641B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522618-93AC-9412-B6D0-EAE68A23D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746F-3A8D-4EC9-A0B9-D22450B9F8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6707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102FC8-3A8A-1116-772E-1D6C50769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9F15EF1-FD59-A59F-196F-CF54ACD91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BB6B697-50EF-35C2-7B59-DF406EF094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14CE4C7-0E2A-3FA5-02BB-1D489811D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1B1296D-D98A-EF3E-C2F4-5C1AAABFE9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DE79D8B-4659-6E7B-EE68-8FFA6C2EA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3085-5AAE-4EA5-8D53-37C2EB5D3A4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91F075F-063C-1ABB-8D1D-03A03626C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4B50954-6E7E-8E4B-E755-DC7035606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746F-3A8D-4EC9-A0B9-D22450B9F8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6265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D3142D-CF07-945B-20C2-B28D2E5B2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CE88EF5-14CB-B955-6793-EA06C5C22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3085-5AAE-4EA5-8D53-37C2EB5D3A4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1ADD99E-C6C6-2C1D-8EDB-5A102D00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36CA8E0-36AD-8986-84A0-05A84C681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746F-3A8D-4EC9-A0B9-D22450B9F8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7416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7CB6B14-5286-AE6B-38A4-AF01837C7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3085-5AAE-4EA5-8D53-37C2EB5D3A4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D9F9F74-1FB1-E602-B33B-9C69CC75F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041BF59-19A2-541F-F0A9-E96424AA7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746F-3A8D-4EC9-A0B9-D22450B9F8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4891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F18CF9-8DF8-2589-6464-9E8BA3DB1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94EF38-F783-5C6F-3427-B0E932E03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068FC93-6FE8-082D-7EF7-D594AED3A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B6382AF-0452-746E-E908-F242068E9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3085-5AAE-4EA5-8D53-37C2EB5D3A4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C0BC45-1743-9B8B-EFCF-DBFF0D81C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51AAC1-FF6D-683B-664C-53EB68441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746F-3A8D-4EC9-A0B9-D22450B9F8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2129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504828-62EF-544A-E432-1358E2529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7844972-0D01-347E-E57E-29D6725759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195E475-A47B-C045-5CD2-50A14A20B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21ADF90-06FE-C185-265D-F3FE21811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3085-5AAE-4EA5-8D53-37C2EB5D3A4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6E7E68D-4048-5FC2-E63D-C34C4700E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86DF770-4B7D-5002-5583-3BB27F26C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746F-3A8D-4EC9-A0B9-D22450B9F8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0347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6BDC64-EB68-1BFC-B96E-78B668E05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5A56BFE-56D8-5DB2-8A2B-1AA3111C4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B15EA4-3078-B145-6A93-A40332D1A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3085-5AAE-4EA5-8D53-37C2EB5D3A4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9AA54E-9228-55A3-4B1F-5B04EEB6D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BA7078-070A-3136-5026-C71D28F9E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746F-3A8D-4EC9-A0B9-D22450B9F8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9160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7DEA87F-90DB-E8C6-D173-603F23FABD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C551272-7AD2-12AA-9BC4-3D89C32829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4EE932-6968-74A3-9A98-EE9B66A43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3085-5AAE-4EA5-8D53-37C2EB5D3A4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8500F4-E9FF-EE43-D4BB-8085615CA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EDE770-6012-D577-D3BC-02B0A9668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5746F-3A8D-4EC9-A0B9-D22450B9F8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7040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A8DBAFE-8B86-E9ED-5707-162081CCC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0B2037-E2DC-D2D8-4AB1-AF1D04B2F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CE9373-8082-0360-CC16-944FABF165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13085-5AAE-4EA5-8D53-37C2EB5D3A4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976A3A-6693-B6A2-2BC5-5C1C318A8C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69B7B2-4DBA-BAE9-E143-767642014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5746F-3A8D-4EC9-A0B9-D22450B9F8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5747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5FB5D0A-3466-1EBB-0718-17DE0454CA4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E214DC6-2989-89A3-FAA7-E63060C9C41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Fudousan Kakaku Watch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AFC45D1-241E-8F99-7A17-514999CA95B4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4985EAC-720D-4291-2F6E-4A327497363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8C70A684-99DA-1741-A556-F7486AAE2FD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758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DA8B17D-0D4A-6B7F-3362-1A1FB35D985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97CDC4C-9117-61C6-94D7-74D77459C9F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BA81140-ED89-34EF-266B-A2C55F4EE68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Fudousan Kakaku Watch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275FF38-3EAA-94B1-7965-4428841983B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5530013D-1F80-6A2A-7837-1C5F58CC90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1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1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AD16C76-1226-918E-41F9-66623FF2ADC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8C336FE-978C-AEFC-8157-BF098E590DA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0292A43-3A63-65F9-B6E8-338045925F7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B00E464-6836-7C4F-074E-81FBE154153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024B3136-6C47-49B0-E3F1-4A0CE1283B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0500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91B75E7-A43B-758E-7BE4-DA51711D963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15CBE21-6A19-7174-2498-B28304211AB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72846A8-83A1-8553-2B08-DA670EB258F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7F8CC72-0F1F-4275-DA91-E01F69829DB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E55D769F-59AE-BA03-8214-1C42810BE6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6606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513FF12-FE7F-0326-3978-2057F924898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B366F4A-08DC-311E-365C-26473DD46F3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EA28EE9-EEDE-E39E-2355-CBCA013B2B8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直近のコミットでは、新機能の追加と実装強化が行われました。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D47C398-E30C-39F7-242D-737FD42D170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393FC0CC-DEFD-898A-CEA0-579D4B4C3E1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4346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8F766A3-A4F2-0C38-E0DC-865314B2F87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7194D66-67F2-D57B-157F-50575E028BE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C7FF6F4-DAAC-27EB-255C-6033B63D4F9E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https://syunnjack.dev/articles/fudousan-kakaku-watch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027F1E9-03F9-43DD-2BA9-9CB9BFA87CD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F324C99D-2E9D-9E3F-6E48-F6AE9F46E1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533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2026-07-30T12:16:03Z</dcterms:created>
  <dcterms:modified xsi:type="dcterms:W3CDTF">2026-07-30T12:16:03Z</dcterms:modified>
</cp:coreProperties>
</file>