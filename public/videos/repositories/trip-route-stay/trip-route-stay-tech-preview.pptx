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89301C-70ED-F2B4-42A7-453763759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4C0D0E6-B065-CE83-A796-988A26CD5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01358-2FBF-92B7-7ADC-90DF8E81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08468D-B5F3-8DC7-6588-163D2461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6C902B-356D-DA5E-5DAA-51C309FD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51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981C2-E60F-AAFA-A730-B486920E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6CA141-08ED-D703-CE7A-0A0F5867B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ED78A5-9685-E984-A700-ADCEE22C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769EBB-F225-8BEE-7125-B0DF0F23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A51BE3-7AE8-BE4F-DF97-E2B6AA66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67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228C39-8C25-5960-D250-11EAD0A7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DAC9D7-186C-1CA3-5F4D-884EC0143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9F0694-09CB-0EA5-6623-4D77512A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321631-9B4D-EF03-DC76-9586AE27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CD337E-695F-9231-90FF-8CCE9CBE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30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8B8A0-E953-CE85-E1EA-CD45DA194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F126C5-2E71-1C5C-DC80-9A7BCF754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587A59-7F28-EA38-19F4-5A83388D9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97980D-4F83-13CF-9E93-11E438DAF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F044E0-0D22-45DB-A00C-9DCCA4CF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B7E307-B81C-B305-3701-28E86041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88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E11C96-925E-255E-AAB7-EE5BCF21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385BFD-84A6-A16A-5772-0DF2CCEE7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6DC7E9-8502-90F2-6003-DFE9A34F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491808-572C-5216-2CBD-BEA58103B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93B542-6EE6-0DFC-69E3-FE9759832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E67BEFF-A7A7-1086-5E55-7E760A8E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0602D3-F4F6-D1CE-52A8-31C631589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FA52EB-AA33-BD06-B941-5272C89D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347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AB833A-C6F6-2FE9-6700-12F7318B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4AD178-A0D8-7D62-A8C0-4EBE3CBE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DFE800-9670-9841-BBCD-94FF7413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F1B352-61A5-DF62-2F20-AEA6F003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11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D0E922-1B35-4F3A-F9EF-376DF564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A3B9D7-0F21-60BD-6E69-3CE4C474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246459-7672-9368-23A8-E5263CEC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35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3EC698-4583-1212-FC03-5A896AED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4A59D8-4E94-337E-A2D2-897D12320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2D9680-B165-3882-9015-D92AAA98D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978E65-3DED-0B58-9D72-52515882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D97E2D-3FAF-FFC7-D9CC-7E9181F5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0A8124-0A97-9350-5FF0-C23052C6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10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31C48C-F969-49E1-894D-3677DA42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AEDAFA-DE78-F310-8B3B-9E53673D7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C2D49D-D4CF-A0C2-CC33-C8D8BE827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8D8FD2-DBEE-0100-A728-69D1E0E5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609FAC-97CE-CE75-4C98-EB777D47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F45F58-A266-14FB-0717-C02F0EE6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42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8D388-4C62-1024-760A-C546A5B6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FEC567-6411-CC72-7D7F-439490470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C38B35-B37D-751B-358C-C73515B2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01FCE9-9ADF-45F7-24BF-19368EC9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7E3B99-6730-DA00-55D9-A3DBDB69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07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579A1C-A0EC-A32B-7D7C-F441092E3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EEB814-47A3-5FB7-6827-194D5B649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5A5B7E-81E3-C008-E967-E42140344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EBD346-EE9B-E7D9-311A-A26088E0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40388C-FE3C-2989-6E7D-C2AE1199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75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265731E-04EB-B2FC-105A-8610C18A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B3143B-8662-27A0-BA8A-96CE751C1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4693F4-E7BC-A2CA-3F8A-46335A4E9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15FD-A605-4415-8531-A4493AFFD1C7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4841DE-9323-5680-C98B-2DEFFB620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8290E4-3B06-25DA-E146-09C5A6D88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E1A20-1AFA-483B-A474-9995A141C2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8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57C1A7-CAC3-F05B-D5E2-012273A8DB2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FD6A46-F6C8-EA60-F00E-7C7DC732513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Trip Route Stay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269A74-C697-6E3C-9081-DE3CD2F039A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461C6E5-4492-03A3-DF22-8620E60FE0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B526A93-CA41-B310-9F51-7A4F016195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59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AC147F-046A-06BA-F52F-7FC6BA034E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D7DB4C-6E00-D99D-37CA-6BC7079B7D3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0A3D04-8F4D-ACCC-F653-18F92564EAD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Trip Route Stay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AA0500-09B2-0C6D-85ED-84D56B020DE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98096F8-8B3C-E2A3-74ED-372F4717B5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65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BDEB9E-31ED-BFDF-604F-AA2F6A23B13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158AD9-6F2E-5844-5118-24431864ED4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EB46C34-6D2B-AAA1-A5AC-8D0DB7F2E46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EFCF8C-9FFB-3E7F-0E70-1093D283AE5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86D3D5D-1AB6-FACA-509E-4E00B98CBA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12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A10591-8E7D-7689-A351-BAE80000EEE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CD73FF-5210-C9BC-369A-32C211CA9D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0BE61C-E834-8C3C-FA4F-CC0956E8163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AB498F-25A7-7881-2105-E7766F560D0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D34DABF-EAF0-7A35-7088-8C6B495091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37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06A7F7-B4AC-77B5-66EF-C50660BBC30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2C0962-3F8D-0A6F-EEEA-3C8F6118D5D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925B78-9B1F-2FD8-FC3F-963F515A7E6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A0C4EA-E852-660D-2C86-9397F6D147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32E564A9-A72D-1977-D5F2-54FF286F68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5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C0F3F6-4809-0E48-DAFA-43AE5447A9C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43994E-9F47-6746-DB2C-14DE7F1D94B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5809C3-1CB8-C8E7-9819-45645023552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https://syunnjack.dev/articles/trip-route-stay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89933E-AEF9-0281-13B1-5BCF0A4D8D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4EDC91EC-2A05-39CE-BF53-853BCBCBB5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27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2026-07-30T11:52:20Z</dcterms:created>
  <dcterms:modified xsi:type="dcterms:W3CDTF">2026-07-30T11:52:20Z</dcterms:modified>
</cp:coreProperties>
</file>