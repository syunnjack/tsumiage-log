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32D8AB-E05C-386E-AE2F-988303C61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9B5038B-06EE-5226-60BF-68554C248F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145F5D-C5CC-C87F-DF28-8A16B16D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79B00A-BA1C-16DA-7CF8-A30BC9B1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ABF641-E5AD-8EB9-0538-DBC15DCCA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483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D88ABF-366A-4CBB-3561-56D48FE4F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BAE159-47CA-5814-C74E-0E0BE8070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BD34C1-D0D6-2822-D2EC-57F708959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1C3E4E-1886-3DB4-1BB2-F85E74321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77CCCC-1DFE-A142-1384-73A3BC38E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101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588B77-80E0-E20F-D54B-C5F9FEB78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E40900D-0680-F1F6-4A0E-50E28A55D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DF5428-5097-3C9F-E6DE-0805D7B64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D4050D-075F-BBDF-23E8-B14C090E1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D6494D-A4C3-00E4-C5EA-ADD434F4B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2927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35A38D-3738-389F-5846-D71ED25F5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D27F7B-E150-C553-30AD-B8EB38F460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45209CB-E3F7-44B3-421C-9FC8810C02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02D15B4-F158-98E1-7E2D-43E72EA19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511A6A-EB02-CCDA-CFD8-E307C5E5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73F86-8248-10F6-0134-0DE5F8B90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026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131119-FEA1-D527-38B8-BF6AFC2BC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98A4263-B9C5-C55E-925E-B4F1F9911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00420FA-9938-F7DB-9E4A-C9FE0C198A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8CB519B-49AA-D629-C413-6F085E3CB1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76AD4C3-E61D-B3F3-85E3-0312E14279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5FD15B3-2C49-9A5A-7795-41BDBBDCB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62F2FD-E39B-7804-E39A-96FF4A323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E484D81-6855-3782-2147-1929CC2F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9290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A9F5FF-643D-2A14-4FE9-E0DB004D9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658EBBE-5436-4B7D-0576-F12F94FF0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87B33B5-E0CE-943F-4E57-824DB614C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160BDF-F8A3-BBE7-110C-FE28E0AD9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1173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DC2F52D-A131-1361-0AB8-D8CA94699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C476C72-ED71-1628-1D17-4CE125FEB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2B96FA1-C122-621B-0E52-22D8ACC2E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789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6C1B52-2349-DEE4-A4BB-06E4271E0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1130E2-C46E-7F1F-5290-98F4CE34C9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3DB21F-D824-C26A-E959-A96C709F4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2AAE3DC-D876-450B-C272-6466AD0CE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F1BF0B3-3CAF-09FD-9BC0-9033558B3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C39D5DC-E991-D355-01E9-E1EE08464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819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8C368F-3000-3B9B-F573-E570F02AA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352202E-ABFA-E3F7-56A3-2A4214963B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56CF808-91AD-4187-8DAD-95A79A0FC5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5FF8CCF-8B51-E28F-706C-1D03277F5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238C4D-C9DA-9F93-8342-9D88ACA6B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5FF6809-225D-6E69-91A0-A73266770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231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28A5D7-4C5E-46A0-741D-060E66499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1FCA5F-8FBF-932C-0F56-3D2057AF3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5C5909-F1A4-E0AA-ACFB-2910151E0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9093BC-6F20-33D3-EFE1-F9B2E6AF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61E517-959C-1778-CA16-BF0696496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801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1AE7480-47C9-C994-22F2-0F2E7F7C53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0CEA5A2-C5AE-A9EF-0E38-5A4A409FB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FFF797-FC8A-C625-F241-22ADC19D3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DA4EEE-6139-55B5-F602-6F97A950C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8A50BC-D77E-36CE-8C51-68B234F5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3190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2648907-F5EE-24A7-0FF4-8A0151A1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47DEEC-08B5-0E8E-46E8-9237CBB737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5874540-2B2F-9B06-DB83-932FC39056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CCEE70-C42D-47A9-9950-FBF12969895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3ED9DA-D4A9-DE5C-0F8E-510567C803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180817-D18B-523F-C906-E47A76C0B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E36EE-07AC-4E8E-821C-E8430B7C36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5615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BF179D0-1696-B688-6C3B-44AF2C49851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E6CE0E4-635E-1955-3C09-F2AB7C5C103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Trip Route Stay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F2FCA6D-E947-ACB7-3835-A81B3C9DA06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90AA60F-C02B-8AA0-B8F2-6F104299483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FD21BE6-7998-DA59-FC29-8BAE7624E31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5052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2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27EE1D-9282-54CF-D872-6009A67F875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1C336D3-DD7D-9C13-1A09-D6ABBCE52ED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19BA-6447-687A-B294-FC0E099BD04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Trip Route Stay Priority 1 app from the PDF deep dive: travel route, accommodation and local spot monetization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9AF83CA-0B20-BC06-639C-BD765AD66F5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C5F8626D-6009-1F9B-EDD2-82FE6F7A799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6042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9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FCD0131-B305-91C2-C843-41C93388E4F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994483B-BFDF-6226-6EFF-8E73B21F091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A319EB5-9828-7572-2E42-82BDCEA0A40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7A3E3E0-CA49-6E89-2B0A-93E1A8DD09B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95249456-2F0E-7DC8-4EDE-E992151E852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6495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A19811-4ED5-CEE3-053A-94BDF339F6B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AA0D6C7-68B3-2D0A-20A2-AAD5B83C7C4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1AA9F81-2D50-E111-E17A-CCC3CCF0A6C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A885BCE-84F6-E208-BCCC-EA298B70058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A24910A-87F0-3CCB-6F64-9E4DF8F36F9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8760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5D0C122-3003-9162-1F4A-04A41EECE2D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574D7AA-AF1C-EE08-DCBF-A56EA64AADE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710F04-977D-03C0-0AFD-2D9CBCFAC38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DCA332-4EBB-F895-1570-296EEB5C094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7CC9D2F7-26AD-CA66-0117-0CE28336334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0553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69C717C-63AF-D5AA-E24C-BCDC0AD861B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1BACAFA-E4E2-5B76-913E-44546055E57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19238F-00AC-1EDE-F403-84BA1C4B6F55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https://syunnjack.dev/articles/trip-route-stay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703C91-E1ED-6067-2996-2FC8F2E6E73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82DFAD92-8215-52BB-9003-86DC84B9A79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9881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2026-07-30T06:51:26Z</dcterms:created>
  <dcterms:modified xsi:type="dcterms:W3CDTF">2026-07-30T06:51:26Z</dcterms:modified>
</cp:coreProperties>
</file>