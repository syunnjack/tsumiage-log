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AD7A4-06FE-A10F-1C9C-787B97A69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332A37-1B21-78D1-C841-A7372EC6B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55F7E0-76B9-51EE-A98F-5B5D71A6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F7BC87-DE48-711E-BECB-1664C1DC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43D0BE-ED6E-8BDD-ABB2-5D998A73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85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1693-BDEE-06C3-BB89-818D7BDC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FF566F-CEDF-8F6A-4AFB-090C93129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B16EE2-D8F8-AADB-D14C-AD92A7F7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776D94-C677-4AFB-57C6-E1E8EB494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A9A45F-ED6D-F3C0-B231-70D0A9F6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50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703178-5B00-6AD8-05A5-EC025FD0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6EAC7F-7993-539D-49FF-C17807DA6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78C16B-B5A7-1866-4C86-C35E9F10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134A9E-4ADB-2E3B-432A-92B1C8BD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91CA58-6156-845F-4398-5F4531D4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52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6C25C-D530-71D8-9EB1-25645762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D3FAA5-7A79-84B8-4DAE-0C4A7E177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65D67E-0093-F8EC-C3B8-1C62C1710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148A18-1997-F20C-1B00-A407A310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C18B17-BEFA-A28F-B4DF-27F3ECDA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B10261-E973-9443-DFA6-BA753625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52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8832A-1176-C4A5-74D0-644C65D24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B0BDC9-DDD1-1008-B9C1-ABC30AD10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EE7334-3BC0-DF69-E87E-72E6DA663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F4D1A0-9D96-2C1B-1648-051262A24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EF0038-535C-92FE-536C-F4456D39E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291720-23C6-FAF0-2460-CD8E28FD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6F3CB6F-6E23-C2B4-F736-5474849F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14D24E-181B-DAA4-1645-1D5EA9E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89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1711EF-F2B7-F781-5A26-39336C0A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8EB9DC-B805-5836-8CA8-084396AD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F0CA39-14E5-6742-AFD7-BBEAAF2E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5AA1757-DAE6-917E-A7BA-7291E1A7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36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C9D062-64AA-8915-E482-1EE03CE7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454216-C851-3743-17D9-22B11FBE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503CB7-2C6F-A609-70DD-5D296ACE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04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1814C-788E-A3B3-9BED-7B11BE0E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D0D691-9B31-0C6D-F715-D52BEC9F3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84C4CB-30CF-1A34-8A9F-016D94EBB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9C84DD-1825-E2CE-06FE-D80B6DBE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502F33-C22E-0CF2-B96E-E93A3B57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5BDADE-37DA-DC4A-C57F-4F3F6244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92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06C100-A448-323E-07CC-AA9D0771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575975-999D-1B51-03A6-1EC435288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4E8F97-35BA-9FB4-B11C-DDD7653FC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CF84A7-E651-25FD-B84E-E89D0EE4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E5E192-ADF5-1508-7876-716CB81F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E3A409-5924-C774-DEDD-23039747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54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1A97C-DF45-B648-AC4B-5E30DDF5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1EF9A5-848A-EB6A-DCC6-31BDFE1EA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C48183-C53C-EFBB-CD55-B36259E8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7FF308-BF4C-F70F-BDD5-5AE9E43B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C3C5FB-7686-21BE-CB5E-B4B49D05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02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7C85415-478F-5D19-765A-CBBB68C16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248DA4-5B0C-86A2-D8CC-9A334039E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82D689-9163-923F-7FF9-DE2B57E4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0BFDD0-D6AB-DBE8-F882-451B716A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FEC0E8-47E7-C21C-F7C3-6A5AC488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54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1E53AA-4E34-B613-4816-7BFD0D9C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451DEB-CEA9-E20B-B661-8AB72C23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F9406E-EE21-E761-617D-458008E7B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249F-FB65-43FE-B7F4-EC47FBA5CF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D649C6-CA10-C7DC-3570-E5E3C5888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2824F-B97B-55BB-09C0-F1AA47789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269A-8420-4C54-ADE6-B4C01A886C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10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D12DF8-8508-FBB6-5ADF-1236DB959B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E79C88-A769-91F7-6E98-8B57D6BE36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New Games Api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90FDA9-2B3F-65DA-AE4D-EB95570F683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73C0F6-472E-2CF9-445E-5AD1EA6391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6DDC65F-5B73-BDBE-62DF-CAD7DA4398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7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BCB6E8-AC41-B229-DD59-29D3C4BB50C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05658C-18BD-A80E-5D3D-331F7B00317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69CD49-16F8-2F1B-DDCB-30C6F67AD3C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GAME PORTAL JP API Web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版・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iOS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版・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Android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版が共通利用する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Cloudflare Workers + D1 API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5B9A39-500D-312C-AFE0-3BA2F33664B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417F396-6B93-F3F1-2AA3-F0A0911F9B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39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01A1B7-E188-B2D5-B7C0-27CA60A368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1AE693-1C7C-0AC5-2A7F-C29B0CD370C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923033-FE6B-C742-6C2C-5B800876EF4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FF107D-6A0D-C372-9484-1A27B77ED6C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1402A1B-6E47-37A7-63B4-8CD8F6791F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27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D0494F-F0D2-07FD-9BF9-02B1022C77C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4969E7-EAE1-E374-B3BD-ED08A24C0C2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059FE7-3DDE-F8EA-1305-7BD4CFC2006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migrations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CD9802-3EC4-AA3C-AFFA-2A7CB6DE827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49F03F4-4904-656B-5BDE-4571F5A6A6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00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19F744-4753-948A-0026-351EF5610A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B75AE2-D0C9-B656-1704-8DD53283F93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BC710E-2B23-370E-4642-6CF34A65ABE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 shared GAME PORTAL JP API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BE57CC-FE9E-F4AB-3E1E-716FACEC24D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FE5B795-71A0-D481-E06D-673FEA269E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71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85FF94-ABD7-A2CD-9352-459363A0697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D05954-3FD1-180E-F0A6-7EB164EB76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61C970-A4E1-E1D3-B57F-826AAC54A72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https://syunnjack.dev/articles/retro-new-games-api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2357D2-1AD6-37BC-CE5D-2F09A64EBE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2745D3F-A480-3F8C-331B-13BE21186C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0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2026-07-30T04:31:58Z</dcterms:created>
  <dcterms:modified xsi:type="dcterms:W3CDTF">2026-07-30T04:31:58Z</dcterms:modified>
</cp:coreProperties>
</file>