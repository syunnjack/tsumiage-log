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6F5364-8856-2385-F9DB-54EDCDF250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05D266A-5509-804F-C929-7D472D625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20CAFE-2EBD-C10C-C4D2-F8160C1D0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DE43BE-8753-3B3D-398F-DB5E65802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C8C111-FA21-9F60-F384-B9D68D1D9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775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388099-9FE1-F3C5-F4BD-23F645FDC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1056708-D34F-FC02-5051-B5712B7899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66270C-266A-C81C-55F1-16AFAF844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DF74DA-05B2-771B-2F45-85AB66CFA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B36DA7-733A-4319-8491-EBD4860A0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1663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2CAD2F-1756-23A6-920D-52F17F06B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1711F40-7874-1A06-EDA1-022D1ED41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30C55D4-1D66-AFD3-39E0-A2CF47EE7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358670-2E09-002D-3DB9-3FD55A91D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35C4C-623F-D04A-025C-FD5BFD5F0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3423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E0AA64-73A7-59F7-EB8C-911B7264C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B640AB-75B4-6A84-2620-064B805F52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31EA196-64D1-4F42-F975-36064BC7A0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17557D3-A60E-06FF-C3B8-D89B20BA4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F2E1EA9-DE0E-0B2E-7DE8-9E827DA08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8E4F8-A515-E719-2817-EF2103CDC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3858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11F429-B619-6378-8873-0F0948D6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B0BF5E-CCF0-3744-D64C-AB6AA1B0B3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56E7E04-62D6-1FF4-9642-27EEE041F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84C0D14-1EFE-49C8-0D00-DF04C8536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46C4CAD-4F5D-DED9-A2F2-66EABAFB88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93522EB-F32D-9793-F906-A8AAFA9CA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B8910A3-C771-0CE0-3BFE-7D08BA7E0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0B8122D-C090-717F-FC90-ACD11E34F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127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1E17D1-1F00-2C4B-E02C-B8E7B2602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6187215-6C88-C1AB-5D6D-A87B51F7D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60BA0F1-4D35-6E0D-71C1-148BE9CE8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CE44032-0DED-6424-8DEA-D58FD5823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4406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FE7E271-AAB9-8EB4-C7D6-C213A38B5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BEB2FD1-8E8F-44D1-A4FC-A34CDCD00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913E454-C531-BABD-2995-F51A1921D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532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77FBBF-C04C-5EB9-92FA-A8231DA85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FC4A6C9-AB12-9356-0973-60622D311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71EB6E4-C0C9-3706-43B7-4EB5D88ACF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0414EF-3651-55C3-B708-B28B5FEDC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886B574-D0D3-9735-0857-C8789E3AF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4259468-3C62-CEFA-431D-7A2A502EB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1042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52E1E7-8B09-8743-EF0B-C69A16DD4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617FE05-D8CD-09B3-2752-A806457C85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C2B51B5-BA4A-CAE3-8D6E-30D48DB959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7C92A0F-9850-AD57-10A6-8D924A1FB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11F13D7-51A5-7AAC-E721-A7993B2FD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9E3B48C-8F0D-B8E2-B54E-3F2E3AF6C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0686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2654F8-BDC9-8A20-52EF-8D7B122D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54E69A6-85B2-6F3B-331F-B4BF888DB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72D5F4-5B10-57E5-3FEE-053392ED3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DC2AAA7-28DC-C9B9-DB80-08B952A61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02B9DC-4228-AC4B-9A4D-03C25EDC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9973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8AE23BD-8DF3-E4DC-A57A-70E2499879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701D01C-A053-2E67-6860-D40014EA3F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033FD7-AD22-B58F-2E62-7B156CD21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ABFC1F-FAA1-FF99-441E-71DF8BAE4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EAB747-441A-604A-2BD6-2D9569927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3767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4642320-1AE3-6A30-1CF8-9E5A4118E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20DEFCE-B978-D754-4119-1529DF6F6D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677B1BD-A993-F473-C76C-A23AFA891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1134DF-AF89-48C8-8AE6-E91660A6F6C0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7C0DAFD-8E92-FA93-040D-833C2F42D6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69DB8B-B3C2-4698-33C1-E47753B45C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4365D-5AA6-4759-8C33-05B7AC82BAC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23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FE6943-5DD7-55E1-008E-612C27286F3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79309DC-4886-0D4F-9399-A0E33B6A66A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retro-new-games-api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7D669B-33CC-6F4B-9483-A60DE9778A9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F4E8F3-E24E-04FC-B2C9-A8D4ACA8D43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956363A2-D9FE-8E04-D780-A7AD83F069C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9476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0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F41F6E-3590-A249-9FFE-557695DE0B5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524483-D195-B857-6142-A8CFEEF2DC3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64779FD-38CD-1DB7-19D2-F952AF4331B2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GAME PORTAL JP API Web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版・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iOS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版・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Android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版が共通利用する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Cloudflare Workers + D1 API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761BA0-4E45-3F1A-5D5E-F3C42FD2145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EF363C8B-770C-D837-B245-CA836C5EFE6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9034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4C55729-7F47-B62A-629E-36EE0F18C79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689A60C-ACA9-BBDF-98B3-1351A232E94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F907EC8-57B3-B64E-C941-2D894FF899C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A78ADE-9AA7-397B-2583-EA7E07B21A4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E48965BB-D262-6817-389C-D78B3DE759C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03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92D6FC-7D6D-D3E3-AD8A-DD6D64DEC8B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78A155E-FCB1-88D9-A6EF-0EF13A1BAC5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FF088EA-4F8E-E2F3-014B-2407662FA17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A7C56F-6A47-FCC0-8099-10EDB8D360E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720EF94-288A-65BE-273D-BCA2F2BFFB2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9247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93B5AA0-933C-74EB-ED8F-B14BEFCAAC1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56265FF-CC83-172B-7787-D66931AD7AA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B004B8-1BFE-FF7E-684C-B398B35CB4C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1CDAED5-DBA4-D98B-F710-98FD59B9877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4744C030-564B-72E0-9D12-27F4C74C1A9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89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8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E910D4-B1E8-733A-45AC-969A73BA98D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A20610-37BA-BF0F-BE19-3748799CEC5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8729A82-266B-14AB-728D-0AA1D6A872DE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https://syunnjack.dev/articles/retro-new-games-api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A83246A-EA69-87D6-E869-5F27BB8EF31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56EB190F-0D07-4319-D635-C4792BA9889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4441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2026-07-30T04:08:14Z</dcterms:created>
  <dcterms:modified xsi:type="dcterms:W3CDTF">2026-07-30T04:08:14Z</dcterms:modified>
</cp:coreProperties>
</file>