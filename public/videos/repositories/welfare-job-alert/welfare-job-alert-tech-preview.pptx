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3995F0-DB8F-4326-4F9E-61FAD87BFE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98FCF5F-162A-DACB-DD6E-8F27690B8D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AAB9601-254F-BC0C-908A-4890938D7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5438B-56ED-4DE5-B772-B2B57FD291A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5105BD-94CE-BCA1-025A-F4CB4D96E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678A486-5E7B-A8C2-363D-BB45BBEA4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C171E-E0C5-4CC6-9F71-807907E7C7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5678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5E8706-9649-8AFF-1196-ABBC18620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45C4DEF-51A6-EB43-0790-E21391CAC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78EBB80-4584-9184-C7A4-4391229EA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5438B-56ED-4DE5-B772-B2B57FD291A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F9DBAD7-8805-04ED-2845-6F832BE4C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DA3CA9-EAF2-46B2-4080-DCE23EA3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C171E-E0C5-4CC6-9F71-807907E7C7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171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AAD846-9DD7-2328-B8D6-FCA0AAB49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A5C3CCC-23CF-DC45-350C-5F08222E0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B1F12BF-2FFA-098C-C350-87BDC6B1B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5438B-56ED-4DE5-B772-B2B57FD291A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5A5A47A-3107-13EC-2974-2A01C694F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4A93EE4-1CA2-49D8-1AFF-1F348173D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C171E-E0C5-4CC6-9F71-807907E7C7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8110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BC68CD-534B-1BA8-ACCB-40E1306C0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AC0B7E9-9EF0-296C-C85F-C4121AE5B8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1582B22-6AB2-A0A7-12D4-A53C4C3B56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DBF4889-3D91-524A-2181-3D1EF64B9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5438B-56ED-4DE5-B772-B2B57FD291A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A99FC4E-196E-6A3D-2200-2A9B75CC0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937B868-4560-7EF6-715C-68BF9F9D3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C171E-E0C5-4CC6-9F71-807907E7C7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6073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C1812D-F65E-AC0C-BCE0-EB4163078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FCDD4D4-102F-176F-2EA3-85F3E3D60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CA617F7-8D36-A8E7-9D60-597096741E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3D91C85-3357-257D-8CF3-5EF75697F0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D82C485-6B24-6A2F-8EAC-A4821C352E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E4CCB31-D06B-512D-3488-DD4A36ECA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5438B-56ED-4DE5-B772-B2B57FD291A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9591094-F011-FB21-C6A4-49989A209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868FFE8-D130-5F51-066F-489CF40F9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C171E-E0C5-4CC6-9F71-807907E7C7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2201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A2CD8E-FFB4-E7F1-81A2-20E92F240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3B7CA3B-FB65-8C62-5774-ACC8FF222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5438B-56ED-4DE5-B772-B2B57FD291A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EFE15D7-33F4-15B2-3FC0-95C6BEED4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3A601B2-6491-C7B7-2AD5-2E309E90C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C171E-E0C5-4CC6-9F71-807907E7C7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7408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CA379CA-69EB-7C7B-172C-4C33DA72B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5438B-56ED-4DE5-B772-B2B57FD291A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1E1CA0E-5A85-CCFA-0783-DA77C3445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12C42AE-0834-5075-8BC2-0EF26CE26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C171E-E0C5-4CC6-9F71-807907E7C7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9802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87CF76-00B6-EAC4-A1B2-71DF8D0E0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34C140-C89F-DB58-7F6A-9C59E84C9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2222661-B80A-0BB9-499B-3BA23BBA19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20FC044-38BE-B7F9-524F-CF313270B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5438B-56ED-4DE5-B772-B2B57FD291A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10EFC70-3343-9278-BF87-FAF4B8A5C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CEC566D-4225-5C8C-1B1F-6B4473DDE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C171E-E0C5-4CC6-9F71-807907E7C7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7666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C629AA-C3CC-EFDC-F787-30CB94701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B5CA632-6E3A-2FFE-02D8-FDFE773249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3A38ED-A008-9F0D-81E6-159EBBB26D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5914B20-0CF1-06BC-F73A-7F1A8A7E0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5438B-56ED-4DE5-B772-B2B57FD291A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FFA576F-963C-2979-560A-B9C8DDEE3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8252516-667A-3750-1E92-C2218337E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C171E-E0C5-4CC6-9F71-807907E7C7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0405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36B625-EE7A-37CD-9251-0A12672C2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9F765DD-FD35-8A5F-62DA-C4D3AB7AB4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9F08537-E2B1-1DD5-A4F9-7FBED0FD7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5438B-56ED-4DE5-B772-B2B57FD291A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FE45C7C-F366-DB98-D7D7-8127DAF9C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14C84E-55F5-E08A-A5C9-AE707D2E5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C171E-E0C5-4CC6-9F71-807907E7C7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9584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A5F0252-D996-E371-7997-31EAFFFF80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78D97A0-0F7F-56E6-02BE-3254EF6832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C011BAA-101B-589D-117F-874A19462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5438B-56ED-4DE5-B772-B2B57FD291A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4BDE14E-F831-D92B-5DC5-91A5C55A6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4A1FAA4-A097-3EB6-0F5E-C30E97F0F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C171E-E0C5-4CC6-9F71-807907E7C7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8184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3D7BFCF-D396-67AA-CE4F-5213A95DF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F248148-00A3-8757-4E34-BA59DF0A5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7973E61-DBB9-B4FE-F162-4C601B19D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E5438B-56ED-4DE5-B772-B2B57FD291A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A2E70F-3253-CD77-192E-D59E558A5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C76B8B8-C8D4-0DD1-61F9-C2BDD3C0F6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CC171E-E0C5-4CC6-9F71-807907E7C7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8085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5DAC1EE-2080-CF50-DF85-D5391DBC60A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6BA4CCF-461F-C071-62C4-38A86F2F8B9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Welfare Job Alert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442B89B-88CB-2AA8-A756-429592E20C95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CF5B0D1-3576-79A1-9CC5-14164F3D0D2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FF5BEB82-B5E9-68E0-8C55-ADD217D7529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6367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3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4DB9D31-92A3-6385-DC11-7BF6A88467D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383914D-3572-3B7E-AD90-049D0B87E34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C8542F7-1EDD-990F-23DA-2E8119FA6767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Welfare Job Alert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障害者雇用・福祉系求人通知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Repository Recommended repository name: welfare job alert Domain candidates Confirmed domain: welfarejob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3243A13-28E0-B0BC-40A9-5D9E848D57F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6674A838-1441-075C-9FBD-FEE37494B7A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7049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000"/>
    </mc:Choice>
    <mc:Fallback>
      <p:transition spd="slow" advTm="1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69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C3AE8CA-518F-383D-6EB3-331A85CEA51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17DE69C-B8A8-BA47-2CF0-31D2511B7F0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F0C171F-F685-4EB1-20F5-05C6C16236E7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D18E3B8-FAD8-3FE7-990F-5FE14CD5897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DE3C556A-4CA8-FF0B-C6C2-B1AEE0D2DA2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9732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19165EE-5393-CB18-145D-3E725371971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7967267-2A9D-5D2A-4512-5199A89E0B9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FC09FDD-A4CA-B78E-01FE-2F21966633C6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D57F52F-CA2A-A0A1-25D2-07AA1C8A3AD0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16137522-2667-8642-24E9-D059D9C70DF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4202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F31F5E5-A805-E2D7-63F6-AEFB910CA18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CD6CD0C-A1AD-5CC5-321D-5548A56A7C4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B5858D2-8768-A45C-52E8-851D8343C1BB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Set confirmed custom domain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37E50CF-71AA-BD6D-3B8C-D15315EEB5A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0C5651BA-DF17-5814-CBA8-C695A1E31AF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7384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6BA0D11-9747-E449-790C-2FB21EA08E5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B440414-D386-51D2-3A12-CC35F00385A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9A202B9-A692-4596-AD0E-F04D6D2AA365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https://syunnjack.dev/articles/welfare-job-alert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7EA2535-AE6D-6756-6FC3-A8EB9E97376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28108B9D-64F3-6DCE-4F15-6852377210A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8320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2026-07-30T05:01:18Z</dcterms:created>
  <dcterms:modified xsi:type="dcterms:W3CDTF">2026-07-30T05:01:18Z</dcterms:modified>
</cp:coreProperties>
</file>