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B187B7D-97CC-94D3-2623-6AAA8388D9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74BCF9D-1E65-4374-72C6-EAC0382C85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20B3A8A-5B8F-0954-7206-511E84C0E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7B2FE-D70B-4BC5-9974-2C75A00ABC9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67CAD42-00DB-DE81-FE7C-485A81035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DB3ABD-AF5D-EFD0-BAA0-B864CEB0A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BFC98-BA7B-49EC-AA94-EA5D68368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5644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DD8E27-7458-F517-B679-BAAAD0009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E3C799F-9084-0425-9CA3-EDA9190341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7C3699F-54CA-4B8E-310C-869E4F2C7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7B2FE-D70B-4BC5-9974-2C75A00ABC9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4EF0632-AE82-07B4-E9A2-9BE896A94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9CF2EE7-B89A-9C33-9C0A-972DC59DD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BFC98-BA7B-49EC-AA94-EA5D68368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6731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2245B0-DDFF-4ED9-855D-C8D0CAC386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C0EB86D-E151-56CB-7F05-D04813220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3DACA7E-F96F-9112-3692-4810308FD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7B2FE-D70B-4BC5-9974-2C75A00ABC9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4445206-4106-D71A-E8D8-085B3CC1D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69FED4-A806-E538-5230-AEE2E9FE1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BFC98-BA7B-49EC-AA94-EA5D68368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9157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F52847-9D60-F101-0684-25A40587D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C4B131C-A943-7330-E49F-4035151BD3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4DC9653-6860-451F-E3AE-FDF8B117C7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3EBDDD-95ED-2BA5-7329-E4385D4C6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7B2FE-D70B-4BC5-9974-2C75A00ABC9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826E551-F620-36A0-94EA-2451D994E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3F7E22A-78EC-FBE5-CC4B-B3E74B0C5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BFC98-BA7B-49EC-AA94-EA5D68368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178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A3EE31-FB44-17EC-0D76-A2F3FE74E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E2FBBB9-2E7D-6063-3A0B-87F08B79E0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864FC66-FD57-B6DD-101A-DE83ACA13D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1B880BA-9F48-935A-F5C3-1981EF8D61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7BCF398-EDE7-1B80-4162-9A0EE4398E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18D9A80-007D-B45A-B378-FA3F0403C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7B2FE-D70B-4BC5-9974-2C75A00ABC9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3702D31-51F2-0438-2D49-9F4B89578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AB650AB-897D-2761-CDC4-3940FD171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BFC98-BA7B-49EC-AA94-EA5D68368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03845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355744-7396-546E-9991-B91D7875B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9FC17D5-DB71-851F-C3FF-9BEF0A572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7B2FE-D70B-4BC5-9974-2C75A00ABC9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E6B3F24-0EF8-0716-B85F-7DB71CEA4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45F6990-5D07-44A2-2F87-DA92A1FE2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BFC98-BA7B-49EC-AA94-EA5D68368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2270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54AE2BE-C7B7-89FE-E941-327163092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7B2FE-D70B-4BC5-9974-2C75A00ABC9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AF57CA0-5A61-7FEF-B55C-6C65DB69E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567C99D-F0DB-0FE5-A781-6DC909AF1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BFC98-BA7B-49EC-AA94-EA5D68368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766260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567CE5-CCE1-CD7F-3C35-13665DCFF7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14D0549-20B9-FA52-C8A1-EABFEF194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9F300DF-ADAA-1DDC-D472-2FD210180D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7B67265-4461-D93F-A48A-31C38F573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7B2FE-D70B-4BC5-9974-2C75A00ABC9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30AF533-0F14-786D-2FDF-CC5552B95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16AE172-3C15-E921-01EA-A57DDD7EE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BFC98-BA7B-49EC-AA94-EA5D68368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3895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DEF7CEC-CAA7-2891-75A5-99777E26D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62F4E0-A1FD-7664-9EF5-3EA382B413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B8168A5-BECA-8EAC-51E6-B97664B70C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2FB2F8D-2593-AA4A-B288-711FE6BF5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7B2FE-D70B-4BC5-9974-2C75A00ABC9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5ED12B-91EC-93DB-D269-9B00079E3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700AC63-D080-9D79-04AE-6DC5AD9F1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BFC98-BA7B-49EC-AA94-EA5D68368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6121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ABE97B-78DC-7954-765F-636E49E15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12980EC-7D4C-ACBC-6039-8541AB3760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2D0FB5-8FB3-207E-0CBD-DE0A42E0C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7B2FE-D70B-4BC5-9974-2C75A00ABC9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9BDEF7-CFF7-BF39-2182-E730CC8B3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1BBF66-CFA3-F235-7A36-2A5606EBE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BFC98-BA7B-49EC-AA94-EA5D68368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6829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E13829C8-0CA2-FBAA-89B4-77A8DB617F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B42F70A-F41D-6CE0-7C15-FF070546EC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279623A-8C69-1831-D517-8325C653C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7B2FE-D70B-4BC5-9974-2C75A00ABC9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B64C1E9-C4C4-31AD-2626-7C1A83301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B2AC7A-61CB-BB8E-2666-66E243268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BFC98-BA7B-49EC-AA94-EA5D68368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8255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484F285-6F78-69A0-D457-E9645AD2E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949485B-1E39-EF8A-96E1-3DF259751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E63C89E-D142-ABC0-9FFB-13A884F9A6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C7B2FE-D70B-4BC5-9974-2C75A00ABC9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1709576-AA75-9202-1726-E71D3BCF29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C1FFDA-0CD5-AE21-59B3-F3EF9B3926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9BFC98-BA7B-49EC-AA94-EA5D68368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4753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FB2735C-B507-3391-009C-E635E3F01A7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073C17F-9860-CC12-BAD8-87F3049E5A8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Welfare Job Alert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98213D5-9A2B-5884-673B-74F6D86D5E6E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F3ED49A-49A7-3A05-6419-31CC6EAD50F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DD98AE6E-C365-509D-720A-879DB3C64CC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95962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3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29DAB27-FC37-6915-9E5C-6AE81EB7799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EBBABEE-F3F4-37C6-3336-AE07FF32DD3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5A6C198-F846-FAE9-311D-D9995638446D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Welfare Job Alert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障害者雇用・福祉系求人通知 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Repository Recommended repository name: welfare job alert Domain candidates Confirmed domain: welfarejob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0AB08AE-7ED3-A750-F1A4-133337FB07A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7AD3D20C-F6BB-0673-FDE8-848D468CE76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4073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000"/>
    </mc:Choice>
    <mc:Fallback>
      <p:transition spd="slow" advTm="1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693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90C934A-18AF-0330-3BF2-DDA33E4447A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F0B05BC-AAB5-8209-069F-CC69E10D686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D5ACA97-5944-3AD1-EE87-F612E4ACBA1F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2FF65F7-E0FD-B69D-4004-8B47ACAE333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56BBC73A-8713-04D2-13B9-F4621368CA4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9915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381F9F9-0015-1F59-1A36-E23F056ABBB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692119C-5154-3A63-AC5A-0341B63FFE4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F9416AF-81F4-D554-185D-A73595B2BDB5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DB75BD9-A12A-A871-194E-7660B92DE2C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89AD8BB5-AF90-CB2C-F423-629C8F89EFE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2120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E01FC72-B4CC-AA4D-D5A2-324E454B1FA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B95B361-3AAE-F0EC-5BF3-699D7FF94FF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4B552CE-A08A-24EC-C7C2-012C95E2C7FE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877A949-5B25-6F7F-D951-D01DA61EC75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991E2329-3BB6-D088-E252-CB8670D35E6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8575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C50F6DC-C6E3-8470-7C56-53F22C65540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59E3B30-88AC-5C7F-2F15-AEA19CE53AE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C50CE93-28EC-549F-17F1-22C0389FC79E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https://syunnjack.dev/articles/welfare-job-alert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6135EDD-A045-2B0D-C5D2-3DC43535F39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53BB3465-C1F7-679C-BA87-EBDE0EC69A6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2661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186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2026-07-30T11:27:49Z</dcterms:created>
  <dcterms:modified xsi:type="dcterms:W3CDTF">2026-07-30T11:27:50Z</dcterms:modified>
</cp:coreProperties>
</file>