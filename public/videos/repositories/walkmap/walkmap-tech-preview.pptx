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99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23A5044-119F-D094-66CC-5B440AAF4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6ACCEF4-2B01-25EE-3C41-7538EAB4DE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7B9D940-A2FF-9CAE-2BF6-12E4AA608E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1EDD6-1B1F-4CBA-B0EB-41010B145F50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2373805-91CE-BE13-346B-40AE4BB98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266F130-E6BE-781E-82DE-915632870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57F99-FC4C-44B4-A3C7-BF624CE3CBB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172140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E9C8BFD-F232-AF0C-0D4B-19CF8D167E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A1988DC-15C6-F1D1-1286-BE5C99C83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D118508-8163-4861-478B-3DAADA3CF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1EDD6-1B1F-4CBA-B0EB-41010B145F50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AB9C5A4-95CA-247D-C147-7E8E6FC592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EF1D6C6-D2EB-BA67-BEDA-49A243FC2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57F99-FC4C-44B4-A3C7-BF624CE3CBB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865018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A46B78D-B66C-4E24-0C2E-54E8E6464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5655130-4957-F3E2-EF77-D296EDF20F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2B30B37-D51B-EA3F-FDA6-4C51925A7D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1EDD6-1B1F-4CBA-B0EB-41010B145F50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0DBAC45-D724-35AB-0FD2-472905364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C8F29FD-DC65-6F8D-56BD-873333881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57F99-FC4C-44B4-A3C7-BF624CE3CBB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471719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BCA4633-0865-80F6-50FC-BA9821EFB7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F455514-136E-8DD7-E1B7-F7696D4564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BA3EA51-8DD5-C9B9-D680-91A6FA18E5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816C0CE-69DD-5900-6B68-229D8AFC1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1EDD6-1B1F-4CBA-B0EB-41010B145F50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F87660D-52D1-89B9-DD5F-F7FDF9EC0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CFCB0A0-E65E-A352-DF56-5864F0F1F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57F99-FC4C-44B4-A3C7-BF624CE3CBB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7961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D18F018-F622-1A13-D50A-BD9A94C36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7ADA96A-CF7A-7D14-3F07-27FD325DD3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451ED40-7F79-CBE4-D929-C6A7B70563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25A79E2D-B6D0-C69D-0BAE-33CC29CE13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D80BAEC4-EE13-2F88-F034-4E9201D593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05ED3A89-232A-FC6E-2847-4249559BD1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1EDD6-1B1F-4CBA-B0EB-41010B145F50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80FFFE01-D5B9-A7B6-3CB0-71B071C072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24B96FA6-57F0-D12C-5079-68370F578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57F99-FC4C-44B4-A3C7-BF624CE3CBB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179378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D7D532A-A9F3-18A2-3957-E3C296BDAE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68307C6D-3C9A-A1B0-A9AD-11F1992BA8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1EDD6-1B1F-4CBA-B0EB-41010B145F50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F8FC22FC-10AE-39E6-43DD-E4DDD5871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3545D05-FD4B-DEF0-6A69-D3E34130E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57F99-FC4C-44B4-A3C7-BF624CE3CBB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084589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A60FD9FB-01F3-17C3-767C-55CFCC904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1EDD6-1B1F-4CBA-B0EB-41010B145F50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64FCCBAA-0B00-FD25-853F-795998851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DE8B20F-18DE-1C5C-848E-D7DE440FE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57F99-FC4C-44B4-A3C7-BF624CE3CBB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775450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26C40F0-EDD5-AD3F-DEBF-5F453F53ED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CC0A4A5-CC2C-8CCC-CB89-A7D78BA9F4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10EE30C-61B3-D76E-DDA4-8E902617D3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6AA9DD3-33F8-35DB-4A8A-B3519900A6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1EDD6-1B1F-4CBA-B0EB-41010B145F50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1D1B238-F863-E258-E2F2-E790FF0FB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B0EE8D5-E98E-E9B3-FD12-3FA7611EE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57F99-FC4C-44B4-A3C7-BF624CE3CBB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494507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C807478-B876-48EB-2135-740BBF984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886EDCEE-4270-E5FD-E232-841412B698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D0DCFB0-2987-7A7F-4DEA-8CCFBBBBF5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6FCE48D-D27F-3797-E1BC-FAB50293F9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1EDD6-1B1F-4CBA-B0EB-41010B145F50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31E758D-2E9D-1EED-8361-8D5AEFA57F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B1BB7F5-BEE2-0EE9-8082-D3964884B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57F99-FC4C-44B4-A3C7-BF624CE3CBB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960410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95972FB-EF42-4264-482A-0EC40D726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B6A550C-47FD-3812-8A6B-A45BDE52E2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6A61225-F55D-24F6-9D38-189F0E5A65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1EDD6-1B1F-4CBA-B0EB-41010B145F50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F8798B-83E6-5A98-3D20-923DFA60C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813E42E-DE5D-CD63-FD93-6E223FE3B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57F99-FC4C-44B4-A3C7-BF624CE3CBB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867650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F5A14391-184C-130B-0D40-01C6429168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F50AC53E-86AD-0F03-BFEE-F56334D18E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CD3842D-D602-867F-B77F-E49AFEC2F6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1EDD6-1B1F-4CBA-B0EB-41010B145F50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46568CD-C3AD-300C-71E4-ED2226915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E449E34-4CCB-741F-BBA4-B256E5390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57F99-FC4C-44B4-A3C7-BF624CE3CBB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696342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0052E1F4-3FB5-E630-E270-0B5738FE6F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D09FA49-6500-0514-35B6-BEE1664157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0B0E0D7-E4E8-2170-95A4-E2112ED41C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41EDD6-1B1F-4CBA-B0EB-41010B145F50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A4DFD80-88E0-2A8F-3BF5-025560295B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0626E30-2517-E4DE-01AD-6ABB37DC3C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C57F99-FC4C-44B4-A3C7-BF624CE3CBB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26398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2E4FDA19-EEFB-9F08-8A8C-E34F8C04915E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92F34B05-AFA9-27F8-9C39-A0578A34DD70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Walkmap</a:t>
            </a:r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の技術解説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538DB23-EAB5-C7BD-DB32-827EEBBA3699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設計・実装・コミットから学ぶ短時間プレビュー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91E51DD-9245-6362-C451-607D7BBE9325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01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1">
            <a:hlinkClick r:id="" action="ppaction://media"/>
            <a:extLst>
              <a:ext uri="{FF2B5EF4-FFF2-40B4-BE49-F238E27FC236}">
                <a16:creationId xmlns:a16="http://schemas.microsoft.com/office/drawing/2014/main" id="{FE41E42C-46D0-1989-1A52-678CC1938CD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10781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067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16BF4735-9709-A1BE-6FD1-B3256138964D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67E7573-0FC6-9362-A78D-4FA399F56797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このプロジェクトは何を解決する？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C29086CA-DA5B-78EC-D69C-D31393C6A5D0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About Laravel Laravel is a web application framework with expressive, elegant syntax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2097F30-44D9-8ACA-1148-AC320FE5ED5B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02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2">
            <a:hlinkClick r:id="" action="ppaction://media"/>
            <a:extLst>
              <a:ext uri="{FF2B5EF4-FFF2-40B4-BE49-F238E27FC236}">
                <a16:creationId xmlns:a16="http://schemas.microsoft.com/office/drawing/2014/main" id="{E5CB3731-3593-23C1-FBBB-E35075E250E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38150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00"/>
    </mc:Choice>
    <mc:Fallback>
      <p:transition spd="slow" advTm="8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78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1435F47E-EBF3-573B-95C2-623CEEF883DC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B719713-B5E6-20DD-6D0A-097CC783B9A1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技術スタック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9CBC085-177D-A0D2-D8BE-1610A36C8FB4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主要技術：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PHP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Blade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JavaScript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CSS
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役割を分け、保守しやすい構成を目指しています。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D156425-1F2E-A4FC-71C2-47BDF2D2EF9C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03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3">
            <a:hlinkClick r:id="" action="ppaction://media"/>
            <a:extLst>
              <a:ext uri="{FF2B5EF4-FFF2-40B4-BE49-F238E27FC236}">
                <a16:creationId xmlns:a16="http://schemas.microsoft.com/office/drawing/2014/main" id="{4AAEED86-3EAF-0B36-B2E1-D6312285D12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93825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000"/>
    </mc:Choice>
    <mc:Fallback>
      <p:transition spd="slow" advTm="11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93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5DDC68DE-971C-B0DB-D29A-94540E6C97C4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5ACFEB2-9B7D-773E-50A9-2EC007305C9E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リポジトリの読みどころ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2A12B69-83FE-DBDB-183B-E39FB0B47976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公開コード、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、コミット履歴から設計判断を確認できます。
主なファイル：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README.md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app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artisan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5B89908-CFCD-CFDC-B91A-94C26B88ABF6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04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4">
            <a:hlinkClick r:id="" action="ppaction://media"/>
            <a:extLst>
              <a:ext uri="{FF2B5EF4-FFF2-40B4-BE49-F238E27FC236}">
                <a16:creationId xmlns:a16="http://schemas.microsoft.com/office/drawing/2014/main" id="{FED008B6-E86D-98CC-769A-D5441A4E7A0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85152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00"/>
    </mc:Choice>
    <mc:Fallback>
      <p:transition spd="slow" advTm="8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55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3D3D1B5D-A3D9-BBB7-8133-244DD2BAE55B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063DD13-31F5-11FC-084D-686AB66849ED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コミットから分かる改善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25FDC226-D84F-8CDA-121E-A5BA29E7FE6C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LINE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混雑度通知を追加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(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住宅展示場など予約サイトにない情報の差別化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)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220F5C5-CE23-692D-5BCE-354C7A19C5CA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05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5">
            <a:hlinkClick r:id="" action="ppaction://media"/>
            <a:extLst>
              <a:ext uri="{FF2B5EF4-FFF2-40B4-BE49-F238E27FC236}">
                <a16:creationId xmlns:a16="http://schemas.microsoft.com/office/drawing/2014/main" id="{5E68C924-39D8-6BA8-0237-DF3258EA68F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21822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000"/>
    </mc:Choice>
    <mc:Fallback>
      <p:transition spd="slow" advTm="11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415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4E0C3A2D-3E4D-4F2C-62A0-B774319579BD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6C29AB9-D7C2-4D22-04EE-98C10EB60F70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詳しくは積み上げログへ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9A46798-D347-3916-1759-95BE7C541D02}"/>
              </a:ext>
            </a:extLst>
          </p:cNvPr>
          <p:cNvSpPr txBox="1"/>
          <p:nvPr/>
        </p:nvSpPr>
        <p:spPr>
          <a:xfrm>
            <a:off x="533400" y="3429000"/>
            <a:ext cx="10795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記事： </a:t>
            </a:r>
            <a:r>
              <a:rPr kumimoji="1" lang="en-US" altLang="zh-TW" sz="2000">
                <a:solidFill>
                  <a:srgbClr val="333333"/>
                </a:solidFill>
                <a:latin typeface="Arial" panose="020B0604020202020204" pitchFamily="34" charset="0"/>
              </a:rPr>
              <a:t>https://syunnjack.dev/articles/walkmap
</a:t>
            </a:r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学び、作り、振り返る開発記録。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80BBBC2-9F09-2BE9-C0FF-E2FC4BB610EE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06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6">
            <a:hlinkClick r:id="" action="ppaction://media"/>
            <a:extLst>
              <a:ext uri="{FF2B5EF4-FFF2-40B4-BE49-F238E27FC236}">
                <a16:creationId xmlns:a16="http://schemas.microsoft.com/office/drawing/2014/main" id="{3181A17E-F474-3D0E-C1E5-756905FBCB8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27973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171</Words>
  <Application>Microsoft Office PowerPoint</Application>
  <PresentationFormat>ユーザー設定</PresentationFormat>
  <Paragraphs>24</Paragraphs>
  <Slides>6</Slides>
  <Notes>0</Notes>
  <HiddenSlides>0</HiddenSlides>
  <MMClips>6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啓介 加藤</dc:creator>
  <cp:lastModifiedBy>啓介 加藤</cp:lastModifiedBy>
  <cp:revision>1</cp:revision>
  <dcterms:created xsi:type="dcterms:W3CDTF">2026-07-30T07:22:19Z</dcterms:created>
  <dcterms:modified xsi:type="dcterms:W3CDTF">2026-07-30T07:22:19Z</dcterms:modified>
</cp:coreProperties>
</file>