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9D2594-8A05-DE30-F7F9-DE11E6402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54088FA-A8E7-FF14-AE45-4E37EC218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4D9F58-9A91-CC5D-BC3E-517BB1BD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9E9DC0-5123-D3EB-18BC-3E93E452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812B5A-38D6-F35B-C106-525301D1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75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89EC1-175C-D2DE-036C-78CBDE79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FAB8E1-E8D2-A525-75E4-BFC3EEA8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5FEA1-565A-0A7A-35C9-E77AECE0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664C4E-3903-F97C-C33F-2CDB1390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2299F0-7A75-FA38-05A8-BA9BCEC7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26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F6391-8006-3428-272A-D06CCF6B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DFC929-3563-912F-D59C-EF8D4DD7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BB4BDA-018F-B2A1-95C7-A67D89F6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5E3A0-361E-1EDB-BF9A-45E7F998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3D1F8D-ABD1-6FB1-937D-15586830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75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3B65A-0ABB-92C5-4E4C-82D424EE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604DB9-DD0C-4B9D-C51C-EF2C5A89A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1761FC-901D-12A6-B5CA-0F91C5189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27F34F-DC5E-DE4A-2FD3-056C4CBF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B5DAEA-8AD0-DDDE-3EB8-EB37F2D0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DE5B4C-723F-FE76-1205-9E8FB5E3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08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03CBBF-5BB7-7001-AA80-57D47A5B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32F914-12FF-C5E6-D705-D362E1BA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AEE690-DBC3-5540-EA2F-E017487DF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9202A7-B140-ABC2-8D41-69538D121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7BE1F4-6D7A-9D28-E8BA-89A5767AD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425B83-2A67-0AFB-61DF-0D046818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93943B-B635-A005-D2EB-58A58A3E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8F89779-B30D-7C1E-754A-46A5A9AE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8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D4E3B-9A01-0975-E67D-21F2E344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93F48A6-059E-D15F-B667-214E0745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409E8C-B1F3-2BEE-826D-C3E05883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450F68-C1F7-1F08-F049-D6325759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1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795098D-169F-2B65-4F01-117138A7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C7033C-ECFB-64DE-DF82-E8C1E95B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C1563C-5178-7BD2-967C-391155F1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7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FB6848-7FEA-7B97-E7CB-1CCA0BDE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DF81DA-EF15-C62A-D0A5-781762E75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5EF6A-5FBD-B2CB-E3B1-2938D8185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08F6B7-C37D-F587-EA5B-D82B1879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08C614-E6BD-67CB-C039-20F0CA80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C1FB95-EC0F-C2DA-FB44-EDFFF7C8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880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6F85D-14AF-899E-C040-F6A72C1A0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630271-FF1D-CE4D-DE36-15F32D009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98C1B4-69BB-CCDF-027F-704FDC1C8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EC31DD-1E02-9D89-8C9B-572F82ED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28B2AE-80D2-11CE-77E1-8BFE7499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FC89E3-F55D-BABE-91A1-971C5EC5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59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33AD8-13E6-972D-B4A9-3CDB0391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4CC6F0-68DB-E636-D349-78874B111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8568F9-CB8C-B169-7DBE-8F20A482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B08A87-0A8F-D9A9-9316-9CC5D90D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3971C9-49F3-048F-28EA-5079A9C4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9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5A362F-3005-A87A-8B49-923448436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EF8390-5343-EECF-4527-2EC6CAEB7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C7C77E-7774-0AF7-357D-519A8EF8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57872A-DCC1-3D3E-B95D-CCF61EC3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CE40D8-4BBE-65EE-BCD6-D692E377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6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941589-6C46-8571-67BE-B3E7FBBF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B25B3F-11B3-041A-8182-903485C9F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B9A18F-62C9-8FDD-B0A0-BF865AF60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223E-9982-4FFA-B17B-D0FEA01B564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9AADD-C016-068A-8DF8-91AF5813C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CAAEE-8781-D39B-B371-18FA77C7D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A2CEA-8771-4DFB-BBAA-8A4F904143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85F581-0B6C-DA49-C400-760D3E4333F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10CCF0-E8A3-F0F7-AEF5-81EB061D31D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Stay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493394-CEE3-7E3E-D37D-D6FE5787D9B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F6E5AB-9F78-ACC7-9FF7-9A035C67CF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7D05280-C3E8-1D6F-4B48-5C40D361D7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70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C3AF50-3468-4548-3285-04D6D6A462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B7B558-C186-93B1-520F-2688386E98C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FAC6A8-72BE-4D22-ED1B-FEF847427EC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Smoking Stay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喫煙可ホテル・バストイレ付き宿通知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smoking stay alert Domain candidates Confirmed domain: smokingstay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165F14-FF37-B8D0-5148-2C869FA56FB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57FD3B3-6E38-80F5-EF01-42BDB6DB5F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7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7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1DCB59-1253-61FE-828F-8B1D43075D1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F3C3A0-826C-861C-4CD7-F8C65030383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FD6D97-15C6-845C-5206-C27F77D615E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FF4E22-51C1-CF1D-B1B8-323027C747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AAD385F-7553-56B6-8076-575A0F5271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87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B7D85A-AEE3-9558-9C21-797C9F3ED8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D26624-578E-363A-47FE-DE5C0CE518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C316CA-C523-41CE-193C-4D266A3397E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CE3FE6-6E01-CA1C-F515-F62344F6D4B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DEAA5FC-A702-D7F3-060E-EAEA8D72A0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4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31CCED-807E-1FD1-36AF-5024EADD2A3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6A54D9-1D0E-A9C0-52E3-CB33DE1A41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51FC3B-A1A6-51AA-78C0-DE7E8FC22C0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A0517F-93E4-E898-6BB6-B58E147F86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6E7F86A-85CB-BF7B-100B-FDD37E8457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07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2D6683-8E31-5150-5834-DA043585293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C4C13D-C9D0-D6EF-9BED-FE73990D244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A27E7C-0ED0-6F60-7B34-25696CA06F4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https://syunnjack.dev/articles/smoking-stay-alert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1FC8B4-2F8F-129D-C7B9-A262AF3905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8409DF3-BA6E-7EB9-FE53-EE95F207CA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10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2026-07-30T11:46:17Z</dcterms:created>
  <dcterms:modified xsi:type="dcterms:W3CDTF">2026-07-30T11:46:17Z</dcterms:modified>
</cp:coreProperties>
</file>