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FBCD37-9498-B5DB-BB33-0C7ACCAE9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8DAE0B-D416-7487-36CE-DB9E91CC3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1F7883C-220E-1489-8EE8-756D0EA35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A5A951-A5EF-AFA3-42D5-7090CCC15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28D807-9CEE-DADF-0ED9-A10EA8201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4200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5B5FDA-ED7B-EF8D-5091-E96B70887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240267-9CF8-0B3B-20D9-B8DF94F3C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400D01-93C4-A55B-C97B-183182109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B61062-59F4-36E5-5CC1-02416EA87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8138AD-CCA9-06E4-DF53-745279421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4190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513FF9-CAAD-1AE3-BFCC-691E5E33F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7BD494-8B9D-9CF8-D1E2-6F820D994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E00CBD-EEA6-73AA-0925-6E5FE7706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FCD95A-F163-DD79-9F7B-202D890C2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98F5F4-C763-A736-EEB4-3E4188F8E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582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723023-2D8E-22C5-3CF5-5938574F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4EF15D-489C-1759-BAFD-4F0AF8AFBE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20D93F-36FF-6B40-DCEC-D133C2B734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D015BE-8AB1-015C-D3C3-B0AEFFE74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6E27D2-A7B9-C6DF-9AAB-77B01948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4F54C3-FB10-C000-9252-E2AF013F6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329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20BF93-2F57-B29D-2F01-C16FB47AA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3D49A8-C869-6CFD-A1E2-AB314D444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28CA7F-1D53-019D-0999-06FE3A8C6D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2740F86-D353-0B4B-C523-4286689717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35D8149-520F-2D13-2CCE-8C0FBAEBC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7E9C765-BF2F-2B8F-A2E8-92B8A96DB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4495CAB-03F6-31D8-2983-8614DA4E8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5F0004E-EDDB-C644-EBEE-174257B8D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043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EEFE9-5B87-6D10-C2E6-07462C6D1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DB0266-CD78-1B8C-E21B-3C3EC0174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289A4DA-34EA-C2B6-AE1A-5A4886969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CEFA1B-81DB-3589-2531-EB85AEF09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51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4073569-80E4-E792-2EA1-1D563A30B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5BA1BCF-0FA9-DE9D-9C6C-1F11A9FA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01CA2E3-4FE5-C646-B962-B69D7B516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390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0CDC1-6FDB-5534-F7F7-C010C6E02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49ECCF-27E6-A6DF-85E2-895C7DF62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5B12D1-6372-D41F-E35B-73AB7E1AFF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8E038A-C630-CE6A-E266-F6412768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46A801-97E6-5C7D-7C1A-ACC45D0AD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E5FE26-7D84-3626-CC66-280403A91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69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74E8F-A081-A724-0E03-C86C2B410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B1ABCF3-0797-F2DD-8E2E-B85B0D7B4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E40A555-985F-0013-E6D3-3A752F7BB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A634138-909A-4292-9340-8DC1F47F8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10B9FE5-AFBA-B626-744E-1BF0EB204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97C834B-E329-812E-9B19-BD78DCAE3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64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6B725F-8945-3D95-E3AE-831A9411B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C5C3D1-A8DC-30C6-2E2E-4636482EB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DC6E83-8F3C-EEEA-0151-784116106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B52663-AB6F-7484-069D-DA4E6BB08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9001CA-ADB7-D6E8-9DD2-3E80081C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9025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9A6C73-E6C0-D2E5-19AB-4683430A78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BD6F7EB-C1A2-761E-9031-14EDB302FE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91B7B9-57C0-08B8-83BA-0315FF35E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10C12E-9AEF-CB54-204C-1E97050B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91F229-683F-EF70-3A4D-EB87B1CF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27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871177-BB94-C6FA-3365-2DA3B16A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0A537D-86E0-84B2-4C84-B1FE2A512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EB835F-4365-23A0-2A36-D3711DBD92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4FE170-FB10-4E9A-9B4E-124961B13B8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8A3058-452E-70D5-748F-CE38A55120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211BDB-07DE-AE57-6460-667C8B807A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C72A1-BC9D-437B-BECB-2EBDB5F913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2930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D1A290-F192-0FCD-7C7C-44910BF60A6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0F1E0D2-73E2-0C65-8B84-17922337B01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Smoking Stay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54869D-CFB5-2222-E0E6-B18469D5F0C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E36E5A-F10C-3C97-A6A4-960EFCC2CE2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94F3EF4-B3C3-CF39-82D3-089AA79AEF8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19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815062-9D16-2DB3-642B-BB2A8956AD8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9143F44-3EF3-3336-3FF3-08CC6359575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A2894B1-A5A3-A696-F2C2-C4D2EB324CD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Smoking Stay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喫煙可ホテル・バストイレ付き宿通知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smoking stay alert Domain candidates Confirmed domain: smokingstay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9A7375-6003-CE1C-4B7A-D8C66B96AAF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14CE856-5077-2A3C-D285-824B035407C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653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17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45952B4-9590-14E1-8820-D1CAADEBC67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4B852D6-C8DC-E575-238C-F3AF40386C9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B45FCB-E4A0-A678-084D-FA1311D4BB4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B4D2C6-5023-350F-5029-189EBA9B355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CDB430C-6C60-3224-EC7E-0A3C2F66970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30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AAFA93-D328-9154-2044-535AB698084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1AEABC-198F-3C99-49FB-7197405FFCB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BFF28D-C135-B485-8619-8DBDE77DACB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E7D9B7-E1BD-510A-396B-CE7692C0506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6540EB17-F4A5-1B43-23B1-F38152E96F9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73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226EDBC-24AA-B1DE-0C3D-FB674E24734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CA1355-9B18-388F-580E-842FBCC3BD6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4853834-39F0-406E-8516-44B9342E5E5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694E791-4C24-C68D-74E3-FC5766EA8D0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54F4370C-6B2E-AFB4-D9F4-C6CE9E4B5C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35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9699F5D-1128-D25E-181E-20830A43E8A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38BE5DC-90EC-FF5F-D454-2252FFECB8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9F3DB79-62D9-B0E3-AA03-AA6EA7EA0288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https://syunnjack.dev/articles/smoking-stay-alert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D73ED-778B-DC98-2948-4A01AE82D44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2156BCF-EBF7-CA44-1177-0A8D4EB16E8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6547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2026-07-30T06:46:27Z</dcterms:created>
  <dcterms:modified xsi:type="dcterms:W3CDTF">2026-07-30T06:46:27Z</dcterms:modified>
</cp:coreProperties>
</file>