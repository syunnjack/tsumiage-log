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CE8D6E-7A8A-8793-6A0B-3B5B9F9EB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D824F3-CCC6-3381-95AC-938EBB355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EC6BDC-4A83-BA84-6B58-5AF136CE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9D9568-A1F5-D701-7483-FDAEAB0F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0BD6F8-58C3-207D-79EC-F9AB37C2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48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7200CA-16D1-1CCB-153D-B44DB7C19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B86B97-5944-8B8D-CE31-E0AB7C050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B18935-98C8-0E98-D5B7-841E697F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64EC10-76F2-A513-0F5A-FD7276BB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360168-EB19-F8F1-490E-1F9D5485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38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BFD0E-3D60-0C65-55F4-1CC508C1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1F7262-144B-3374-9EFE-FC9B27768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267880-A1B5-F563-F3FF-CF92E05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87A19C-2BAD-D98D-6FD6-658094E0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AC57ED-0AFB-E320-2E25-E28D3633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94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B0AB73-E02C-CB6F-406E-FE07C4E3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EECB8-C757-5F05-4667-1938C7187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620A0A-E44B-5982-73C1-3ECBADEA2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97AA1F-F861-2CFA-6412-9D0EB3A7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498FB7-FA37-77E6-2F4D-1777DBC2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412B5E-98AC-2482-1F9E-4EBC7343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31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8A6CA-F0FE-C77E-D502-965684E52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77EEE6-9545-B263-C661-74C3BFA7E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3325A0-163C-95DD-8629-D9AA51371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575F61-362E-AA34-8AC0-1E674DF8F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F4F3B6-652F-1588-D62C-369E0C4BC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F83E42-BA01-87CB-BF45-6B8A4DF98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EC53FB-B46E-8577-285C-17FC8D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E69CD1-A87E-45FC-99FD-72126A74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02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A3A2CF-B12B-1576-4A78-CCD0AF9B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E6D8D5-305E-E4CB-03CA-771A266E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D27728F-6FB4-536E-D209-635831D3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968231-92FE-96CF-79B0-6DD3589D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19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51BE87-B153-4F1F-49BE-5FD26417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695872D-FBD4-F2D7-1D55-DCCEDBC8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C03A62-092A-6989-4378-6160FE41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87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0F9571-0456-5D6A-F590-3F6B1311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F6BDE-A424-C43F-D052-51721FAD4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31FC7C-75FD-09A1-79D4-2DDA4FEC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669B49-0E62-25F3-164C-109301EF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0540AF-6415-C802-FDB2-8F74CB4A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C52DB1-398F-0674-2D7D-2AABAFA3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53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103D6B-7A26-B770-2E80-FA76A05E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F89DC41-CB3B-F600-7716-2C168006A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3448D3-5813-F287-2701-314453018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DEB397-33E3-1F26-A0AD-2784B6EA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7F2A5A-D3F6-3832-6C43-33ABB472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5B1827-B887-6C22-EDCE-2F3ECAC4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98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8CFEB-14A7-5BEA-DB65-5387D0FE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A088BA-EB0A-A361-226B-237F685F2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3F575-D9DF-5CE3-7AAB-60B13B64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BA7FB2-90DB-C7F4-C610-8D2EB3C8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469682-7817-9E95-A179-FA24741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430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988D6E-4BBB-66FE-C623-16A55C37C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5E7601-22C5-33C6-F37C-C12217E78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96A8D4-8DE3-388F-6B3E-118380F7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858786-8A87-8FCA-6783-1BCC65E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0F7708-17AA-69EE-426B-C8E6952F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38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D8E75D-0957-C9E8-5CEF-723B3E04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8CE8DF-CAC5-12E3-0056-A5228AB83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B4B2F9-39EE-BDB4-EE45-76176FE3D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BA341-327E-4242-8688-DA5EC4A77C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0B1F46-B61B-7736-970E-0465B6558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66B10A-5163-FEF0-81F0-886F5B47C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7B7C4-E944-4279-872F-15C41B6937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3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AC69468-5AC8-DD38-8AA4-FADB53D87CE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87B6D3-5C60-5A4D-3E54-8C3FB97327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Maportal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2AF9F6-4D3C-4F23-002C-162DBCB4E14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9741C0-2EFC-C3C1-3523-C9C61DBC168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6FC575B-8F4E-8105-0A88-F82A271B79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0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EC784A-E8CD-CFFE-4C4C-5EC9A28AFF9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71B1CD-8F35-1CA0-E26D-6D7ECC2103D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2BF782-59FD-AF84-9A46-BB9A0DA49B2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9680A3-2D75-A9DC-ED41-565804B839E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1217BA0-FAAE-A2F0-4464-9E5355ACB5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49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7AAE13-BFEA-FBF9-4592-88633B0B23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141EE8-9DBC-2AD1-D69A-77871B2A1F9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DC3F6E-A960-411B-6E2B-C2114D70A24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17EFEE-4F97-5C2A-96ED-D61F0DFDD8D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C83B3D0-4153-573E-DE99-C3CE7380E7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56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D4AEDC-1876-BF74-67D1-F44C6AAF61D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B4F670-B7EC-642D-49AE-018A394AB45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60FEE1-4F9E-2AF2-B743-6C37730742F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9043E4-B405-AC63-41BF-5812E1637E4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CE15905-80BE-6CD0-2F98-99B0D3C81F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24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081F18-9351-A7A5-8745-3395C453D98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84BA93-A7CD-C34A-0116-0693BD1E34C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E39D01-A7F3-676A-41F5-81A759B011B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JSON-LD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テンプレートで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@context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が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Laravel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の予約ディレクティブと衝突していたバグを修正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F63A9F-76D0-E29B-D5CE-40DD543F439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E996788-EB57-AE27-9736-D9B710A575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90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F7B762-32DF-8180-FB76-F314B5F2A01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8BA1CC-B92F-979D-24C7-5CD0ED0253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493A70-A66D-C6CE-20F7-F59590BE6E1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https://syunnjack.dev/articles/maportal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E9F15A-3B77-A974-F50E-2C6009182D5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60A3D35-1696-D2EF-AB63-624F69DACD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92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2026-07-30T07:27:14Z</dcterms:created>
  <dcterms:modified xsi:type="dcterms:W3CDTF">2026-07-30T07:27:14Z</dcterms:modified>
</cp:coreProperties>
</file>