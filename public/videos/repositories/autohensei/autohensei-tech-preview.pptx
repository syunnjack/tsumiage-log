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1ACBB5-15D4-C8B7-7696-440A1688E3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59BA136-58B2-5E2F-74B9-5395964B5F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93B73BC-4038-27E8-941D-3FA33224F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00F94-B25C-4C97-878E-27F89C4146E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79605CB-38CB-02ED-4662-61B9AE785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469CB3A-1592-60B2-4D15-A05E50A02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0F989-64E6-41E1-9F21-7A31021B7DB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9269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CE464D-1DA4-A6ED-B6A1-50C4A75C9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3DAA211-E237-03BB-379A-DAFB753498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4A23ABF-DFA8-4793-88EB-2B61F5C59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00F94-B25C-4C97-878E-27F89C4146E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B5FEA4E-9240-48E8-8492-1E20228C3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3DBBC68-F9AA-85AE-EE9E-B380717BF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0F989-64E6-41E1-9F21-7A31021B7DB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4902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4A0F33-BCE2-E7EC-F36C-E4957C3EA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8F954C1-3FA5-3ACB-2BD9-76B14A4723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5EA529B-64EE-2742-2E21-0F37BB786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00F94-B25C-4C97-878E-27F89C4146E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0A2BD45-D032-3A57-F8D7-E28B4021F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A579457-4AA4-AEE7-7243-1F48E5B32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0F989-64E6-41E1-9F21-7A31021B7DB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7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909828-C442-A928-60D2-1B62E5D85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5D4C1AE-791E-FA67-E159-025A8F2221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B82969E-97B1-9FB7-231A-93C8045C0C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053BCD7-7F37-06EB-6B8B-3BBC9605C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00F94-B25C-4C97-878E-27F89C4146E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817AEDE-88B2-037E-772F-D3A6BF69D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D47BD94-5AAC-445F-3264-54A050D1A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0F989-64E6-41E1-9F21-7A31021B7DB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131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E4B75-76C8-AE39-3003-932CDAD39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231A6A8-95FD-1956-DF42-8488906B9A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F1CD932-5960-578A-BAD2-A52D6549C1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012EF74-1057-4AC1-5E50-3D4437BBCE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3071B2D-907C-6305-0C34-0E0692833F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EFD2F7D-245C-9D68-597D-80BFEB221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00F94-B25C-4C97-878E-27F89C4146E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16F2FB2-468A-4C12-D746-3CDA9B5A3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7437572-247D-2FFB-DBDA-33B6AFEB3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0F989-64E6-41E1-9F21-7A31021B7DB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8894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91C5EB4-527D-0E59-2368-DDAEBA1A9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1D085E6-0106-A6F1-17E8-F729D9895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00F94-B25C-4C97-878E-27F89C4146E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9AAA205-7AED-903A-5797-9435FC9B5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7B8A859-F3FB-228E-826E-3AB19E6B4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0F989-64E6-41E1-9F21-7A31021B7DB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2341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E9F2D71-9838-6279-7A19-A7FF497CE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00F94-B25C-4C97-878E-27F89C4146E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06AADCB-942F-C307-7EEA-332DFA0C3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28558BE-8F26-21CB-D9C3-F88AF8B91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0F989-64E6-41E1-9F21-7A31021B7DB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9027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97A9A7-A991-D296-F26A-B2840B9E6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AEC5A34-D01D-1510-3B43-5D87D09D6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7D6A3E5-DDA1-BC2C-A12D-095BEC3FFF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44530A4-08E6-D5E1-F37C-CBA630B16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00F94-B25C-4C97-878E-27F89C4146E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12B5AA9-0218-8214-BC39-6567FC022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60B5237-CC4B-5443-F7E0-353F55C57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0F989-64E6-41E1-9F21-7A31021B7DB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6138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C46164-1265-2B6F-1F25-33DC9B8A9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18C77B7-7BDA-368E-D47D-46891F0C79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DD9F403-E46F-BEDF-525C-9997B344CE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9E04AD6-6FD1-D958-B1DD-823FAB858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00F94-B25C-4C97-878E-27F89C4146E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7C50AFE-89EB-8BCE-ABEB-DCA8B2303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EC014CC-CF31-60E1-D78D-DDA91CBAD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0F989-64E6-41E1-9F21-7A31021B7DB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2418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FD808F-62F5-7E3C-D917-AD312EBC6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59A5F4A-C516-A1BA-1C94-7DC2C21854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A618F60-686B-1BF3-A3E0-71730027A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00F94-B25C-4C97-878E-27F89C4146E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BA14DA4-3AE5-7628-F440-4D2262FDE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0BB26EA-587E-6B1E-FBBF-FD6FF5D50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0F989-64E6-41E1-9F21-7A31021B7DB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3766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8B792DB-8689-AA74-5E15-79F4A3E984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92055C6-0251-662F-3B72-D7F9871F6E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8CAD2D-1561-ADDD-982D-E0A90BB54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00F94-B25C-4C97-878E-27F89C4146E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7102331-FC65-2E77-D282-2D7362F5B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08CB739-8578-8C75-2496-47E41F7AA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0F989-64E6-41E1-9F21-7A31021B7DB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6431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F01C2A4-52B5-4C13-5157-EAA83070F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08F37D3-3CF9-31AF-2E34-4B9A9EA9E2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3046414-1D05-F2BE-D5D1-071159B046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700F94-B25C-4C97-878E-27F89C4146E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1405701-8149-0AAF-FA15-CAA3D715BB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A801485-0D5E-1AFE-DD2E-DC62E9CAAC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90F989-64E6-41E1-9F21-7A31021B7DB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8865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8A9B2AD-30E0-B023-1B4B-59428B4AAC4B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2E2BEF8-8439-6788-AA54-70BE081EC98B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autohensei TECH EXPLANATION</a:t>
            </a:r>
            <a:endParaRPr kumimoji="1" lang="ja-JP" altLang="en-US" sz="3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989206B-A61F-335E-8390-42BB26DBFD9D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Architecture, implementation and commit history in 75 seconds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B789002-DF1F-7057-8267-9777FD447B8C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294D5523-86A0-FEC8-1B3A-68FFA7BDB41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6717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8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10AAA5B-55C2-ED19-8ED2-71CE4E72D7D2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573AC16-E7A3-971A-461E-0397EE620F48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WHAT DOES IT SOLVE?</a:t>
            </a:r>
            <a:endParaRPr kumimoji="1" lang="ja-JP" altLang="en-US" sz="3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3E1EF4A-D18F-5FCF-72E6-4ACF76A69328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This is a Next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26E85C5-B2FF-9A0E-6B0F-547980BD89A9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A33DDBA0-0095-0EA6-A6A1-746D75C4848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6643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4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AB1D160-A4DE-4659-01AE-2128FA7A4CE5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7A6A254-BA77-B4CD-04A1-DDB6E51F5788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TECH STACK</a:t>
            </a:r>
            <a:endParaRPr kumimoji="1" lang="ja-JP" altLang="en-US" sz="3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CCE6C83-6EB7-EBD7-152E-C16F1E9B3735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Primary technologies: TypeScript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AAB4519-3BF9-8264-85F9-D40F1ED1D5B9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EEFE2982-06F1-D39C-F4E5-795D3EF458C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0978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7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EA95178-883F-C38F-FA2B-E7805F1CCDE1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02DB139-D1E3-228A-9B17-9ABD26120231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REPOSITORY HIGHLIGHTS</a:t>
            </a:r>
            <a:endParaRPr kumimoji="1" lang="ja-JP" altLang="en-US" sz="3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5FD2494-A836-1A5D-63FC-EB5498780D78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Public source code, README and commit history reveal the design decisions.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245B178-D69C-CD5D-B213-269979C4B588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2531EF49-6DF8-D8AC-F71E-0460C4E2E70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5607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18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AA31B14-A590-C558-622E-F3C722862F50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5B318D0-395B-58EE-3B8B-F68A3F4BEC3C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ITERATIVE IMPROVEMENT</a:t>
            </a:r>
            <a:endParaRPr kumimoji="1" lang="ja-JP" altLang="en-US" sz="3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0E9A855-EDE4-9301-1C08-01F41CB41044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Small commits continuously improve features, quality and release readiness.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D2965C9-518C-E5C6-B1EA-CAA02E87570A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21A19C32-EF04-A76F-FDC5-5892D6B1DDA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8867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000"/>
    </mc:Choice>
    <mc:Fallback>
      <p:transition spd="slow" advTm="9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8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06FC3EB-CD87-3D1F-E3A9-346D32C68347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4737B06-1E71-DFDB-039C-80866E948856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READ THE FULL ARTICLE</a:t>
            </a:r>
            <a:endParaRPr kumimoji="1" lang="ja-JP" altLang="en-US" sz="3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DAB2C43-1A6D-EE43-D018-4CCB691CED99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sv-SE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https://syunnjack.dev/articles/autohensei
TSUMIAGE LOG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60CF7C0-63D8-360F-82EF-BFDF99D98C7E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65307030-6740-1BFB-3D1F-08EAFD7E0DA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8800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2026-07-30T03:53:31Z</dcterms:created>
  <dcterms:modified xsi:type="dcterms:W3CDTF">2026-07-30T03:53:31Z</dcterms:modified>
</cp:coreProperties>
</file>