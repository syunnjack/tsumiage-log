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av" ContentType="audio/x-wav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35" d="100"/>
          <a:sy n="35" d="100"/>
        </p:scale>
        <p:origin x="996" y="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AFBA7E3-C5C8-DE27-9BFC-2F3998266AE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0BA09C35-1038-0702-A9FF-56AFBD26E44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5FAC912-C113-D167-B79B-76336EF789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E5C8E2-7CC4-4A62-8060-BEAF6303C999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B099044-1CCE-7AE9-04F3-490E3418B6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1471D33-D759-304C-FBD1-01C6677573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E2B5AC-89FB-48EB-9CCF-510AF25C1A4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97326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386CE42-38DF-BEA8-B999-5C684BAD7B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9E42D653-7D09-CF9A-9035-8800E4A9A8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36FE06A-4071-17A9-B462-38975BF05C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E5C8E2-7CC4-4A62-8060-BEAF6303C999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183B347-DE9F-AD1D-C949-F8A803E2D7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CC2C586-0AE7-DB3D-0D52-56194C6F1C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E2B5AC-89FB-48EB-9CCF-510AF25C1A4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11001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DD5D8F3-431E-0120-FA8B-76583CB862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EC7D047-7571-CD2C-AA9F-58EE767E3E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AA65A3B-A3FE-2F6C-BAE2-EA1566426A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E5C8E2-7CC4-4A62-8060-BEAF6303C999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68E52AC-CE1C-08EF-5144-41A1BCFBA1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7A86F7A-37DA-51F1-E235-F49CB0AA30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E2B5AC-89FB-48EB-9CCF-510AF25C1A4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671814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C3DD71F-8867-4448-1AD3-6F0D4F4DA8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DE2C3D46-C656-3018-1CC1-DAC32CD506B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3FE781A-5446-E1DB-D6EB-9A426408448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36BA885E-87FC-5811-E88F-B36EDF3740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E5C8E2-7CC4-4A62-8060-BEAF6303C999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8CD386F1-5E80-3FB8-A050-2705206D9E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D95209EC-C174-8FCF-2061-7111DB08C4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E2B5AC-89FB-48EB-9CCF-510AF25C1A4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6717850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6EA9587-FFAF-0EAC-2B90-1F6C256F1D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C06893E0-2C10-15C2-3EFD-7F6C38B1541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914995A3-D47D-207D-BB7E-29BE4835A5A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3B7ABD24-C5A5-E347-661C-17A9C0E2A85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8268FB90-8320-F3EB-C388-60CCB220655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CB7A87B4-EB70-32E5-1392-E32F7D50E2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E5C8E2-7CC4-4A62-8060-BEAF6303C999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B256C973-42B7-281B-6039-0A68EBED01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8DC0D415-AD1F-0FC5-2F74-4F23C6706E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E2B5AC-89FB-48EB-9CCF-510AF25C1A4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511594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F02A749-AADB-6E3A-699A-284D442F9B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C2F35868-0BC8-9A6D-5E6A-86F70F183F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E5C8E2-7CC4-4A62-8060-BEAF6303C999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10E671A8-A0BC-8CE4-37EA-31FCFB13D6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1B474696-9010-AB43-1483-4DEB8B16A6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E2B5AC-89FB-48EB-9CCF-510AF25C1A4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537350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C4CD5080-BC1F-03B6-CAA3-675AEE0A67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E5C8E2-7CC4-4A62-8060-BEAF6303C999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163090C8-643C-3219-A620-4221AC5B31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0477BF6B-B0AB-0405-A046-D6B14F3111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E2B5AC-89FB-48EB-9CCF-510AF25C1A4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243264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748F55A-6303-6F8F-3A86-678F0A69B0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7FBD5F5A-CAE9-B64C-8CC2-9EB12812AE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17E83FC4-B519-DBE2-BC46-5EB754014FE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F3D1CD31-DE60-83FE-8A57-C6A0C5FF2F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E5C8E2-7CC4-4A62-8060-BEAF6303C999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5D105DA1-B6A9-6863-96E7-D81BD3D2AC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0904A69F-E757-9416-674D-11C6371FB6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E2B5AC-89FB-48EB-9CCF-510AF25C1A4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232752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DD0A34A-88EF-6B85-F972-084BA6359E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91A0E0DC-9ABB-FD7D-D729-C5D933B6EDE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A196465B-206A-E90A-961F-66D3ED79C80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935950BE-4E67-D026-89F8-6782F6351B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E5C8E2-7CC4-4A62-8060-BEAF6303C999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EF13715C-823A-7C5E-9F5B-E7EE84C6CE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70A3BAB1-B099-A7A3-45D6-CDBF7AD5A4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E2B5AC-89FB-48EB-9CCF-510AF25C1A4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831271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5F39151-9C29-E160-468C-D0CDF43B8A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8BC8CDA5-70D2-5805-80F3-A7BF93BBD20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4A46C29-4FBF-4208-2C91-59C6594899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E5C8E2-7CC4-4A62-8060-BEAF6303C999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6D9F30FE-1BB8-69DF-CA6B-08B5E52774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C351582-AEB8-A85F-2E4B-9650CF34FA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E2B5AC-89FB-48EB-9CCF-510AF25C1A4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0183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650EBA5B-16FB-7045-6964-AB0CFCF908C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A3509A3B-0623-8AF8-9E46-3916C139803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DD3992E-3F01-B441-DAA5-18046A9359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E5C8E2-7CC4-4A62-8060-BEAF6303C999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9146053-3DB0-4F03-FB41-20973D811A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6FABD24-7FB9-1D49-3180-BB5EFB7020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E2B5AC-89FB-48EB-9CCF-510AF25C1A4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0982955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79407B66-DF99-335F-319E-9EE1C4897F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C7186CF4-F0A9-581E-1D15-12F49785FD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8182746-7CFB-D71F-92AD-AFCBF8F6B59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6E5C8E2-7CC4-4A62-8060-BEAF6303C999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99AE6DF-F0A0-DDCD-8404-18B4C0A876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642FC4C1-4F93-1F38-8788-1060CC452A5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0E2B5AC-89FB-48EB-9CCF-510AF25C1A4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669176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1.wav"/><Relationship Id="rId1" Type="http://schemas.microsoft.com/office/2007/relationships/media" Target="../media/media1.wav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2.wav"/><Relationship Id="rId1" Type="http://schemas.microsoft.com/office/2007/relationships/media" Target="../media/media2.wav"/><Relationship Id="rId4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3.wav"/><Relationship Id="rId1" Type="http://schemas.microsoft.com/office/2007/relationships/media" Target="../media/media3.wav"/><Relationship Id="rId4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4.wav"/><Relationship Id="rId1" Type="http://schemas.microsoft.com/office/2007/relationships/media" Target="../media/media4.wav"/><Relationship Id="rId4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5.wav"/><Relationship Id="rId1" Type="http://schemas.microsoft.com/office/2007/relationships/media" Target="../media/media5.wav"/><Relationship Id="rId4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6.wav"/><Relationship Id="rId1" Type="http://schemas.microsoft.com/office/2007/relationships/media" Target="../media/media6.wav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4657561A-B0E0-CD13-24AC-67630F609525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E56420BF-EFCB-DB8A-D9BB-A6D90FB6DD5D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3400" b="1">
                <a:solidFill>
                  <a:srgbClr val="111111"/>
                </a:solidFill>
                <a:latin typeface="Arial" panose="020B0604020202020204" pitchFamily="34" charset="0"/>
              </a:rPr>
              <a:t>Autohensei</a:t>
            </a:r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の技術解説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CEB5C507-E188-4A18-5F04-76EE0CF36F75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設計・実装・コミットから学ぶ短時間プレビュー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308DA5D2-ECFD-9990-9B5E-96621B203440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01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1">
            <a:hlinkClick r:id="" action="ppaction://media"/>
            <a:extLst>
              <a:ext uri="{FF2B5EF4-FFF2-40B4-BE49-F238E27FC236}">
                <a16:creationId xmlns:a16="http://schemas.microsoft.com/office/drawing/2014/main" id="{37423383-8DC3-BA1A-E860-C86315A60D85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820407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6000"/>
    </mc:Choice>
    <mc:Fallback>
      <p:transition spd="slow" advTm="6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5187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FBB93F02-61DF-AAE5-8D3B-81EDBE44A806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BF110D86-F6A0-66E6-A2E6-EA54E6FDB610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このプロジェクトは何を解決する？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95BFFF1A-EDB4-7830-E10C-4EFC45DB94D2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This is a Next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831C00F4-715A-8891-121C-0F27905110F3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02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2">
            <a:hlinkClick r:id="" action="ppaction://media"/>
            <a:extLst>
              <a:ext uri="{FF2B5EF4-FFF2-40B4-BE49-F238E27FC236}">
                <a16:creationId xmlns:a16="http://schemas.microsoft.com/office/drawing/2014/main" id="{705C1234-C675-8454-88A5-A3948CCA6C7F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682193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5000"/>
    </mc:Choice>
    <mc:Fallback>
      <p:transition spd="slow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148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9DF80867-A4FF-A367-2BA6-6464D395BFE8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8064A4B1-AC05-C6A6-601B-B9E446AC5994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技術スタック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6FA70160-61D3-2D95-742B-4F58786053F1}"/>
              </a:ext>
            </a:extLst>
          </p:cNvPr>
          <p:cNvSpPr txBox="1"/>
          <p:nvPr/>
        </p:nvSpPr>
        <p:spPr>
          <a:xfrm>
            <a:off x="533400" y="3429000"/>
            <a:ext cx="10795000" cy="70788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主要技術：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TypeScript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・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JavaScript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・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CSS
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役割を分け、保守しやすい構成を目指しています。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107B622F-797E-4488-C468-1CE0F20C0F59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03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3">
            <a:hlinkClick r:id="" action="ppaction://media"/>
            <a:extLst>
              <a:ext uri="{FF2B5EF4-FFF2-40B4-BE49-F238E27FC236}">
                <a16:creationId xmlns:a16="http://schemas.microsoft.com/office/drawing/2014/main" id="{14B26585-64A2-85F4-EBFE-F1A13703B649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04771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11000"/>
    </mc:Choice>
    <mc:Fallback>
      <p:transition spd="slow" advTm="11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007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1EAFFB3B-1EE1-0159-E36A-750C00895EF3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9214D01C-3624-6ADA-53DC-D5834C6F73E5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リポジトリの読みどころ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EC99D6E6-92BD-8F81-D059-3EC926F14D70}"/>
              </a:ext>
            </a:extLst>
          </p:cNvPr>
          <p:cNvSpPr txBox="1"/>
          <p:nvPr/>
        </p:nvSpPr>
        <p:spPr>
          <a:xfrm>
            <a:off x="533400" y="3429000"/>
            <a:ext cx="10795000" cy="70788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公開コード、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README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、コミット履歴から設計判断を確認できます。
主なファイル：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AGENTS.md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、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CLAUDE.md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、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README.md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145C8378-10EE-2C70-BB37-86E69957D0E7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04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4">
            <a:hlinkClick r:id="" action="ppaction://media"/>
            <a:extLst>
              <a:ext uri="{FF2B5EF4-FFF2-40B4-BE49-F238E27FC236}">
                <a16:creationId xmlns:a16="http://schemas.microsoft.com/office/drawing/2014/main" id="{FF034544-7542-3EF3-9D28-73059F46567A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498785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10000"/>
    </mc:Choice>
    <mc:Fallback>
      <p:transition spd="slow" advTm="10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9180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8D537C35-22E0-573A-C3A7-2DE94687EF01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DE9034C5-2D5F-1FF9-AD76-C855EE259DCF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コミットから分かる改善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CDC735C6-5AB1-6F91-EFDE-546E0DE58B16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Initial DQ Walk free-to-play / auto-battle composition guide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7DE7E487-1524-59DE-7C52-A7815B3E35C6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05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5">
            <a:hlinkClick r:id="" action="ppaction://media"/>
            <a:extLst>
              <a:ext uri="{FF2B5EF4-FFF2-40B4-BE49-F238E27FC236}">
                <a16:creationId xmlns:a16="http://schemas.microsoft.com/office/drawing/2014/main" id="{D0142719-25BB-74B8-8FFE-27650E477941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889016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9000"/>
    </mc:Choice>
    <mc:Fallback>
      <p:transition spd="slow" advTm="9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8085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2D148E3F-FA31-846E-9CD4-0270D7711FAF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44B35A20-8CDA-7236-DA89-551812F50DA8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詳しくは積み上げログへ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940B9753-E181-70A5-2B06-63E94C7C75A9}"/>
              </a:ext>
            </a:extLst>
          </p:cNvPr>
          <p:cNvSpPr txBox="1"/>
          <p:nvPr/>
        </p:nvSpPr>
        <p:spPr>
          <a:xfrm>
            <a:off x="533400" y="3429000"/>
            <a:ext cx="10795000" cy="101566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zh-TW" altLang="en-US" sz="2000">
                <a:solidFill>
                  <a:srgbClr val="333333"/>
                </a:solidFill>
                <a:latin typeface="Arial" panose="020B0604020202020204" pitchFamily="34" charset="0"/>
              </a:rPr>
              <a:t>記事： </a:t>
            </a:r>
            <a:r>
              <a:rPr kumimoji="1" lang="en-US" altLang="zh-TW" sz="2000">
                <a:solidFill>
                  <a:srgbClr val="333333"/>
                </a:solidFill>
                <a:latin typeface="Arial" panose="020B0604020202020204" pitchFamily="34" charset="0"/>
              </a:rPr>
              <a:t>https://syunnjack.dev/articles/autohensei
</a:t>
            </a:r>
            <a:r>
              <a:rPr kumimoji="1" lang="zh-TW" altLang="en-US" sz="2000">
                <a:solidFill>
                  <a:srgbClr val="333333"/>
                </a:solidFill>
                <a:latin typeface="Arial" panose="020B0604020202020204" pitchFamily="34" charset="0"/>
              </a:rPr>
              <a:t>学び、作り、振り返る開発記録。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54AC48D4-8B02-8B51-F2D6-B2E9625A5063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06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6">
            <a:hlinkClick r:id="" action="ppaction://media"/>
            <a:extLst>
              <a:ext uri="{FF2B5EF4-FFF2-40B4-BE49-F238E27FC236}">
                <a16:creationId xmlns:a16="http://schemas.microsoft.com/office/drawing/2014/main" id="{57FDDE05-5CCD-1809-2552-13C167F52B89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560912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7000"/>
    </mc:Choice>
    <mc:Fallback>
      <p:transition spd="slow" advTm="7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6426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155</Words>
  <Application>Microsoft Office PowerPoint</Application>
  <PresentationFormat>ユーザー設定</PresentationFormat>
  <Paragraphs>24</Paragraphs>
  <Slides>6</Slides>
  <Notes>0</Notes>
  <HiddenSlides>0</HiddenSlides>
  <MMClips>6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6</vt:i4>
      </vt:variant>
    </vt:vector>
  </HeadingPairs>
  <TitlesOfParts>
    <vt:vector size="10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啓介 加藤</dc:creator>
  <cp:lastModifiedBy>啓介 加藤</cp:lastModifiedBy>
  <cp:revision>1</cp:revision>
  <dcterms:created xsi:type="dcterms:W3CDTF">2026-07-30T04:35:03Z</dcterms:created>
  <dcterms:modified xsi:type="dcterms:W3CDTF">2026-07-30T04:35:03Z</dcterms:modified>
</cp:coreProperties>
</file>