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BD2B7F-8F09-E02F-412A-CF0562C19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182FE77-843C-2194-450F-046857B819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5F09FB-68AF-F420-6355-6D159168D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E455BC-CAE8-795D-EE9B-6AA3A42C3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6B8D1F-4174-318F-E1CC-F15DFEF70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93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741B47-02D9-316A-1A0B-DDC648FC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ADB3D4-2815-3C84-9FA5-A15EA9971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C5F80D-0E56-01C0-D075-40BE8CF6C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6721B8-317F-6F24-25E0-AD430C03E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15571E-E04B-CC36-B53A-952FAD192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8249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492E07-2016-E8BD-C54F-BC6F49563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C3B050D-8079-53E9-5E0B-2DEF50FF5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938B6E-66F3-6970-3E38-28D17D86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3FE2D7-168D-CEC8-28F8-45F881670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E89413-5171-5C92-21E8-D3D62827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718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689CE5-91DE-DBF2-3DA9-FFE848BDF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A5C611-3016-6A85-951B-FB0AFDD9C4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227CB6-8810-1CA2-E96B-DF83492B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4D7D5C-E119-D23E-5E25-6E16C8EB6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882E59B-00DF-D72F-46E2-63F85E38C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9C860A-6AF6-7F5F-A55F-BE48A49F1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460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969111-45DB-0CA3-A7AF-9C497EF3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9E2822-0C53-8271-3693-76B580ABE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8BAAADA-189E-A6DF-6B5F-297597ED97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34E0B9-B5B6-C1B1-7B66-72430E5CF9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EF4A975-3159-A5CB-583D-6809F67A0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7B0D7D8-4EA9-1B2B-09E8-A75504261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AD9549-039E-06F3-8F1E-88E3F3F6A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E7EAF5D-5710-EBE5-E8E6-492A69919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375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6C39F-5591-27D9-C144-C0C188234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9DA18A5-9674-EA17-B44D-83EC79777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F0F345B-0EFB-3D6B-F67B-948E19801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1019969-BB75-B085-3B97-EA4236B48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106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C2BBE0-6AEA-12A9-6F48-576DC587E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D13B214-5BB7-FB60-4ABF-AE825C9A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C37F6D6-074F-9F0C-57AC-5EC5067D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2181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FA9193-FF4F-15F4-B994-79914904D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FBDB45-DED8-ABC3-BFF5-672680985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453EA34-4550-8F42-02BB-BF6BBF71EA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040E6B-2805-4A5D-AD8F-B03F4058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BD6D0E9-4DEB-49F8-BD9C-A9AEA3F6D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90374D-687C-169E-2677-6800177A1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726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6D5A59-EEA2-1D4D-8598-1AD813A07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0694CF9-CD8E-9B9B-3413-D00D1EE3B7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AE271D9-DC73-D81B-182A-A56E393912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1DE5B1-D7B2-1AC2-CC83-E185125A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302CC-C02A-5A97-F4CA-20A7BB74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A17DBA-F122-46F2-D120-162661087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670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F32C31-4BDB-D13D-8C7B-18A41E950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183B5D5-DB3F-CBA3-587E-B33D57DC6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AFA5DB-EFAD-0557-8569-8F829B9D9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3D685C-C3D4-68CD-0E2C-E61B2D0E3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55257C-9F15-DB39-AD50-72456F8B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114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12DF29D-D831-6E0B-0747-237E446913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0CC46BF-8CAD-3F94-946E-439FA0A570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8A4D99-7F95-25D4-407C-4A7FACD2E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C4919D-53B6-2EB6-1D13-E505CF52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2EB098-9B79-AD50-F012-17C31B928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8651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BB947C9-A2EF-B496-B9BE-1DC0E9AA8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D5F9D8-6344-56A0-A6D1-3C4229E99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1D57D1-03B1-998E-D904-02EA07FA20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FF8D1-E886-4749-A1ED-70CE0C20E35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9D6095-2E6E-9C20-2DBE-43A8D92ABB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C2D064-DC64-3467-C478-B163A576C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CC25DC-5C11-4F8D-AA87-CFFAB95584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498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B08E282-98DD-FCF7-662F-D7B7C65361A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7CCE9EB-0DED-3831-4C1A-1ACFE7489C2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Funeral Hall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A301BB-85C9-67B5-B48B-A77C7E569C2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5A5EF92-80DB-124B-6973-02C72313477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EFB7D06E-9077-C5E7-1553-763B9E2ADA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6919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62AC8A0-5086-2B8C-7729-D18F78A3D11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A0D69BA-A040-F0FF-A629-BCD27FC6579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E12175A-FEE9-7B93-78D7-2C22240C061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 Laravel Laravel is a web application framework with expressive, elegant syntax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DA1225-3728-D932-B26F-40259C1A72C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5F423C89-6E60-F1AF-7AFA-464EDCF2948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2443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D9F0A9-1B8C-0DA8-423D-953579DFEC8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5F3E3A-3E90-911C-C4D3-709447784A5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D828AE3-1E30-C4EC-144F-834730F6AC0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549F90-2612-81FE-82FE-44DA8E5DFA1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3BD39CEB-206A-D2E1-5701-F9CFD1F1D89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006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AC993D-713B-4E9E-E4A9-2E8C5E1C59E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EA403D3-AF5D-D16B-1D3B-FB8A104A902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1F007A-A5EA-89C6-3720-5648778BD97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71A929-BD00-1722-1361-4AFE129C1A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AFEEC6F-D09E-756C-D63B-8D36E44463B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874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5824A95-9705-C64D-D237-8F1FC20D039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80903D-3FC3-E5B0-74DA-A48CEDB93B6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68D70BC-B8DB-E600-138D-ADE286A6E1B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CheckCostReportWatches: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検知カーソルを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created_at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から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cost_reports.id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ベースに変更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02BA3A-7424-9632-4A5C-4829229F52D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B7644F6-44E3-96D1-7D5C-5AEEE02CAD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05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46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860765-7050-3FDC-0AFE-3AA9B461E7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E90D1B-55B3-4392-8790-80CD60EA541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9F79BA6-8612-4F51-C12B-351BA3197FC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https://syunnjack.dev/articles/funeral-hall-map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11D513-3DD7-C5FE-09A5-3D8E1DBAFB6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DFC8F53-A932-C176-5880-64F7A0C93E2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64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2026-07-30T07:11:19Z</dcterms:created>
  <dcterms:modified xsi:type="dcterms:W3CDTF">2026-07-30T07:11:19Z</dcterms:modified>
</cp:coreProperties>
</file>