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5" d="100"/>
          <a:sy n="35" d="100"/>
        </p:scale>
        <p:origin x="996" y="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EB2CB48-1566-F668-90F0-9B7EA821A9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689BA0B7-0268-9F41-945D-A665E962E1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A6E2D49-36D4-FD51-5AEB-AC19A396AE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E6F69ED-E2C6-7528-A2ED-A3310F9C9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88FE3EC-C258-91FB-E1A5-E8DE0464F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26938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5F28AA-B160-7FA7-3942-AE421D2EC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F5D801E-6791-A2B8-F4DA-5760C28A78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5CD9B49-BA93-1EFF-9F7B-24FB20D193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73AD392-441E-1E9B-4ADD-AE871A550C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D08C0B9-B245-9733-A917-34C32327C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5081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8DE469A-5F57-58C4-7E80-DA19D8A6D9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0621530-0905-282F-2792-830B90F49E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36F1BB-878E-17E2-1514-98659AC7B7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7669F66-4844-639F-5EB6-19568F73A6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6E203BB-C09B-96D5-AD9E-4EF1D12EA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1229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BA7D07E-514A-0D45-6E5B-D8B41F07A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5DB3862-1D7E-F2D4-0226-BFFED62E2E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0A9EFFDB-F25A-3CF7-45F7-752FC86E74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7CA2185-FD25-05BE-4033-2ECF6456A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21EEB0-5D92-5A69-102F-A8F44A919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64C4E02A-3AA5-A631-B0D3-15520F617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55660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C052F5C-64C6-8567-B548-86342E741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46E3F11-5A83-7466-7777-08C24253BD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2C8ABDC-B386-7219-70DA-8F9531FD55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15A016E-D6B1-E09A-33AA-F12EC8EE4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A5656229-52C4-E9A0-120D-C70967352D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1E863A-0594-7B8B-2E80-F14DF18476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042F973-670A-0C1E-0D88-54CBA3D543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4F4B85D-46C8-00B7-9B4F-558AC449A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2683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89CBED7-53EF-3517-76D7-2C2C5A972C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86D8782C-A1BD-A720-B032-431BBF726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E2A5B5BB-C9D3-F303-C8D2-B426200AE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C825AA6E-6F6A-EC0D-3FFE-C54757FB8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95522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4C0C6C1-0F8C-5660-6BC3-009639F728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046968E-C143-017D-6D5A-3FF43B9E3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B9E79A9-04D2-99E1-A3E4-674E2C677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2643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7159114-7C39-9F67-6FE4-27E2956DA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CDD11FA-98D0-B415-0258-12398FD0D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1726EC6C-07F9-52BA-2F45-BDB6BB9E3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B3BDA74C-52CE-F612-B3A7-5F0A8B28F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9D51980-B370-75C6-393E-86789CD4F2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1D5437D-7A5D-4B98-9983-96499B45F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911359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D059160-727D-8182-46E1-2BB62EC2E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1A30805A-0D87-BEC6-D76E-B76DA057C9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B68FDA6-71AC-3715-5460-94EADDBA22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F5E505F-325F-A583-0857-9815E05A5A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E1765B2-DF2A-EFEB-0338-10F1DDDA4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1028C0A-43E9-40E0-009D-2C61886BB7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2058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DC096A-0CC5-FA91-4AAB-F0A0CAB431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8330FEF-3F65-85F2-B584-7ED56DAD904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0E0BCC9-E558-A1F0-5435-25404BA5F6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50C90BB-A5F1-4881-918B-D1A355A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E994379-8F2B-4BB9-4DDF-07231A002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824485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47E50F5D-70AA-F0CC-DF02-C0A8F2ACBB3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33313A81-C2D4-C6CB-3B42-94F6F4355F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FE25C3-2D93-C2EB-B31E-BA6F6D2B3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BFAC623-19E6-F4FF-723D-B84ADD243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2736C8B-F508-1A79-7F2D-5E65C63AF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5587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F345105-B77C-D9D6-FEDD-A755CB0DA9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D33A176E-0AA5-F18D-AA1B-32472BE5A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85CFE99-C0C4-42AC-C5F6-557591E57B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38D0CB-F17E-40C3-B67E-E0968F995E5A}" type="datetimeFigureOut">
              <a:rPr kumimoji="1" lang="ja-JP" altLang="en-US" smtClean="0"/>
              <a:t>2026/7/30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BD54AB-E6F8-A50D-2284-A8A55A2EA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1170EDA-E896-347C-8C61-BC12828A2E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4F66D4-50C9-4297-B4C6-C9969037CF8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481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2.wav"/><Relationship Id="rId1" Type="http://schemas.microsoft.com/office/2007/relationships/media" Target="../media/media2.wav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3.wav"/><Relationship Id="rId1" Type="http://schemas.microsoft.com/office/2007/relationships/media" Target="../media/media3.wav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4.wav"/><Relationship Id="rId1" Type="http://schemas.microsoft.com/office/2007/relationships/media" Target="../media/media4.wav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5.wav"/><Relationship Id="rId1" Type="http://schemas.microsoft.com/office/2007/relationships/media" Target="../media/media5.wav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6.wav"/><Relationship Id="rId1" Type="http://schemas.microsoft.com/office/2007/relationships/media" Target="../media/media6.wav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5B8A2CB-946A-BACC-7E2E-9371EAEA7B60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7EB33F8-AE24-0FC3-AA63-D9A29A53628F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3400" b="1">
                <a:solidFill>
                  <a:srgbClr val="111111"/>
                </a:solidFill>
                <a:latin typeface="Arial" panose="020B0604020202020204" pitchFamily="34" charset="0"/>
              </a:rPr>
              <a:t>Funeral Hall Map</a:t>
            </a:r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の技術解説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FE2D0AF-DEE4-2BDA-B40E-4DAF37C9770C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設計・実装・コミットから学ぶ短時間プレビュー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E1122E6-D5CD-7A8B-1D26-0AFD626D3E15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01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1">
            <a:hlinkClick r:id="" action="ppaction://media"/>
            <a:extLst>
              <a:ext uri="{FF2B5EF4-FFF2-40B4-BE49-F238E27FC236}">
                <a16:creationId xmlns:a16="http://schemas.microsoft.com/office/drawing/2014/main" id="{6E91C5CF-3F82-7F56-DCA8-21FD2A3033D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021558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592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7E9BA1-1405-61BA-A0A3-8411302A852B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4E1E72D-7A3E-E9A3-DC6B-272956C75AD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このプロジェクトは何を解決する？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D50FFE07-B6FB-6F7A-4E35-3261DCB1A367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Funeral Hall Map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の目的、構成、実装を公開コードから確認できるプロジェクトです。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A1D8346-BEA6-6B13-3117-51BE665BDCEA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02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2">
            <a:hlinkClick r:id="" action="ppaction://media"/>
            <a:extLst>
              <a:ext uri="{FF2B5EF4-FFF2-40B4-BE49-F238E27FC236}">
                <a16:creationId xmlns:a16="http://schemas.microsoft.com/office/drawing/2014/main" id="{8CDF43F3-844A-6B2C-9AC0-2D21474C19B0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6566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47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D9CF5DC-9445-73C6-D96F-8C7CEC9C90D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9D69C0D-D114-60ED-3D02-768E88C08AD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技術スタック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1C39B3B-E00D-2DC0-40CD-382264442D65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主要技術：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Blade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PHP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JavaScript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・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CSS
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役割を分け、保守しやすい構成を目指しています。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46D4BB0C-2175-AB56-350A-652555E2FE69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03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3">
            <a:hlinkClick r:id="" action="ppaction://media"/>
            <a:extLst>
              <a:ext uri="{FF2B5EF4-FFF2-40B4-BE49-F238E27FC236}">
                <a16:creationId xmlns:a16="http://schemas.microsoft.com/office/drawing/2014/main" id="{8A23F032-B8F0-957B-8685-9A495D9BE456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264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000"/>
    </mc:Choice>
    <mc:Fallback>
      <p:transition spd="slow" advTm="11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88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593446C-8A57-2545-9AB8-31F31A434D52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BA74041-28F1-7FDC-2B91-5DBBD8EA91F6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リポジトリの読みどころ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E454A7E0-9E3E-9333-FB19-654329192A81}"/>
              </a:ext>
            </a:extLst>
          </p:cNvPr>
          <p:cNvSpPr txBox="1"/>
          <p:nvPr/>
        </p:nvSpPr>
        <p:spPr>
          <a:xfrm>
            <a:off x="533400" y="3429000"/>
            <a:ext cx="10795000" cy="70788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公開コード、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、コミット履歴から設計判断を確認できます。
主なファイル：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README.md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app</a:t>
            </a:r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、</a:t>
            </a:r>
            <a:r>
              <a:rPr kumimoji="1" lang="en-US" altLang="ja-JP" sz="2000">
                <a:solidFill>
                  <a:srgbClr val="333333"/>
                </a:solidFill>
                <a:latin typeface="Arial" panose="020B0604020202020204" pitchFamily="34" charset="0"/>
              </a:rPr>
              <a:t>artisan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798806D-1676-F156-02FD-E8237FB56348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04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4">
            <a:hlinkClick r:id="" action="ppaction://media"/>
            <a:extLst>
              <a:ext uri="{FF2B5EF4-FFF2-40B4-BE49-F238E27FC236}">
                <a16:creationId xmlns:a16="http://schemas.microsoft.com/office/drawing/2014/main" id="{9588BD93-760B-F80A-7527-4D4EFA741688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21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000"/>
    </mc:Choice>
    <mc:Fallback>
      <p:transition spd="slow" advTm="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55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C709ABB-D927-47BB-2E55-800477BF965E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CD287A8-3B16-C428-D4FF-FF6495117365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コミットから分かる改善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A1AC3E0-F6DD-09A7-51DB-13D3B9B62963}"/>
              </a:ext>
            </a:extLst>
          </p:cNvPr>
          <p:cNvSpPr txBox="1"/>
          <p:nvPr/>
        </p:nvSpPr>
        <p:spPr>
          <a:xfrm>
            <a:off x="533400" y="3429000"/>
            <a:ext cx="10795000" cy="4001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2000">
                <a:solidFill>
                  <a:srgbClr val="333333"/>
                </a:solidFill>
                <a:latin typeface="Arial" panose="020B0604020202020204" pitchFamily="34" charset="0"/>
              </a:rPr>
              <a:t>直近のコミットでは、新機能の追加と実装強化が行われました。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296B3071-7896-CDB9-D232-C454DD6F02FC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05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5">
            <a:hlinkClick r:id="" action="ppaction://media"/>
            <a:extLst>
              <a:ext uri="{FF2B5EF4-FFF2-40B4-BE49-F238E27FC236}">
                <a16:creationId xmlns:a16="http://schemas.microsoft.com/office/drawing/2014/main" id="{15DA181B-2218-1754-8EA0-2EC9FA82B81C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65272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6000"/>
    </mc:Choice>
    <mc:Fallback>
      <p:transition spd="slow" advTm="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687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389DC92-BF0D-7F38-C6C6-24DDC6CB8181}"/>
              </a:ext>
            </a:extLst>
          </p:cNvPr>
          <p:cNvSpPr txBox="1"/>
          <p:nvPr/>
        </p:nvSpPr>
        <p:spPr>
          <a:xfrm>
            <a:off x="533400" y="406400"/>
            <a:ext cx="10795000" cy="33855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600" b="1">
                <a:solidFill>
                  <a:srgbClr val="556F35"/>
                </a:solidFill>
                <a:latin typeface="Arial" panose="020B0604020202020204" pitchFamily="34" charset="0"/>
              </a:rPr>
              <a:t>TSUMIAGE LOG / TECH VIDEO</a:t>
            </a:r>
            <a:endParaRPr kumimoji="1" lang="ja-JP" altLang="en-US" sz="1600" b="1">
              <a:solidFill>
                <a:srgbClr val="556F35"/>
              </a:solidFill>
              <a:latin typeface="Arial" panose="020B0604020202020204" pitchFamily="34" charset="0"/>
            </a:endParaRP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0693A213-84E9-CB1B-9FEF-964C25D24D4A}"/>
              </a:ext>
            </a:extLst>
          </p:cNvPr>
          <p:cNvSpPr txBox="1"/>
          <p:nvPr/>
        </p:nvSpPr>
        <p:spPr>
          <a:xfrm>
            <a:off x="533400" y="1651000"/>
            <a:ext cx="10795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ja-JP" altLang="en-US" sz="3400" b="1">
                <a:solidFill>
                  <a:srgbClr val="111111"/>
                </a:solidFill>
                <a:latin typeface="Arial" panose="020B0604020202020204" pitchFamily="34" charset="0"/>
              </a:rPr>
              <a:t>詳しくは積み上げログへ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E093A5A-A560-9F51-D7F4-1DA2BF34CBC0}"/>
              </a:ext>
            </a:extLst>
          </p:cNvPr>
          <p:cNvSpPr txBox="1"/>
          <p:nvPr/>
        </p:nvSpPr>
        <p:spPr>
          <a:xfrm>
            <a:off x="533400" y="3429000"/>
            <a:ext cx="10795000" cy="101566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記事： </a:t>
            </a:r>
            <a:r>
              <a:rPr kumimoji="1" lang="en-US" altLang="zh-TW" sz="2000">
                <a:solidFill>
                  <a:srgbClr val="333333"/>
                </a:solidFill>
                <a:latin typeface="Arial" panose="020B0604020202020204" pitchFamily="34" charset="0"/>
              </a:rPr>
              <a:t>https://syunnjack.dev/articles/funeral-hall-map
</a:t>
            </a:r>
            <a:r>
              <a:rPr kumimoji="1" lang="zh-TW" altLang="en-US" sz="2000">
                <a:solidFill>
                  <a:srgbClr val="333333"/>
                </a:solidFill>
                <a:latin typeface="Arial" panose="020B0604020202020204" pitchFamily="34" charset="0"/>
              </a:rPr>
              <a:t>学び、作り、振り返る開発記録。</a:t>
            </a:r>
            <a:endParaRPr kumimoji="1" lang="ja-JP" altLang="en-US" sz="2000">
              <a:solidFill>
                <a:srgbClr val="333333"/>
              </a:solidFill>
              <a:latin typeface="Arial" panose="020B0604020202020204" pitchFamily="34" charset="0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4F6915E-2672-4315-1C89-22E51B53395B}"/>
              </a:ext>
            </a:extLst>
          </p:cNvPr>
          <p:cNvSpPr txBox="1"/>
          <p:nvPr/>
        </p:nvSpPr>
        <p:spPr>
          <a:xfrm>
            <a:off x="11112500" y="6223000"/>
            <a:ext cx="5715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kumimoji="1" lang="en-US" altLang="ja-JP" sz="1000">
                <a:solidFill>
                  <a:srgbClr val="666666"/>
                </a:solidFill>
                <a:latin typeface="Arial" panose="020B0604020202020204" pitchFamily="34" charset="0"/>
              </a:rPr>
              <a:t>06</a:t>
            </a:r>
            <a:endParaRPr kumimoji="1" lang="ja-JP" altLang="en-US" sz="1000">
              <a:solidFill>
                <a:srgbClr val="666666"/>
              </a:solidFill>
              <a:latin typeface="Arial" panose="020B0604020202020204" pitchFamily="34" charset="0"/>
            </a:endParaRPr>
          </a:p>
        </p:txBody>
      </p:sp>
      <p:pic>
        <p:nvPicPr>
          <p:cNvPr id="6" name="slide-06">
            <a:hlinkClick r:id="" action="ppaction://media"/>
            <a:extLst>
              <a:ext uri="{FF2B5EF4-FFF2-40B4-BE49-F238E27FC236}">
                <a16:creationId xmlns:a16="http://schemas.microsoft.com/office/drawing/2014/main" id="{F14E5869-7B30-A831-E665-23BFB9DC753B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2800" y="3225800"/>
            <a:ext cx="12700" cy="1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9301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7000"/>
    </mc:Choice>
    <mc:Fallback>
      <p:transition spd="slow" advTm="7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426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ユーザー設定</PresentationFormat>
  <Paragraphs>24</Paragraphs>
  <Slides>6</Slides>
  <Notes>0</Notes>
  <HiddenSlides>0</HiddenSlides>
  <MMClips>6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6</vt:i4>
      </vt:variant>
    </vt:vector>
  </HeadingPairs>
  <TitlesOfParts>
    <vt:vector size="10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啓介 加藤</dc:creator>
  <cp:lastModifiedBy>啓介 加藤</cp:lastModifiedBy>
  <cp:revision>1</cp:revision>
  <dcterms:created xsi:type="dcterms:W3CDTF">2026-07-30T12:14:39Z</dcterms:created>
  <dcterms:modified xsi:type="dcterms:W3CDTF">2026-07-30T12:14:39Z</dcterms:modified>
</cp:coreProperties>
</file>