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636CC-33CD-0097-3D99-A27C1A87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6CFAC0-3E82-3824-38F2-30D3CB873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CEC069-6C35-6440-A07C-B03F6A29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84B498-401F-D1C5-4D58-2B8538ED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13FE5D-3D47-A38A-C462-6E08678A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822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D8B48E-23CC-2891-B78E-FA404C4B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3367DA-2BF0-6143-5396-C4DB3DA49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7F50D9-8FCB-C54F-E284-8F22DE6F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2515A7-E504-F434-7738-8C3DB76E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E0662F-626E-5232-1709-E7A83F36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83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FF4EB-2E54-7A68-DEFF-31318059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99D39B-20AF-FC54-A58D-D1C8FF558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038DF6-E149-21EA-A142-19DEF1A5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60B978-5A91-8F33-2FF4-43837297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0D8A98-0FD4-B290-1BBD-7A882750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88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0138B-A136-9F5E-BEAA-38739F38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4EF83-4298-3C0D-F6A9-0096A8989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A9313C-338A-4C7B-4E2C-45A21A959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AA100F-9BB1-D4B2-7BE4-6ED3DF02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FFCA72-C1EC-FAC6-AC7B-A92E41A2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B79555-DEBE-D1F6-D853-C682DC90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18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48C3C-4F8B-B6B2-2005-34DCC42F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49E73E-549B-AE5B-A401-22028B241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60C75E-BB21-2D25-BE9E-342D36EAF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FF47D1-A6A7-E5EF-ECEC-7FAC77A42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75AA58-23BB-6FD4-6F2C-D024A1EBD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913F8A-FEDD-68BF-F2DF-EF6D1B7B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C28FB9-CCCB-10C6-864A-57F2F80C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2F0668-71B9-78FD-DB87-53C7C289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450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B21C5-4306-0AE2-0996-533C791A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40F715-B3A1-245D-0DF6-099E552E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4F7044-B77B-049F-54FD-EA186626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A7E343-3F24-4E3A-B256-5C49070F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0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070ACB-EBAA-417B-7AC1-78C97F28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A12555-B099-47E1-4EC5-F4F6E85A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AB8F32-8CD2-87DE-DCF7-64AD47D7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464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FA45B-D6BA-C8A1-6411-898C5BFF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58D8C-4097-6045-273C-D7AE2C7A0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519F0E-A225-A114-5729-034F4707A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B9C834-490E-E278-71C0-4C1A8390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447EA2-25FB-B4A8-DDF6-6569B078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5189B2-E4FF-E5EE-D885-E5B6BBD3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67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1B66A-7E96-CF29-8139-F1F0D9C89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AB58F5-0D06-44CF-011C-E13208870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6ED0F9-029A-161A-B990-CECD8AC37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E033B6-EFC3-B2D1-12D2-C517A8E0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8A0021-6D13-E841-4C01-6DA5980B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9AF2E4-9340-4C82-2F2A-766C34D0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9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1DE67D-2535-72FC-7E7B-70E56AA2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1A14AE-DF0B-512A-11AB-F814C43AB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FCCF0-E4A2-B9AD-1F20-A92C7533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70E3E-7674-4F2E-E757-599C9D34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D2F3B2-D9A4-CC66-4A0E-0F8865DB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34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8B6541-BACB-6940-F6A4-47FC879E5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96503F-50CD-EADE-187F-12A8DB2B1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327F8B-B22E-C84A-7E5B-5C144C7C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4F594D-3233-294C-D90D-5D605A1A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08ED0D-727C-BE2C-A7AF-8006301D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09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51E16A4-45BB-5635-1CF8-2DC0D63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150812-E4D6-A809-A8DF-E6DFE74E2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E4411C-6CF4-14CA-C47A-E9E5D1B4F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0CE76-1914-459D-9C16-99AA7840CFA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1D7E49-BB65-B799-09DC-0952A1E71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FF3DF5-8E1E-2F41-1F2C-2F060ECB6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10F04-7F6D-4548-A0C9-EC7E7B19A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F83CDC-A943-7B59-0A58-7768CAB4DC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BED7A8-F89A-1D91-25C1-4489D0C34E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Event Trip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38072F-95DD-5CEB-421B-186A85082C1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BA0B65-4CB9-084C-6493-6BAED5FA654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44EDD21-BA10-C708-D8E4-91D94E459C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9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2EFA5E-87BE-FA91-AB18-C8F32A1BE2A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6C7D25-2FAD-C281-3AB2-5933A644C3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D36E37-084A-C288-55F9-F358D79B8E1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Event Trip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ライブ・イベント遠征アラート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event trip alert Domain candidates Confirmed domain: eventtripalert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94A280-9848-6723-2117-B5612A7966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7130962-DE26-057F-F2D1-EDE11F465C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97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6122AF-BC68-B8F4-5117-753215BAC72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F5CABF-B971-379C-9834-512130CF42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EAD77E-EF83-29A2-565D-A774630A2F9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6CB6D7-12DB-DE19-669E-83AE266CC81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5F389DA-F6DE-B3C8-4C96-892B0DE2A9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83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94D5BE-D874-EE86-2A5C-FEFBE6290E7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7C03FB-F36C-0B68-8DAC-D423227BFF4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DC3240-C450-EFEA-BDD7-95CEA050D53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E9AB42-FE85-FC0D-DC0D-082B5BF7AF0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EF865EE-51DE-A81E-0CAB-3BED3A5E9F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43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20EE81-8B1F-CC72-62DB-2093F2D33A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12F9F4-6DDD-7B98-ADF0-9984EB3B229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F20A05-8C6F-7AF0-460E-98085EA35D4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1E029E-1A32-3C95-AB9A-A0DC73EF15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7DCDEF6-757E-0BE8-FCCD-11FF796374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26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9AE1AE-6605-1FEE-8DBE-5D6E9C0CD93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A47BE3-B379-EFC1-268D-F2E91699BCF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CFD384-2278-AE55-4961-EACB1F20ACF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https://syunnjack.dev/articles/event-trip-alert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E5A2AF-52A1-877B-2301-34CAC1D416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5240B4F-288E-BEEB-686A-CEED7B966A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19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2026-07-30T06:45:51Z</dcterms:created>
  <dcterms:modified xsi:type="dcterms:W3CDTF">2026-07-30T06:45:51Z</dcterms:modified>
</cp:coreProperties>
</file>