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6F7C52-205E-3584-2AA7-2556C07AA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CAF430-4394-B4FA-EFB8-9689215AA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71ACD7-DC57-AD18-B928-3CCC1A6B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C79B-3C87-4C97-8456-3ACA0AF5688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F5ECD2-2B20-F550-ADE1-5424DD7FB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DCA6B5-5D6E-C5F9-3769-6D403FDE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D96F2-E146-432C-99C1-E05DA8086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541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6E6264-8AC6-BF0E-C57F-F5FC2B02F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FAAFCC-F8AB-142C-4B1F-C3E052B8A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0A816B-BF6D-2A8F-652C-5B20697DB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C79B-3C87-4C97-8456-3ACA0AF5688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5D8E88-4EA9-D472-387E-E86A0E152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3888D9-0376-5619-CFFB-80A03706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D96F2-E146-432C-99C1-E05DA8086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309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1D551A-3824-D975-9590-17A423B98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7E4D76-5C30-4700-940F-D0993F9D9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6D6F6D-6CF1-C893-E72E-8601C7DDC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C79B-3C87-4C97-8456-3ACA0AF5688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BC6955-4706-DDB7-D0C5-15B94C1B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89FF8A-9C23-8A4D-DFA1-AD1BB846D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D96F2-E146-432C-99C1-E05DA8086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806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0DCF25-7AD2-9CA7-BCA4-770B4D81C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084BF6-4955-C900-2AF8-27E53E8BA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9D40B4-55F7-023E-55C2-78CD9D3C8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CB6D01-65B6-C455-794E-A1FE081B9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C79B-3C87-4C97-8456-3ACA0AF5688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A35D0C-C1AC-6C43-3ECE-C4ED28076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CFD309-A215-0162-D98F-6EED1290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D96F2-E146-432C-99C1-E05DA8086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269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9C02C2-4265-9ADD-B82F-B7C684D7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5486EC-B86A-305B-7509-8C8F3AADD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44A308-8F52-F504-8E2C-B48A045F4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5A2747-BF4E-72E7-C547-03F9F1C506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7DF96CE-5A0D-2C03-5962-6CE1195DA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E8DCFB6-56E8-1113-5A2C-015541D6E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C79B-3C87-4C97-8456-3ACA0AF5688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9298163-6CA3-0651-0D8D-D10E49E1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9A14948-5DCB-42CC-3964-CFE130BA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D96F2-E146-432C-99C1-E05DA8086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7328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05A528-EF70-494E-1C09-6310381D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03CC7CC-083A-4207-E241-B59CCFBCF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C79B-3C87-4C97-8456-3ACA0AF5688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C30995B-6059-B1B6-2E22-E666C84B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CED0356-7213-A39E-8CC9-94229863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D96F2-E146-432C-99C1-E05DA8086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603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3895D43-D7E9-6D34-57E6-C3040094E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C79B-3C87-4C97-8456-3ACA0AF5688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0689E0B-CB43-41F5-A6C5-AEE32893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25CFAD-4EC2-ED0E-8BCA-351C6576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D96F2-E146-432C-99C1-E05DA8086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89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F7E674-872E-545C-0C99-280C924CF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171EB9-C59C-903D-E0BB-5864B3DF8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13CF51-6182-AB1C-FBBE-9232938BB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BA9CF1-92AA-4EC0-0AD8-04C89BA1F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C79B-3C87-4C97-8456-3ACA0AF5688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C297BD-1A77-CD90-5545-4DA4DE648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1EE08B-1419-31A5-A0FE-B89656014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D96F2-E146-432C-99C1-E05DA8086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5308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761F34-7AA2-21DD-980B-30224A1F2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5B24748-3BF6-92BE-CA14-E68539F478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071C4B-325B-11D0-8EBF-72131CD92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0E79A3-CE0E-879E-0278-3D27FAF59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C79B-3C87-4C97-8456-3ACA0AF5688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DD7969-68C9-19D1-7568-A3C31D3BF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BF1275-FA34-825E-6AEB-26379A7A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D96F2-E146-432C-99C1-E05DA8086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480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706A0-B7F8-F55D-E625-1E999F6B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45A35B-E069-B537-8A71-E4DEA26E0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18736A-52CC-FB77-E131-740AEFBF8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C79B-3C87-4C97-8456-3ACA0AF5688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58747A-FDB6-4279-EA8B-7FF8C070F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A3189E-916F-F078-9FCE-A347E287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D96F2-E146-432C-99C1-E05DA8086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49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7EC0D24-BA5B-439F-8E0C-B2EB90494A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D306A69-003C-40BA-24AF-4764A8A26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D95E25-4A43-A910-41ED-8F37780E5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C79B-3C87-4C97-8456-3ACA0AF5688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38AC73-E51F-8191-CB96-28E0B28B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C7D653-996A-50E2-FD8A-2E5D823A9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D96F2-E146-432C-99C1-E05DA8086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05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776B2D5-7C45-689E-6056-7A65F7274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FA32A8-E347-E2B3-44F6-15AC7B24C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3E8B9B-34B0-D289-DE2E-6F782103C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0C79B-3C87-4C97-8456-3ACA0AF5688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48294A-950B-01C3-1183-82288E7D0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1806FB-D170-720F-21A6-8562729C8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D96F2-E146-432C-99C1-E05DA8086B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766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D04C037-E634-E34A-CE18-85251386C4E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F94E2C-70DE-B350-902A-686BFDF6895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Local Board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AA5730-CFBF-AF29-8894-92059CDF630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87F2593-9D3E-F247-71F2-2C4BF284853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9179288F-5FCF-87D4-12B8-71FD32C78C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67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7BA1DE2-7341-96F8-906E-1E934C5C133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38C7D4-85F7-80AA-E68D-F1D653F398A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1011C14-1C4A-3911-6BF2-605CFB385A0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Local Board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地域掲示板の新着投稿通知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local board alert Domain candidates Confirmed domain: localboardalert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3F56C4-E62B-2D7D-10A3-457F79F533A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CCA1F779-4B70-D472-0012-9DF188FF4B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830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8A96553-4A2D-F1FB-026E-0309CFE5F36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843013-0D64-49E3-6DEC-44EA2C6B009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390B2D-1406-122B-4998-F31D694F6E9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553B0E-0C4F-83FA-D0DB-0E18C040290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1AC1B20-4D0E-996A-8D07-2E7B59FCDF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06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88D3108-7C5A-2924-0F2A-7A4E0C7262D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4C6FE6B-8D4F-5C48-A963-CB1DEFD5456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AA133C-3273-428E-7057-3DC3D8FE5E7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E31F710-A332-EACC-772D-D8575325B81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839B4F24-7B6B-432B-EF5D-11CCD71920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46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C405C2D-3990-4D92-8B3F-9977A333EC8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A2532F0-9F08-7251-4E35-13002539749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3DA938-9F0B-6580-45D0-89D87365595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05B8D2-6BF9-1934-CDFF-D88AA0A25E3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8FD6288-4966-F85C-6515-B161F59B91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296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AD6454E-F140-4774-4E88-10F9A8FB9FB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478D823-1C65-A17D-E75C-7ABE324FEB7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07B5EA1-8181-89B4-BCBB-332BC00D6813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https://syunnjack.dev/articles/local-board-alert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37E5D6-AA4B-ACCC-FC11-6FA0671F63D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D832415D-233D-B110-F206-C0BF0F4D3A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05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2026-07-30T05:00:36Z</dcterms:created>
  <dcterms:modified xsi:type="dcterms:W3CDTF">2026-07-30T05:00:36Z</dcterms:modified>
</cp:coreProperties>
</file>