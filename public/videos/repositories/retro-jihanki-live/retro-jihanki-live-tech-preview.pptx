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851A57-D23B-3B66-6378-71A98BB9D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71B0E3B-92DB-5381-5B66-A0145514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88D20E-465F-0203-04CF-C1C664F2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8333BA-F75E-8173-69C2-3E0964A7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BBF3ED-00ED-02BF-DBA2-6BE31041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18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BFCAAC-62F7-0F1A-D77C-1FCA82336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D734F9-2FF1-6ABE-09C4-A08637000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D572CF-3F50-FC11-C65B-9B3130DC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3A410F-7952-5BDC-2A0D-CD322F246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F7345A-7185-9B50-8604-194B3E26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281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4B12D-CD6D-523D-400A-1E48D35F4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DD14E8-194B-4CBC-60C8-1FA544E76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DDCCFE-3CD2-9820-0547-B57FACC8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6EB91-27B9-AC95-57C2-D9EC34771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ACD630-30E2-175C-D14C-13AB020AE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6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8B3639-16AB-C8DE-A55F-BECB4A81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C9DCF4-DE35-B176-A400-13D2A3B68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F2AEE1-27DF-C5A7-F744-2D24493AF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FB4EB8-AB97-4DCC-8846-6E151A1F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70F560-87CD-B382-F761-5EB68A52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09B65A-CBAA-05B5-C6E3-4C02296A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47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2DEC3F-49A1-9291-B813-C5B90C501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3EEEE1-7E8B-170B-215B-1CA0B46EB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77C676-75CF-3647-42B2-7DD9395D9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078C1B7-E101-D472-3911-30B8A54C5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6CCD0C-DCC3-FE22-41DB-8CB04E28A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C22AE6B-A4FF-47E4-8908-3B5B6416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3108BB2-C1CC-4E09-FC90-157BBD65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04850AA-3BA8-A2D0-4AF8-CA31CF0B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58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5EEA97-FE54-6DA0-68FD-66D38F7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363162-E3DF-F149-E0DA-7E7AFCC1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4FBDE3E-2FE2-AC9F-290D-AD4DEA2E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900BB5-0A86-462E-F488-22E5AEB2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6320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6B0EE36-582E-5CA2-F13A-FDE92AA3D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97B97F1-8C17-9315-4412-B1C835CAE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3C9CE6-F4C7-C83A-F071-B1680A57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42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017ABC-7827-8F3D-1823-DBEADBEB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A4CD87-8215-5F7C-B3B9-B50F71A12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54BAB6-523C-2DAC-3BD1-3D2B24050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900629-B5BA-FE40-2A7F-377D4B75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B3E0B1-245A-6553-EEC4-0C2791BC9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0F4BAE-5B27-A802-564E-28939009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914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73412A-4019-3BD0-C688-9D9847819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0DB20B8-D2ED-2B3C-9B0A-7BD4C1E93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C0845FF-6F97-7323-D2BD-4F8167BF4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08D284-1EFE-5B1A-0987-401E916F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755BB3-FCA7-9DBB-6D35-ACF0F055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FA096C-720B-E393-21ED-72A230D5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8927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04230-7BE2-0239-2E1F-AF9ACC17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C2B234-6843-14EB-00DE-8323704FB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E858F7-32FF-D32D-7CF8-31EB3988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1EC174-609A-31CD-1701-F4C3B5B9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5631F3-D665-8D9C-3320-7325C663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4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56CE70-FCE9-2667-4CC2-F648188AF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76502B-067E-F948-971A-BC42D23C4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705C63-07A5-BE25-E70A-6A6F7E2A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68ACA1-066A-C365-8517-B259C9611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A81734-D64D-BA73-E69E-9100E9AA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145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08D0F4-0961-00CB-09CA-C1B5B04F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137F18-D274-5070-D28C-B6A19FC83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B8449C-EFFF-0FDB-1883-0F279CDEE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A895A-4D88-4530-AAF8-1E2C34CB122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DC7F20-7FB4-8CD0-1E21-07F64F2CC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5543F4-8182-9886-63C3-445A722F8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367FA-7816-4E51-A6DB-2AD2D8CD9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2681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527997-89DB-E858-7E1F-95B2A484202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F0C89B-CE81-A963-E228-4DFAC68126E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Retro Jihanki Live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5F9C5C-6489-C065-3E00-1A51EB44089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592B93-1B89-90ED-CDD5-692484E000D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7A25EF5-B27B-E028-366C-1CFC94EA9A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97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8A2033-9391-F5C9-7AEA-F89523F204B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5F901D-F8CD-EEBB-D253-D772738CE70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24FC58-6F02-F05F-5FA1-0F71F63DC6A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Retro Jihanki Live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レトロ自販機営業状況通知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retro jihanki live Domain candidates Confirmed domain: jihankilive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9D7DC5-B666-9460-8374-18E3A17B9DC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970360AB-9BF1-883B-3A5D-90C0B28727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22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6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4CFC1D0-BA21-0004-AA30-F9EADA79785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DB72C9-D479-E8E1-AAF0-EAD70E427A7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6497CB-4010-04C2-9548-C591E730262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D2727F-7F6A-F6E7-C87C-FA19432BDB0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E6C63C4-91A4-9A10-3DB7-DC5B803E4B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58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B374175-FF7B-E1B2-4068-19F71862B3A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0012E2-AC5C-401B-6FBE-31E6DF96ACF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0FFC81-9D53-26ED-79F0-CFBDE0CFD39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E88417-A784-6C56-B549-BCFD0A5F95C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4D4BB09-5036-C853-861A-013304916D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69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F80581-CB91-28B2-422D-FE06EF01E45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E95A8D-7B80-1870-2601-6623352B20D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B80CC2-3886-40F4-F98F-19041B898B6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63CE17-EAE5-1987-BABA-73E89E599E3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C2AF0D0B-B018-50BE-274E-6BCC7CF18B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67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E6E88E-7C2A-4E7D-4E92-1F4BC026AA4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1F395A-C0E8-C9F4-16F7-E243B6E6BBB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0C05C4-4727-82C9-6C1C-6ACD567539B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https://syunnjack.dev/articles/retro-jihanki-live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3A4BF32-4588-8643-31E6-FED6B5665E1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DE914EE-598F-13C8-6A9F-8BC4118FC5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25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2026-07-30T06:34:51Z</dcterms:created>
  <dcterms:modified xsi:type="dcterms:W3CDTF">2026-07-30T06:34:51Z</dcterms:modified>
</cp:coreProperties>
</file>