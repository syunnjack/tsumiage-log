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E41A1A-47AF-3F8D-253F-997ACD4C3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441617E-8371-7A26-AAEA-76274D2BB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05D16C-778E-AD75-43DE-A23F947E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F9FD42-F069-D03C-02FD-0C53F89CF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94E955-F7A4-0118-F14F-9CAA5FA5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97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48A63A-B77D-FDCA-A4F8-8B89C12D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AFF6CB-2691-65CF-2887-546594E77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421866-8071-09CB-FAE7-586F1B2D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4879B5-5D03-D5E0-5ED8-8C313DC01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9F7F5E-0EEA-1C01-A3D1-70DE30BD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44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3AB897-CC2A-7DC0-78BF-830E7ED92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E1458C-AE48-2733-1E7E-0CB85CAF2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0BEBFD-8368-8F8A-26A0-E86C8A852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2412FA-668A-BC49-6A93-401FB2A02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BBC4CC-3DF7-E585-2BF5-CA0C3C0A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80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8F2CF7-01FD-C0D6-9B16-3513798D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C537D4-D312-79A9-3737-43B9D6440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7FC2B5-9678-6E9C-1DB6-5B80C8C35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ECBF5D-A1CB-3DC3-E83B-FC42AE80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6E6083-EAF6-6512-215A-F62C48A95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D9651D-163A-162D-BEEF-F8404A31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83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F66943-72B8-3FA6-0BAD-F62B93CC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402AFE-B9F7-48E1-4718-D950F391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7F2941-054F-185E-F61F-EB3BC825E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3383488-9335-0FE5-A021-CA78868E5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D3786A3-97B0-C8B4-1ABA-E44C8DB7C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5B9757-908D-1267-F1F1-1A95F09B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CFFDE82-475D-0014-A392-CB515C8B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484A927-55EF-8637-00F9-A0FB6E63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002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99B2D-90F0-81DA-BE86-726110D9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66C19C-CB99-662A-65E7-CE92195F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8F29493-43FB-B7CA-70B7-AB3504D5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BCE0450-89F2-9151-4D86-50414076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285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14647AA-4ACC-90A9-0F5A-D17A47A2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577C9A-D8B2-B348-60DE-17356C78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D4F55E-61A4-3F8F-7C5E-88B5B82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8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7ACD47-661E-3312-3081-87ECE562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2167B0-A2CE-16F1-6D38-AB84D12FC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631E70-91D6-A9D5-5F5A-5AD2ED3CE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CCF799-F8D8-33AA-19EA-190F6A0E2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DFB88F-B126-6976-E7C6-9BC7CD94F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AAC1D1-080E-44B6-813C-7F4E3062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60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E73D7-D756-B9D7-DB3C-6DF50E24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65A7783-CBC7-5B0F-60B4-13BDB1383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BD5CF5-DE5C-2CA9-DFB6-9286F268A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DFFAFD-B21D-94C9-042F-0C303EB64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E4F55D-9D99-F47F-39AF-160C0317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B67AF8-FF27-1A92-5299-901F9927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63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B416B8-8DD9-81D4-49D9-FC28B171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659A99E-B8A3-4E30-A2C4-2FE5F3C77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631B62-C4F3-5BE9-CF33-E50DA61D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837A3D-D8C3-137D-487B-A11B1294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647DB4-996C-CC84-03C8-D8653B2D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2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8962D78-49BD-DA53-D0C9-842098BA5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F32084-F89B-1697-B53E-AA0230C15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056EFD-695A-917F-FCE7-78CCE993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2795F4-DF9A-85CC-5791-A7CFA32B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E07B9F-D4CE-C740-8BCD-2E0C99C9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66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3C430CC-04D6-BCA2-51F6-C227D7963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A7EBF2-7224-0DE3-98AC-9EB49B9AE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765DAF-7D31-0EB6-6D58-63B969041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EF8CD-A123-4872-9453-D8392BEB8EE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90B23A-8D28-D02C-4EC8-496E63BDF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26DACA-9036-8962-FA8A-1B9C9AAB1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CBD54-3D3B-46C8-8DA0-15A5B9F84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534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53C175-437A-335A-8D49-3B95626443C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8029711-9179-9D5D-46F8-78E6D59C872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Onsen List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F59A04-DB33-580A-26E5-4D0D257EC2D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03F7BB-2295-06E4-A8CE-C5FF2AF9AA3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BF02D92-8445-8558-E181-602C7207E6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96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1A2974-BAAA-3E6C-FE51-DA173DDEBA1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D46B87-C184-D2AF-D5B7-60237A528EA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735484-119A-0AB9-7452-531934044B4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Onsen List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611C1A-FCD7-F4B7-C8FD-57CF30CAE09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C5E2497-48AD-ADE0-A7A3-414F31BD47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66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38478A-519F-522C-386D-6E72E3D82E7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0DEBBF-1C4B-080C-BCBD-DA11F6523A6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DD8FEB-8B52-4A43-7876-8A476F0F06D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EB72F3-2259-FD8B-5919-F507F626BB6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59D791E-7B3D-4724-EA31-1CC33694A3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23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9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53A3AA7-EEFF-B904-C106-B23A2A522E7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051024-550D-1AF1-1331-157B650745D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07FC9A-AEBD-969C-61D5-F61D03ED981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bootstrap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4C390D-879E-02DB-738D-E3B59D5288F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A8653951-5697-AFC6-3DC6-EE0990D237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72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6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DC0734-8C3C-58D4-C4E7-2DF4D355A83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6F5294-6836-B890-A66C-9E3BBC8A5B4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40E350-125B-07D6-4DBB-65CEE992842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1BD2FB-C66C-D2CD-4A00-57B51617FE2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488FEA0-296E-AA9D-5785-DC58A50E1A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53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C64603-0F4E-528F-E4D9-752759EC9A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C63B63-8E4D-1511-DC52-7FEAE405996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6833B4-513E-4E64-6B1E-209677710542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https://syunnjack.dev/articles/onsen-list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5007EB-B399-67BA-5653-96B48D76883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4FA5FEF-AC61-A9D4-3E21-D5BB5DA9E3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04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2026-07-30T12:30:52Z</dcterms:created>
  <dcterms:modified xsi:type="dcterms:W3CDTF">2026-07-30T12:30:52Z</dcterms:modified>
</cp:coreProperties>
</file>