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B4BC80-DF61-CC93-A5A1-2B572124B5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8393E68-16CD-BDD8-FCB9-C3D59FF0F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884831-0071-21E1-ECD5-086FB568A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A6DBF-BCB4-437A-9C96-F72DA2C8D42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70B9A2-01F2-96A9-B88F-D1DCF3258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A61363-A435-B88A-17F8-BBBD74BA1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7CBD0-2DD2-46F7-B886-48E0FA7C6F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88454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60E974-E8C0-1DB1-9430-6161E7AE4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350BF69-C8B5-02B6-AD74-418D5CFE0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C51F79-A48D-E403-9D38-4E7146F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A6DBF-BCB4-437A-9C96-F72DA2C8D42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1E74DC-37FF-802C-51FC-A6234F0F5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4617E9-6F63-56A5-ABAC-F05C6D0A7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7CBD0-2DD2-46F7-B886-48E0FA7C6F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002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B42B99-AE42-9D46-6D58-B52407BF3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567E55-46B8-F74F-2460-52295BC9D5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B64C7C4-F104-CE5D-4841-AE5BBC444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A6DBF-BCB4-437A-9C96-F72DA2C8D42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D171BB-0CFA-FFDB-7060-D6DF46600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73E241B-074E-0E25-D14D-3D8F85BA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7CBD0-2DD2-46F7-B886-48E0FA7C6F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2801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AF2115-DEBB-EA42-30CB-0B942B5F1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A838C32-759B-EC73-9645-2EA7A814E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61B837E-BEEC-3172-B408-18393E8BE0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D486D6E-85AC-65CA-3607-61DFACE29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A6DBF-BCB4-437A-9C96-F72DA2C8D42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AB984C8-9B18-4F5D-3B5C-22CAC80CD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B4749CB-9704-EC5B-35DA-44D25991B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7CBD0-2DD2-46F7-B886-48E0FA7C6F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9938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A57885-3441-7F7E-859D-1415CA1EE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535611-B3B4-2075-63E0-E783EB9D07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5A4B1AF-E5AE-4E53-B63B-1C1245572D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A465728-F469-3FEE-0052-89AF83B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1F552F4-A1D6-2DA6-27D6-8630B05D1D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FBA9A89-F6F0-93D1-75EE-318F72D31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A6DBF-BCB4-437A-9C96-F72DA2C8D42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3907765-6526-EF8D-5B7A-BA79F44A5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331E379-C6B2-6287-3904-9E293A156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7CBD0-2DD2-46F7-B886-48E0FA7C6F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2500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80579C-94E4-004A-439C-C0827E44F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66B18FE-00CC-A081-D0F7-9D242E94E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A6DBF-BCB4-437A-9C96-F72DA2C8D42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DC2B425-BA3E-A43A-8CE3-4DD582442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5D32756-40D5-EE2E-9E65-3F60E489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7CBD0-2DD2-46F7-B886-48E0FA7C6F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9206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621CE8F-A0ED-C4B9-FEED-307003C6B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A6DBF-BCB4-437A-9C96-F72DA2C8D42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3076158-3518-F9FE-014E-D919F9EB2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52C963C-1E99-DFC9-8F86-ED9EE1576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7CBD0-2DD2-46F7-B886-48E0FA7C6F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5471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1C0866-F061-B283-D960-17A233071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F319D16-FC69-EF81-A1C0-4FEE05808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C1BA28F-44E1-5122-114A-58165D6C17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934CF98-B0EC-1B3B-3AD2-231D39AE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A6DBF-BCB4-437A-9C96-F72DA2C8D42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26CD84-2836-E719-9C8E-9FE816824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73027F0-D58A-1F4D-666B-57FE02FD4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7CBD0-2DD2-46F7-B886-48E0FA7C6F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88828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1AEF0D-0904-5ABC-1E0C-B000DD60E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BF8CDF1-E7C9-8EC5-71D1-7ED499A1EE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7C748C3-DD87-3728-61AF-E96D53AEA0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5066B8-D0A1-3A08-7389-56335F647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A6DBF-BCB4-437A-9C96-F72DA2C8D42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97D6F05-2207-40F4-2CCD-9FE1B979C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44C10DB-AE72-36AA-218E-4BB31B3A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7CBD0-2DD2-46F7-B886-48E0FA7C6F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2110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9C8EDE-B4B8-13EE-ECA8-ED1C1CE68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C17A148-24CE-A26C-FCAC-51FE4C76AB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62B1F7-0448-E66C-70A2-67497BC38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A6DBF-BCB4-437A-9C96-F72DA2C8D42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A3540B4-6F24-A05F-47CF-E124344B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B42863-6A73-1482-2764-35EF4B9C7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7CBD0-2DD2-46F7-B886-48E0FA7C6F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287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D575CC6-8D26-58E3-0CC6-D5552EBEE8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AAE26DF-2922-8F00-EBD9-EEC5DFE04A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312C11-C243-FF9C-CBA3-AB83E22C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A6DBF-BCB4-437A-9C96-F72DA2C8D42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3EC7B86-8378-CDE8-E356-C62F4481B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4FB688-1E70-A249-BD18-306E044C1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7CBD0-2DD2-46F7-B886-48E0FA7C6F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7269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9F2E2F7-97F1-CC12-5AB0-B3AE68889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8579391-F716-A6C4-8B66-8AEADB16E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2506CB9-312B-C61A-6FED-5ACD699802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0A6DBF-BCB4-437A-9C96-F72DA2C8D42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4AE3D6-130A-3AC0-ADBB-2DD025F859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62BCF6-8F3E-9906-B60B-CB58DD753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27CBD0-2DD2-46F7-B886-48E0FA7C6F1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5172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FCA96B0-1CC8-1620-6475-973C5BFAAA5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76D0883-7529-43FA-BF53-2BECCB7C417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Onsen List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7A9A453-A73B-F503-48D5-99D5DDF393DE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1F070C8-52E5-C698-F197-B65390B86E2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F6AC9308-8784-3B41-DD8E-1C1F50EBD02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9819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4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5FEA1F8-BD51-812A-20B3-639C57149CE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B0A96C7-8427-C40E-58E4-4A49D985C4B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BD03D16-AC1E-581C-ADAB-919C6D82CBD4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Onsen List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の設計と実装を記録したプロジェクト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EDBD1F-8AEB-B48D-07D1-E06B6CB3B49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091198E2-BCDB-97AF-48E1-8F0006CF49D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7932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12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412F497-3EA2-D3DE-555A-537019F9C9D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848ADC3-7A2B-AE6B-9480-87362BEFD7D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6839BA5-D24B-421B-2619-5C1EB2982D5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PHP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Blade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265F9C-8AEF-D98B-B8B1-8194DA9EE85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47DAEC37-98CD-5E25-B6FC-E70B7A5535B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745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99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6B16D7B-A9FC-3572-2639-21C35DA54EA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AD1B3BF-0A50-2891-2D4E-A17CC7ED583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AB83F04-B0A5-5547-4EE4-990A02B1E21F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artisan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bootstrap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770162-D6BB-81E8-2D2B-EA2547254D9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22B7F2B7-C826-7BE4-057A-F57EF6FD554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8637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06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D030F4F-072F-F5C4-B998-D253CAFA453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2DBAA03-3D3B-229B-2881-67231EE2848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2403F82-AC5A-C852-2409-3F3DA5E6CEE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$(cat &lt;&lt;'EOF'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36E454-C14F-58DF-F8CC-59CE7D80336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47398E96-6FD7-26C8-E258-413B311151F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9258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A58C0BD-0D35-478B-BB1C-ABE05ADAC93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7BB0050-FDFA-2414-52CE-E3E35203F45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F3C0E44-33B5-34AC-73A5-6CBBFE1D6ADA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https://syunnjack.dev/articles/onsen-list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BA019B8-534D-4524-9D74-FF1F14B80CA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7C84B97D-9B67-74E5-23F9-4C4CA8DAF5C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1440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2026-07-30T07:29:07Z</dcterms:created>
  <dcterms:modified xsi:type="dcterms:W3CDTF">2026-07-30T07:29:07Z</dcterms:modified>
</cp:coreProperties>
</file>