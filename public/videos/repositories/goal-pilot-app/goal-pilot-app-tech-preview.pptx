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78FE45-27FC-9934-566E-0B61B26A0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9C4FD52-49DA-23B6-E40B-15347FDA5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DB73F1-7D21-D4AF-1C25-699C15B1C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873359-8AAB-4F05-0C60-E62AF883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CBE7A7-6E59-7E16-0CE2-DC1796A18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854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499CC-9D03-45F3-4141-BB7D6DDA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D75EFC-DBCA-2CCB-F751-1E91F5043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45F7E9-DB88-6FC2-37D7-37AC49054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3DE1A8-8012-D01F-88A2-79257534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B13CCF-DF4D-8CC3-215A-60A8B971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4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BCC479-4AF0-4338-804E-B8114EA12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B1AD3A-D203-DE29-BBEE-5D284C99F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C51C9C-DA32-CFDC-2C31-952FFA93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05E55A-6213-1721-5B0E-41C24BCDB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E639B6-59A5-74DD-A53B-FDBA40C2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895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22211D-A569-9FF0-BA3E-6BBACD8BF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3BEA35-BB79-1B35-2CC0-2BADF4A5F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C812F5-A00B-1940-6BDB-1CD946897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BA2C04-4E3F-7BF5-0B6D-F4FE00BCD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7D6E20-FF87-2C22-6C5F-EBBECE7D7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01074E-1767-2694-E43D-E9CA97CE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27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8E77E9-24BF-3C04-AD03-79848018E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A2ECAF-5A31-B2AC-87AA-F458945A9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D7E98DA-E020-36D7-5923-5343A9C5B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84F2C6-444A-ABE6-BDE9-F4794994F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20C9EEC-5E74-089E-A302-6EB6BADB4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2268F9B-E1FE-B7C4-4DB6-3E978210C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5B5A1B6-A391-081B-8D5B-64B14BB63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E743B28-4BE9-4D14-29F0-6537F192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74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F4539B-B25B-E699-DA49-4199B9A6F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71D639-38A8-4E13-E2E7-B7E780EE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74ABF21-8216-8468-F462-09E4E511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C41F66-6DEC-DFC1-B86A-107CA8AB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33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8877416-58A7-E8EF-9282-8D079FB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172922F-5207-582B-CF55-940CB823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D3DD98-4068-EA29-0A70-75FDD0E0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739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C45BE7-9047-0BAC-5CE3-F463CCDA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D43372-B534-626C-0593-AC79067E0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40A9C9-6C13-41E3-7F45-595635339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2E74CA-0043-B65A-059E-FC0ACD53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A3797C-DCA4-5876-B172-6CB02EAA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DDEA6F-7376-9663-6B86-F56BFB691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73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1E021-CD91-B9BA-24C0-065811EC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646C8B9-C9D0-0FD7-6F5D-9EC2F5CE2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DC0759-D422-CAA1-5AF2-8595DCB09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675AF6-8890-2F40-20B2-BE1D93D91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4A9C17-5E8C-497B-7C98-10868E1D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CF0B16-5C97-BF46-89C8-6C548DC4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745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2738F2-D5BA-9EB8-7327-CA940674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E87E24-93BF-871C-F30B-C702EC10B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06AA51-8864-F02F-7151-1B60E7061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EEBCB5-FB8E-2CE9-4F70-D26200F55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6F4067-B8E4-BAA2-8C8A-9E59FAE60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25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9B5735E-C11F-99A1-7997-AE7ACE9A9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01CA80-38FB-8E8A-FFB7-AF50EF7CC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859382-8A95-C80B-638E-6166D35E7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48E2AC-6630-8182-3877-CF612A71B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FAB372-5C8F-053C-B100-BFAFE6BC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345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6894567-E848-D514-CBE6-92D958EF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D24A5F-1EC7-E5E5-E1B4-07B86CFA9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D3D1D3-DD50-E96D-0C2A-01E8699449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F5CBC-68FC-41D2-8B0A-10598E32BEE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7F68D7-13BC-7DFD-D6BD-F2C56E6CC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804FE5-CC6D-5F5E-0861-96165FAC6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1D243-1A93-4A8E-B147-14285FFC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679579-5E76-2680-3FD8-7607004C97F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1E29F9-FB51-0586-014F-99D6D3ECBEF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Goal Pilot App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BE0EDB-DBD0-A9BF-B900-6D8EB7DCEEE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7E555B-3FC7-3910-316B-A572EA7505D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9E8D2CA-7B8D-C3D6-C643-6AF417A730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19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320A0B-B262-2247-5A8E-8C3453903CB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D51AA8-6714-1861-F93E-A02366EC6DE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D2D45E-46C5-5F40-7FF9-D5F496814B1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GoalPilot GoalPilot is an anti give up goal achievement app for people who often quit after a few days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809B97-4737-420B-683C-066B2893B27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0094F5B-EEFF-E4D9-7F24-FEA7603B9E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76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4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9A966D-F231-487B-0803-CF882629550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5F8B56A-C15C-5FF0-1046-3BAADE5517B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9AF7C8-0A23-6C10-028A-FFDD29A8EA5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0B87FF-11F6-70DD-C8CE-DEF1F46C038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DED06EB-E392-85F9-124C-A7C205B8AA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60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227128-2B47-CD85-EAC2-30E3FCBE693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C0F88DA-1B83-C1CD-F55A-958F37393EE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731C9A-33F9-9548-9A2A-A14C1659590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android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5238F8-188F-A7FD-E5B9-4462152D19F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8F3CD4C5-A324-5033-8FFC-B34B5A1A70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62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698652-2E17-6D8D-8F3E-8603CA7FA2C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075426-2223-ECA3-9A7C-FBD24E68BBD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658EB6-2CE5-E302-810B-82C094B0909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Add sitemap.xml and robots.txt for SEO crawlability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0737022-95D5-D417-4EFC-85589F6F9EA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8A8BFCA-C41D-E633-18AC-96A69A1951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96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2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2B7EEF3-3238-037D-6FD4-F5EAAA78D39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1EDEAAD-EE15-CCA3-11D1-DC767B876D1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244080-3CBF-74C2-FC87-BCFE6887237F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https://syunnjack.dev/articles/goal-pilot-app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310959-AEB4-7742-ECF5-29A8F5102F7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589DAA6-B861-F1D2-ABF6-774DDBA578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56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2026-07-30T04:28:06Z</dcterms:created>
  <dcterms:modified xsi:type="dcterms:W3CDTF">2026-07-30T04:28:06Z</dcterms:modified>
</cp:coreProperties>
</file>