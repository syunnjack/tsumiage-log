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69733B-12DD-44A8-6260-7978E4D8B4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A22CD2F-4F3E-5C01-BC1D-CD56E40A1C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4DCE143-B2AA-3596-4435-8D0D65DA6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CDBCC-E160-43B2-9087-7F26E330CFF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9787FEE-1145-4F32-5A84-5292F9B60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8A636B-5851-DCE7-4740-54C206717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FA54E-4928-4FFA-9D76-E937EF1755C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20668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F61698-108D-D587-8889-1A7E3ECCC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E8832AC-DB80-B608-6BB0-3BBCC0F2E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C859E1-A8AD-A4CF-DFDF-0D9D4B8B7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CDBCC-E160-43B2-9087-7F26E330CFF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5B1AD9-A684-EC89-EB8D-A150438633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1CAE7A2-0B76-3AD0-3107-A7A6493AA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FA54E-4928-4FFA-9D76-E937EF1755C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8037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6DF7B12-5939-E70F-E552-3A0BD94AC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04E85BA-3C56-D244-27BB-FC31263CCD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E6710CC-0CC6-7A22-5D7E-1C0D84063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CDBCC-E160-43B2-9087-7F26E330CFF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FE83AA-837B-1BC3-5B39-7D7795A1B7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8692CF8-8693-270A-3B6B-DE4A9608E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FA54E-4928-4FFA-9D76-E937EF1755C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2365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BBEE7AB-D681-968B-7F93-C3314F421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628BFE9-ED5C-771B-97FB-D86EDABE65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EE194E-2F0C-B622-6161-0784F507CD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84CC507-6378-C2F9-86B7-098CC444C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CDBCC-E160-43B2-9087-7F26E330CFF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75A40DF-A6DE-BBE0-8B21-053C925DC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C5C5B73-D113-2A38-885B-5ED0C6041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FA54E-4928-4FFA-9D76-E937EF1755C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676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5EA8CE-A8EA-9747-F40E-0ECD37C7F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715EB-AFCA-1554-0603-31C16BC1CB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ED58A8-95C8-198C-DE94-2DED16C745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ED087F8D-136F-94BF-8032-5319BAD744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DEA7B2EB-913D-1733-3D03-74E7FB6B0E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99D3A5B-A8E1-29DA-A852-CCE1E94CD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CDBCC-E160-43B2-9087-7F26E330CFF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C5F3D6E-2FBA-084D-9C07-BBCF049DFC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7234BA7-1E40-FB75-4E41-AF6333F04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FA54E-4928-4FFA-9D76-E937EF1755C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505144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D7CA61-0A13-D0AA-C7DB-F33D83FD8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206AF26-0F6E-FCED-1388-645B7452A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CDBCC-E160-43B2-9087-7F26E330CFF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9A58751-813F-2BDB-55DE-20D8BFC32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BFFBA81-A55B-6BA9-F2A2-111FE0C485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FA54E-4928-4FFA-9D76-E937EF1755C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9092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D3EC1F5-F59A-2EF6-273B-06AE4084FD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CDBCC-E160-43B2-9087-7F26E330CFF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D7988A6-64DC-8E1D-84B7-39011E9CA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D2C75E7-DFE8-89AF-9EB6-8E946A0BA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FA54E-4928-4FFA-9D76-E937EF1755C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72878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902927-1DC4-4FD4-48AE-FB5705925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F74B905-CCA3-C225-0D88-F68C2EDF95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7D46BA5-74DB-B69F-47BE-D6A596EC8A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E6EC877-F090-BDFD-43DA-C124A8004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CDBCC-E160-43B2-9087-7F26E330CFF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E9A35A4-13A8-FF47-055B-37355169A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3B2FB99-4A77-8195-8123-B66590C93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FA54E-4928-4FFA-9D76-E937EF1755C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277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F654CEE-8C9C-E044-E859-0FA979A7F9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EC2373C-E754-94DD-1221-5AB77D81C0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4E8857E-C5EC-3DBC-04FE-4A396CD5F8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A2EDA3F-BB40-A940-15A0-F0DA61BD51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CDBCC-E160-43B2-9087-7F26E330CFF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CF127D5-DB97-CA3E-D28B-437249785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1247BC0-1CF5-A308-A3A8-CEA341CD8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FA54E-4928-4FFA-9D76-E937EF1755C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8272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EF67EB-BA59-96E7-43F1-C6C7D05B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DD58EB4-9BF8-6312-04A3-1DF9B76F65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375754A-5D13-B7A1-DA83-332B3DCFC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CDBCC-E160-43B2-9087-7F26E330CFF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7BEFF4-8B37-DAE6-EF88-C686401AF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02A8794-5FE3-9624-9C9C-27194932B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FA54E-4928-4FFA-9D76-E937EF1755C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2936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EC646E6-55EB-5438-C9B3-D300D2CD72C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551CAC1-DA47-D186-7EF6-5F11C96E72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E8A258D-9BE6-344E-D55E-C2BB62E5FC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CDBCC-E160-43B2-9087-7F26E330CFF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352150B-5BE7-EC70-16AF-009019A27F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F2104A0-8951-B24E-6DB1-39E68DE15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3FA54E-4928-4FFA-9D76-E937EF1755C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9263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812E86B-A284-789D-ECD8-6BB73834FC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11CDAB-6540-A4D6-B13B-7393009C77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083B9F1-CF0C-17E2-1DAD-CA6C466E97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6CDBCC-E160-43B2-9087-7F26E330CFFF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DC8680-6E3E-212B-7767-514AFA3274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63A669-895F-60FE-5E44-2F9D1315CA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3FA54E-4928-4FFA-9D76-E937EF1755C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65442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9877249-4375-49B8-CBEA-658830A4B32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74B7237-7ED1-520E-9DF2-893809718D7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goal-pilot-app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3682092-D694-D114-0207-F73F39A97D37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79592C7-B8BA-6F41-8E1D-04A8F609741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C8C73D67-7353-DF27-E449-C785E113F33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28931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8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4C450FA-924E-1B0E-66FA-B7B8CFE85D7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F03FED5-874E-35AB-F958-B00D5D54BB7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FAC3EAC-424B-6923-071A-B8E06372A1DA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GoalPilot GoalPilot is an anti give up goal achievement app for people who often quit after a few days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F6CBDB5-151A-4F40-6769-2839DCD5973F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6AE89850-25E6-AC9C-0AD1-BE81D72446A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74155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94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A694D45-465A-129E-D472-F92BF54AA80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3F4473D-0608-F6ED-57B2-D1A93F23B1E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330FF4D-1737-D684-0AAE-58AA4B96D99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B910908-8CD3-ABA0-DFD7-D233672A882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A7919549-3EBD-CF26-E1CC-8537162FD74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15688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56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551955-0FF7-E83C-C0FB-9FC203485EF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08FC8CA-121C-E692-EB7B-28225F24DDA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626FF46-C810-C3BF-2C61-A70EAE926AF1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D1A3F9-3FDA-2280-84B4-262FD2B81C3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E08CD7A6-4194-9403-B813-02A80C7D982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8153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A6F98DB-039B-3FC7-AC05-F50FEFED571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5B2A033-BC3C-8DBE-B2FB-AF813567F9C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FE513F2-47BC-3425-68D9-4DD514E26A81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4E113D5-5E85-FF8B-C33C-4077582632C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BD65FA5C-0235-C3C4-C723-AE20BBB7A92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3950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32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B20CFB6-5AFD-D772-902E-B3161928550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3FCB2E0-321D-202D-82D0-D4A29D7326D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2B950FE-109A-2A9A-EB26-1001F05C49D3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https://syunnjack.dev/articles/goal-pilot-app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A015D38-770D-DC50-0056-AE704220DE2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7C8DD524-B149-F6AC-3DA7-6DF1EB7A678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5728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2026-07-29T22:32:35Z</dcterms:created>
  <dcterms:modified xsi:type="dcterms:W3CDTF">2026-07-29T22:32:35Z</dcterms:modified>
</cp:coreProperties>
</file>