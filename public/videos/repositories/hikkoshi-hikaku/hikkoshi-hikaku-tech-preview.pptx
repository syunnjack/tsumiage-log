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5DFB5E-5836-0BA4-FE69-A158B5D79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FB46A51-DB6F-5AC7-46AE-13E33AE4BA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0DAC23-CD1C-BAEF-2D64-DDEE18843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C07D3-D116-4840-9A4E-BC787B9BC9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6A1F9FB-95BC-283A-4D48-9AE371FEC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22E77E7-3A84-C544-0701-AD0DC51B2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F013A-3699-44BF-A632-E4794C1D1B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6453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5FF85B-8F92-FA77-0A1A-66D196416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4059EC2-B9F3-FD00-06DE-DDEF1B63B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F9F778-22C7-D5BB-B470-B9A6A0B64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C07D3-D116-4840-9A4E-BC787B9BC9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18E77A-E7DF-532A-EBC8-5954CE118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743E71-50FC-E01F-1C09-57E7FA2BB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F013A-3699-44BF-A632-E4794C1D1B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84267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43A97D-C196-8074-22B0-233E81D8E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4F9796-0E97-F0D5-5E50-335D451F60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D35B01-3C7F-20F1-023D-2448F833B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C07D3-D116-4840-9A4E-BC787B9BC9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25F063-D78E-A299-17E0-1B269830E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672DA0-1219-84BC-5F98-B0B92B12F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F013A-3699-44BF-A632-E4794C1D1B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5873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F493B3-8AA9-18B6-F58B-DF936D4F7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DD3ECB-4A63-69BB-DC79-EF6D22178B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7E18895-C3D7-4E5C-345E-CA231EF1BF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3A6EA81-0B11-E155-C22A-5A9C7322D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C07D3-D116-4840-9A4E-BC787B9BC9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52DA9D-27A5-CD7C-8580-75AB023D2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EA5E73A-744B-6000-43FD-825061CFA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F013A-3699-44BF-A632-E4794C1D1B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9576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0BB618-176F-7F4F-F165-ECE0398D0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E5B5A86-EDC4-2CD6-4A47-EBE7B4CA43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FB81C67-A5D6-61FA-BDF6-E6C07DC4BA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DBA40B3-5745-C651-23E0-C3C05804D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65869BD-8C1F-45EC-5BFF-E49DC97231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A3722B0-9D41-B0F7-C1EB-506D67A63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C07D3-D116-4840-9A4E-BC787B9BC9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2152288-07FD-34D7-9812-83B6671E5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3F59D40-A4BD-C7B6-63A5-C2E1322D6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F013A-3699-44BF-A632-E4794C1D1B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8099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0BCD53-F381-B744-7231-A31D402DF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84CF6B5-76AF-0D64-BCEF-9EF3AB9BF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C07D3-D116-4840-9A4E-BC787B9BC9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DCF2EF4-90CD-4189-11BF-B58C1EF9C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89045B-A8E3-B930-4E12-1D7DFC794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F013A-3699-44BF-A632-E4794C1D1B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6881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7FC60BB-862F-6BB0-25A4-8FD7D948E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C07D3-D116-4840-9A4E-BC787B9BC9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7714354-12BB-A3EC-E9FE-8D9F77DAF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B3AA73C-10FB-B1E0-8162-1B740085A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F013A-3699-44BF-A632-E4794C1D1B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24253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A2868E-13C6-C47D-B3FE-5651C7CC9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AE57E60-8A06-57DB-4070-A109042924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EB15CCB-9D52-7CCC-9096-5CFDBF9C58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851E0DE-97AF-AA22-D1E8-F2DF61E8D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C07D3-D116-4840-9A4E-BC787B9BC9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2E89B7-F5A4-DEA4-E0C0-3C7F3BD44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14011F9-7516-C4A4-F9D1-DC81DB9F8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F013A-3699-44BF-A632-E4794C1D1B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8112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0A4448-BB9E-A564-1682-52CB747DB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DA8E0E7-78F8-C155-F92D-52EC42D887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C5FC0FF-6030-7F92-0046-677B1F6564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16E7F0B-B358-E0A1-D5FD-6B9DB80FC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C07D3-D116-4840-9A4E-BC787B9BC9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7843AC0-1FBA-628D-CFC8-9908E9071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104D0D9-D27B-4E41-CC69-0643E3880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F013A-3699-44BF-A632-E4794C1D1B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17758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106FE8-ECF5-0479-C0BF-A7C797B47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7D4B8DB-2CBB-17E4-61C8-26182BA59F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50FD52-C0F1-4C02-C06E-FC6EE1E4A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C07D3-D116-4840-9A4E-BC787B9BC9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925B05-13DC-3494-CFE8-342FBC65F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EB25244-9D03-0828-E5FD-1A3FFCFA3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F013A-3699-44BF-A632-E4794C1D1B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3007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0BC3882-8B79-E8EE-2A45-AFCFD6A147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0EB9095-5022-28D7-B49C-028C149962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C47AF5-00DA-2332-BD8D-9589B2DFB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C07D3-D116-4840-9A4E-BC787B9BC9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EB6A38-84D4-D39B-FFD1-0EDA0C038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E9C15F-DB63-8335-3549-A0C57B46C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F013A-3699-44BF-A632-E4794C1D1B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8683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6F4087-8923-9E27-3D57-B3F904043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7DE9373-4754-C5FD-5C1B-96A7CCEE45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FF85A4-ACCB-12D4-16FA-5BA7308EEF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6C07D3-D116-4840-9A4E-BC787B9BC9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C9A0E6-7FE2-F5C3-1907-F808F5EEC6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715D8EE-C19D-A1A9-D397-02ACA4A3C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5F013A-3699-44BF-A632-E4794C1D1B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8511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04ADA4E-9AD6-CFC0-95F4-B475189B029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75CC518-2B6F-2B10-8899-701965A1679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Hikkoshi Hikaku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F7020F8-A3FC-4A05-CC0B-410D524A65F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90C9CEC-22FA-F7DC-5410-3C65DE14753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132748FD-6A0A-D7BF-1C3F-1CC6FD27A23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035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34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173027A-84A5-787E-B207-AE738A65D5A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7EEF0CF-FD0F-DE8D-4BAD-B9AEF72EE55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E8FF81F-50F5-7125-EE2B-19019C75343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About Laravel Laravel is a web application framework with expressive, elegant syntax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321E6C1-CA1D-E8D4-050C-E82A8217371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574600A1-9DD2-48CA-441F-B89B75E8144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1937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7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65EE937-EBE6-1DBF-9233-B1FF885E18E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D919B9E-8D0C-503F-B111-DC2983EB720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0BF5588-D274-30BC-E246-3CE0D7F064F3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Blade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B7C3A56-3005-D58D-0591-583C3F0365E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A62E790F-BA6E-54CB-57DB-8DA88BC6972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3364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8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CDFCAE9-087F-F34D-D2CD-824E98D726F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E2B1848-452B-7844-D7B5-2FF45AC09C2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587B58E-02CA-2257-8B77-02BDE283077C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artisan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4A99B12-B65D-3C31-F55A-9272DD42B2C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57416150-5B07-439B-4B8A-159546FE2CB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3076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64F5018-9E0A-6B32-F288-1A573B7911E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F94CAE8-5A9A-238A-7FD7-43E53799195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B56074E-5735-FA7C-B64F-088AB9B9F35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引越し業者相見積もり口コミサイト＋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LINE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通知を新規構築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9BEDBBF-32ED-D511-D78F-A495CA2B204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85B9BA0D-D80E-BC16-9AE6-1A7F0AE665E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728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9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4253350-C146-63D0-1D60-C28D35E8FDC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F51FB23-0CC5-A314-0FE9-694DC13EDFF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E073713-6618-62CC-6522-BFF8B9A29F1D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https://syunnjack.dev/articles/hikkoshi-hikaku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9CBD23-B53C-17A3-3777-DD29F58CC49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B4B1F0E2-D66D-469D-7A96-D66C2AFD4B5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0977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2026-07-30T07:08:47Z</dcterms:created>
  <dcterms:modified xsi:type="dcterms:W3CDTF">2026-07-30T07:08:47Z</dcterms:modified>
</cp:coreProperties>
</file>