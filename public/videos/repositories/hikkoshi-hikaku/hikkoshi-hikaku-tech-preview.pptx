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E47C89-4DD8-1A58-62C0-9E358E76C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FFC4FFC-8498-DF8B-1A0E-3918B9C11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E77A90-7CCB-FDC2-20F3-E4C1646C1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AC11-6CA7-4E42-AF3F-4757D411B95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017979-8673-0D47-5608-99FEB97C5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BBA2F3-C792-488A-A894-9032D343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5F9B0-C1B4-44DD-92DB-84D5FAD41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1291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D2F640-648E-847F-97A7-08273B77F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4B49AE-5887-2127-9FBC-E7377C87B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334FCB-D633-2E8D-0C89-67380DA74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AC11-6CA7-4E42-AF3F-4757D411B95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C1B088-8D33-F757-6A64-BBE45223A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066EAF-B997-DE8B-8DBC-C270FBD2F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5F9B0-C1B4-44DD-92DB-84D5FAD41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1272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081A85-9BFE-BF9C-7412-D2914708D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50491AA-B600-C1F2-A712-86F49EBE2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93E1D7-E825-049F-E0DA-9C5F63F02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AC11-6CA7-4E42-AF3F-4757D411B95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5A10CF-E054-1FD8-CA37-0A0CBB2EC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56000D-D2C2-D4FF-0C0B-1AF6542BE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5F9B0-C1B4-44DD-92DB-84D5FAD41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274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84F807-CC64-F0D1-3C49-5DCB1B356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952ED9-8A46-3639-18DF-DC5FE9E029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D4AA361-5589-19D4-AD47-7BE754755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CF3C935-B26B-4A23-542A-549CF1093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AC11-6CA7-4E42-AF3F-4757D411B95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F81334-5723-06FD-E8A4-05098D12F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C9288E9-4A50-4721-B984-E42DA6EAF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5F9B0-C1B4-44DD-92DB-84D5FAD41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6028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F67E74-6839-6F1B-9E11-0879585A9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E78AEC-40ED-BF9E-51E8-8301F971D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8A6212F-3461-C892-0786-B04BC31C8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D228C49-47C9-B658-69D6-9CE0FD7F88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84C51FF-0EEF-429C-073C-C500ABD4D4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4BF0B4B-416C-EDC1-1FCA-689EC5FAA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AC11-6CA7-4E42-AF3F-4757D411B95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DC0E54C-840F-701E-0E33-330C5AA3D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939B29B-94CF-0382-DCA7-BE7ABB562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5F9B0-C1B4-44DD-92DB-84D5FAD41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2702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4B2D23-194A-39A6-07ED-C75F41CC1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35305F9-5A8D-A4F1-7E47-23790E682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AC11-6CA7-4E42-AF3F-4757D411B95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05E05BB-BF24-6025-24DD-DA80DB983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FFA5421-DB71-DE64-9448-4E6613BCD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5F9B0-C1B4-44DD-92DB-84D5FAD41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7176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6DF4F4A-AA48-877A-755E-E1957A86E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AC11-6CA7-4E42-AF3F-4757D411B95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0621C8A-F3BA-A311-D6FB-9C63E32B9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0919F4F-B735-0103-9322-B9708DF11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5F9B0-C1B4-44DD-92DB-84D5FAD41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0003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AE5579-B853-7D92-FD65-F5EB5F47C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C66111A-06E7-0B5F-100B-29860432B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ADD940A-8EF4-77F8-3386-958372710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E958B4D-8246-2403-7E02-6E0316D53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AC11-6CA7-4E42-AF3F-4757D411B95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56E14B-E910-6EA9-B457-42A7B7958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8BC5AAA-156D-1D01-0EFF-54553FFF9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5F9B0-C1B4-44DD-92DB-84D5FAD41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8879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6AC85D-E753-6E33-E8BE-DE71F97DA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B14719E-7F57-B51F-0755-A0AE48C77C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94F7703-A784-0981-B803-9B034EC61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9E3910C-7995-12FE-56BA-97136D4BA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AC11-6CA7-4E42-AF3F-4757D411B95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8A9B30C-EDD1-BC41-06BF-9171F61DB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8885FD-FF98-D9BB-6828-CC732B654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5F9B0-C1B4-44DD-92DB-84D5FAD41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3303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368741-FD65-059F-6401-436EC3FD8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2C75D3E-9A83-DEFC-0BAB-B35200759A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314582-1BBE-C3D0-634B-A48BF5226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AC11-6CA7-4E42-AF3F-4757D411B95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9F8A48-253F-455E-45F9-DE332A7C0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07BFC4-EA11-669C-6A9A-F97B58DB0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5F9B0-C1B4-44DD-92DB-84D5FAD41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0051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B88055B-A35D-7D12-B9E6-5FD4DD5C0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1B040D6-9B47-D9F7-A857-210D66488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93F370-8BAE-50DD-69E3-62AD2E4EE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8AC11-6CA7-4E42-AF3F-4757D411B95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4FE7B7-4B62-44D2-ADCD-B6DCD45FA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357873-AB5F-EA06-C0F8-CCE2D103E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5F9B0-C1B4-44DD-92DB-84D5FAD41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4078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525AE78-2E44-4600-7207-EA22DA7B2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FF6004-D1A7-21CA-9E3F-ADFB98CFD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0C443A7-E8CF-8313-614B-A0B59D0CC0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38AC11-6CA7-4E42-AF3F-4757D411B95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5E345B-7F10-574B-45B4-476ED2323F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49B080-4674-A4E7-5DE3-50E4E9FCC1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5F9B0-C1B4-44DD-92DB-84D5FAD413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55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AAE3FF9-27DF-9874-9E79-16B04A4C4C9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12E6AB2-FED1-950D-0BD6-AF5A61FE8D7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Hikkoshi Hikaku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99DFCC4-DAEB-1237-3D70-2910D9563A5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331DE88-F5BD-FF5F-BC79-E402F83FF8A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9B2E4BE7-03CE-4C8C-DBB7-9C05A32F43C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9199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4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9C64E18-5E7D-7E6A-0224-BA1EF340835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6433209-37ED-3E80-DED0-55F50A2544E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D5179A2-2224-453C-0A35-5031370D6BF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Hikkoshi Hikaku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AD97905-83D6-1507-634A-2B1AD7C70A6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32C925D9-C472-48CB-FAA0-88F4E63D6D9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552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2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09EA6AC-6445-3139-B075-6BFEAB16390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85C5BA9-639D-9C3B-D2BA-19C6D22CCBE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AD30BA3-33DC-6060-AB20-FBAD9AF99583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687CC1-6950-20A0-DB7D-6F18B53E527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FB239B09-2D36-0441-2A91-1874E9E485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1362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8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D68A663-933F-4247-8C86-314045986A7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4C03910-C8B3-58D8-6863-D17A6A69D9B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91F5017-02C3-51DF-B932-E687C0D78B73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artisan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6443EC4-B13F-E801-2EE6-DC262FE6786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1FAE0D76-E45F-BEE6-CE06-0E0B87DB2BD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4876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9EC5B28-A16A-3B78-C250-610B693A9A6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EF1E136-5120-D2AC-74CC-129FFF2621B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703A336-0573-8DCF-B343-4B4A2A16091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39CD373-6743-7D26-F55D-071B23D9158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49B5102B-539A-A142-E10E-8EA1E0E6D0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8252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6401E84-E716-D141-5FAE-B36A6732564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AEAD5E-FBD7-D6EA-5A8C-920C7E533F1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EE1181E-7EDD-2F6D-B1C8-A5F403F32764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https://syunnjack.dev/articles/hikkoshi-hikaku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5863492-8927-5E67-ACA7-4C6978CCE6C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151BAF0B-B478-16A5-9CA8-967BAA34432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8213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2026-07-30T12:11:25Z</dcterms:created>
  <dcterms:modified xsi:type="dcterms:W3CDTF">2026-07-30T12:11:25Z</dcterms:modified>
</cp:coreProperties>
</file>