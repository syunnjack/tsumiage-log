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5" d="100"/>
          <a:sy n="35" d="100"/>
        </p:scale>
        <p:origin x="996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8EB39C1-D6DE-36EC-150E-BCF8B296D2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BD8BB1FF-0EEA-D35C-A8D0-2E3913FC55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D756399-1D5C-6CFA-374A-BF389BDE8C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67E29-33DB-46FA-A4BF-55C2424EE3F1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2F10137-5846-A261-EC37-F002306A7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835A9F2-205A-A969-AFAF-EC7C265E90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D520E9-7B49-49BF-B12B-E685C26A66D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939796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0FC16C-B4EF-EB9B-63AD-8AD986B86C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5D878EA-D5E4-FFF8-D445-B7EDE23AD8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C606C2F-7117-1213-6BA1-763DF0FC8E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67E29-33DB-46FA-A4BF-55C2424EE3F1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67F46FB-FDD2-1BC1-FB15-DA4AD870B1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D4B4555-B9FF-8BD6-5881-F3C00BE5C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D520E9-7B49-49BF-B12B-E685C26A66D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291065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5570939-8A97-4E4F-A312-2DCD2BD705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AFD9DAB-B1A3-C3D6-6A88-2FBFB3DFC8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4DBE9C1-F963-9E71-BFA7-3836F6C0DA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67E29-33DB-46FA-A4BF-55C2424EE3F1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E32D56E-DC59-77BB-BC3A-FEE07B2F55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90A610A-BA94-DA30-3310-C3745062F5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D520E9-7B49-49BF-B12B-E685C26A66D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055674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9C66EE3-674D-D39F-1B9E-41847EC68B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E3FF41C-9D13-61D2-9FEE-7AEA3C8EB1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CDF4577A-3481-CE7A-A8E4-6CFF1CABD6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BF04C91-DCF1-275F-8264-9457732AB3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67E29-33DB-46FA-A4BF-55C2424EE3F1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34A82B6-A191-C635-A2A5-BECFD96D9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6F7A22F-9CD6-204B-4711-1ADC78645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D520E9-7B49-49BF-B12B-E685C26A66D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524746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54AE07B-EF59-B4F0-6985-6315A4D527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72D603E-8FD8-02BC-2B5C-037EA074B2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0F9F173D-CEEE-9CDB-07E3-03D7F25DC1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735DD5AD-5059-3E4E-C8A7-D78AB2E91D3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2DC4E906-57A3-E080-9335-D936D3822BC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8BC784D3-3B6A-B58F-585B-2BEEE8EF2C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67E29-33DB-46FA-A4BF-55C2424EE3F1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E8E77086-3C81-4CA6-6540-AB45C9433D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6204D54F-EB9B-B009-6B70-CDF25CEFA5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D520E9-7B49-49BF-B12B-E685C26A66D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28249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87013DA-9461-4D3C-4A08-8B74DE4B4C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9B4BA557-43AF-9E18-44FE-7AB905C59F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67E29-33DB-46FA-A4BF-55C2424EE3F1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DA861C72-BE0F-8DFE-91AD-CF33F4F7D4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38D0CE55-9E89-58AF-B18A-D44E3174A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D520E9-7B49-49BF-B12B-E685C26A66D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81181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56FE5FD6-4595-2BDB-8F7B-2A3AFAA4C4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67E29-33DB-46FA-A4BF-55C2424EE3F1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4196CE8D-7873-454A-1C1B-A56A7B3EB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CE5FBAF-E1B2-2901-3FBF-ED7D3D5DE6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D520E9-7B49-49BF-B12B-E685C26A66D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781136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91C4399-BC1E-951F-BC2E-9D28051938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3DF3A3E-8328-B605-A375-BE78DB21CE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F4D894D1-0360-C212-DF93-D2342A81DF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8406207-6136-DB14-4F16-5C397B73D5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67E29-33DB-46FA-A4BF-55C2424EE3F1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16C6738-91DF-A47C-215D-5DFA9C9A9F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183331D-B88B-7E17-F211-9DE40CBAB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D520E9-7B49-49BF-B12B-E685C26A66D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756041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A94901-B349-D59E-0C23-6D5812D186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2D16DD47-76AB-1801-00E4-6A4D86CE770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DC52D2B-5F86-D585-CBB9-70C60F56A8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567732B-8C35-4C9A-1FBF-A0B7A425B8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67E29-33DB-46FA-A4BF-55C2424EE3F1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3ECD007-C6D0-EE4A-CA3F-06815F79BD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E7294E8-3152-40DC-58EE-2A83194D3A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D520E9-7B49-49BF-B12B-E685C26A66D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677396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E26DB60-CE24-8AF2-9E89-96602B74AB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7EAA9F2-0ECE-0CD9-23BA-AA15DE95A3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4881B4D-C402-8CA9-0C96-705B379A25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67E29-33DB-46FA-A4BF-55C2424EE3F1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29DE68A-0B20-2CB2-8D1A-37C7B635B7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C561D9F-870F-DA26-101B-2BF035CEB4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D520E9-7B49-49BF-B12B-E685C26A66D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339754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F70FEBCF-C4DA-6334-0678-B056A1053BB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164FD69C-8E1C-150C-F8A7-F4473430D6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28B874C-29E5-2B44-B352-ACC7D4ADA8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67E29-33DB-46FA-A4BF-55C2424EE3F1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DE82611-EE8B-0807-1D1B-062B950877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681DD9F-F742-2822-B838-AFE385A71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D520E9-7B49-49BF-B12B-E685C26A66D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798311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D110A3E6-040A-6184-3333-A6989448E1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A8903A4-FBE7-7B75-F12A-D8EFB7178E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DFC3146-70BF-022D-4339-29E4CFA9E4F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067E29-33DB-46FA-A4BF-55C2424EE3F1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CE7DC13-5037-E4DD-8DF8-6009976B78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CDA7771-F227-FB84-6B7A-3C90C8F359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D520E9-7B49-49BF-B12B-E685C26A66D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286343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3.wav"/><Relationship Id="rId1" Type="http://schemas.microsoft.com/office/2007/relationships/media" Target="../media/media3.wav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4.wav"/><Relationship Id="rId1" Type="http://schemas.microsoft.com/office/2007/relationships/media" Target="../media/media4.wav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5.wav"/><Relationship Id="rId1" Type="http://schemas.microsoft.com/office/2007/relationships/media" Target="../media/media5.wav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6.wav"/><Relationship Id="rId1" Type="http://schemas.microsoft.com/office/2007/relationships/media" Target="../media/media6.wav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FECB7501-0959-6619-818F-32491E2562BB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9706D88E-4139-3172-8C5B-FD1327C3D4D1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3400" b="1">
                <a:solidFill>
                  <a:srgbClr val="111111"/>
                </a:solidFill>
                <a:latin typeface="Arial" panose="020B0604020202020204" pitchFamily="34" charset="0"/>
              </a:rPr>
              <a:t>Vr Content Gear Guide</a:t>
            </a:r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の技術解説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2D6C8556-68A6-3678-998B-1E0DB11C3461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設計・実装・コミットから学ぶ短時間プレビュー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92210E73-BBCD-5180-9F4E-A8EED24F4C32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01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1">
            <a:hlinkClick r:id="" action="ppaction://media"/>
            <a:extLst>
              <a:ext uri="{FF2B5EF4-FFF2-40B4-BE49-F238E27FC236}">
                <a16:creationId xmlns:a16="http://schemas.microsoft.com/office/drawing/2014/main" id="{99FB41D4-4E02-C2D4-AD3C-BB64BB20BDA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959486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147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A50BE1FB-3E86-E563-A896-50DC1ABEA14F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91979F7E-1A80-1BEE-1FC0-4E60479AE8EC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このプロジェクトは何を解決する？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973F2B2-09DE-BB73-08DA-D34EA039A9FF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vinext starter A clean full stack starter running on vinext https://github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B57289D8-0ED5-8EF4-A392-B09C2F6E2C1D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02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2">
            <a:hlinkClick r:id="" action="ppaction://media"/>
            <a:extLst>
              <a:ext uri="{FF2B5EF4-FFF2-40B4-BE49-F238E27FC236}">
                <a16:creationId xmlns:a16="http://schemas.microsoft.com/office/drawing/2014/main" id="{F3E81554-9013-5ECB-1358-9A430B38CB3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75440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000"/>
    </mc:Choice>
    <mc:Fallback>
      <p:transition spd="slow" advTm="8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955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6ACEBE90-19B2-D771-E424-3CF6DDB8D7D3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A79B1888-E9D0-D8DD-D579-8FE21F916210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技術スタック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FA04F892-2E61-2D0A-8589-D9A5F1F8BF72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主要技術：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TypeScript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JavaScript
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役割を分け、保守しやすい構成を目指しています。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C0BFA554-D9F4-4E9E-7605-1711A61DA99C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03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3">
            <a:hlinkClick r:id="" action="ppaction://media"/>
            <a:extLst>
              <a:ext uri="{FF2B5EF4-FFF2-40B4-BE49-F238E27FC236}">
                <a16:creationId xmlns:a16="http://schemas.microsoft.com/office/drawing/2014/main" id="{57CDF1B2-7494-B6D6-16CE-353E4B42386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93597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9000"/>
    </mc:Choice>
    <mc:Fallback>
      <p:transition spd="slow" advTm="9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82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CDDAA70D-B269-94FB-4588-1662649DD7F1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17509334-2286-F743-506E-96F73FE08FA1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リポジトリの読みどころ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62B32CE7-E1FD-AD84-E372-AC5FCDA92AE0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公開コード、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、コミット履歴から設計判断を確認できます。
主なファイル：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README.md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app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build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FD684964-DACE-C26E-AD3D-3F08E0F8B0F3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04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4">
            <a:hlinkClick r:id="" action="ppaction://media"/>
            <a:extLst>
              <a:ext uri="{FF2B5EF4-FFF2-40B4-BE49-F238E27FC236}">
                <a16:creationId xmlns:a16="http://schemas.microsoft.com/office/drawing/2014/main" id="{1B082470-DB5B-9A17-D261-12F4537483C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46732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000"/>
    </mc:Choice>
    <mc:Fallback>
      <p:transition spd="slow" advTm="8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24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3209816E-2186-CC61-B028-5D2DB02A724E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EC6D5B5A-C537-7F78-FB03-8768B1490974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コミットから分かる改善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E1EFAAA5-C12E-548E-0B20-7C70393B680D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Configure Sites project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B4BD06EF-E48D-B8D2-C453-3E8DA6FD1A01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05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5">
            <a:hlinkClick r:id="" action="ppaction://media"/>
            <a:extLst>
              <a:ext uri="{FF2B5EF4-FFF2-40B4-BE49-F238E27FC236}">
                <a16:creationId xmlns:a16="http://schemas.microsoft.com/office/drawing/2014/main" id="{2BC2F8E6-FEBF-FD4D-6541-CCAC8DFFEFF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574000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000"/>
    </mc:Choice>
    <mc:Fallback>
      <p:transition spd="slow" advTm="6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997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0B654A4F-E42B-4174-3289-C0758E44CA85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09B47F44-1287-E6D7-443A-76CF353286EA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詳しくは積み上げログへ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32015A7C-77DA-4A6C-1AF5-D525DCF349D4}"/>
              </a:ext>
            </a:extLst>
          </p:cNvPr>
          <p:cNvSpPr txBox="1"/>
          <p:nvPr/>
        </p:nvSpPr>
        <p:spPr>
          <a:xfrm>
            <a:off x="533400" y="3429000"/>
            <a:ext cx="10795000" cy="101566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記事： </a:t>
            </a:r>
            <a:r>
              <a:rPr kumimoji="1" lang="en-US" altLang="zh-TW" sz="2000">
                <a:solidFill>
                  <a:srgbClr val="333333"/>
                </a:solidFill>
                <a:latin typeface="Arial" panose="020B0604020202020204" pitchFamily="34" charset="0"/>
              </a:rPr>
              <a:t>https://syunnjack.dev/articles/vr-content-gear-guide
</a:t>
            </a:r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学び、作り、振り返る開発記録。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4C4A8569-1B10-6817-E5D4-9DD34662B7F8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06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6">
            <a:hlinkClick r:id="" action="ppaction://media"/>
            <a:extLst>
              <a:ext uri="{FF2B5EF4-FFF2-40B4-BE49-F238E27FC236}">
                <a16:creationId xmlns:a16="http://schemas.microsoft.com/office/drawing/2014/main" id="{3C7217EC-4829-E67F-5A48-FEB10054123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412834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42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156</Words>
  <Application>Microsoft Office PowerPoint</Application>
  <PresentationFormat>ユーザー設定</PresentationFormat>
  <Paragraphs>24</Paragraphs>
  <Slides>6</Slides>
  <Notes>0</Notes>
  <HiddenSlides>0</HiddenSlides>
  <MMClips>6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0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啓介 加藤</dc:creator>
  <cp:lastModifiedBy>啓介 加藤</cp:lastModifiedBy>
  <cp:revision>1</cp:revision>
  <dcterms:created xsi:type="dcterms:W3CDTF">2026-07-30T04:32:48Z</dcterms:created>
  <dcterms:modified xsi:type="dcterms:W3CDTF">2026-07-30T04:32:48Z</dcterms:modified>
</cp:coreProperties>
</file>