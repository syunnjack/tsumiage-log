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5F4845-B403-D8B6-4B5B-F254A481F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006C3A2-314A-6E61-74EE-90C2D312C7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66C4AD3-22D6-E78C-D040-7BFFA1AAE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49689-CFB7-41ED-B10D-644F9472EC4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23DA79-6B6F-33CC-795B-4AC46D70E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72B2FAB-AB65-E216-4979-E9E40A8A3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7A7C4-7FBC-467C-B688-FCCB2757B01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9688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1CD6AE-89FD-DF5C-D202-7E078AE10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EAC7DEC-1048-9C42-A1D9-2B0F44319C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8C0FF9C-8E22-74B6-4171-C56E4DF4D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49689-CFB7-41ED-B10D-644F9472EC4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06F8F8B-8DE9-F2A2-E2B1-F25A3CD15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2FE82D-DDA2-30AB-AAF5-EB723522C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7A7C4-7FBC-467C-B688-FCCB2757B01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94177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3EB735-6D24-8CE4-1863-0246475E1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2B8445B-F735-12B8-83FB-EF06B20BA8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E2EF08F-DE5E-12DB-0EF6-29556F6A9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49689-CFB7-41ED-B10D-644F9472EC4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992781E-D575-8998-487C-5D2560F67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1C95F83-0998-20D1-0125-8721B1312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7A7C4-7FBC-467C-B688-FCCB2757B01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4966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FBB1A8-0EF3-B155-7A52-1A17839F6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74FEE19-21E7-1ECB-9D5A-B8F5E516B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2B17C21-650E-24D0-A2DA-EBC1F26CA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6971971-2055-48E2-9592-55F86C9F3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49689-CFB7-41ED-B10D-644F9472EC4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977AAD7-50D0-FB52-78DC-6620E1C84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294344C-7987-6407-1414-B6888CA11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7A7C4-7FBC-467C-B688-FCCB2757B01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9043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4D162C8-8EA9-CE26-E637-0DB9D8BA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D3D4933-B278-B9A6-1EC6-26D3F8C18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DE1A0D-85CA-C3B2-7916-89C24E3FD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CB0C7D5-9467-EC6A-77ED-0887A6D160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3A61F51-A498-552B-DC91-12B44A5BA1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B67F94C-0641-57AE-9C80-E4AE983FC3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49689-CFB7-41ED-B10D-644F9472EC4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44E4BED-A4CD-BDCE-ECCF-219CDD09F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20CD615-A134-357E-FAD1-C5AD20DF2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7A7C4-7FBC-467C-B688-FCCB2757B01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8210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27F588-6061-4825-1D79-E4DFA1E37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9BAB687-6803-28E0-9A0E-74CD39B32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49689-CFB7-41ED-B10D-644F9472EC4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BC6EA83-679F-30C4-167E-5DE3D7F34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1EE7A79-1593-4B1B-620C-415A19E5C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7A7C4-7FBC-467C-B688-FCCB2757B01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8267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D5CE44E-BEFC-BEDA-42F6-1AEBAA300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49689-CFB7-41ED-B10D-644F9472EC4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D810D64-B06C-C563-19E5-1D7DC86A3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4C8110-9ECF-2A27-971A-8CD19113E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7A7C4-7FBC-467C-B688-FCCB2757B01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8729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ACB318-BAD8-008A-1548-287D3E2F6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73BCADC-3CBC-C2EE-88B3-9AA659D2A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ECF3FB8-E0C7-192B-83FB-9C1CA39EF5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C340B7D-F70D-B43A-3232-51A8C387E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49689-CFB7-41ED-B10D-644F9472EC4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E4A5E70-6B4B-4D6E-E383-07FD7BFD9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D48B08F-B8CF-2658-2731-AE617EB49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7A7C4-7FBC-467C-B688-FCCB2757B01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3107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F508CC-E4B4-AED3-D7C7-AA5EC524F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9848D22-79AD-EA19-76AE-0BDE79A5A3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0AC17D0-120A-04E9-2B2E-D5FC0C2746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982DBD0-50A4-CC21-C3D0-48EF90677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49689-CFB7-41ED-B10D-644F9472EC4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135F45-DDD5-663C-8A90-7757D8E18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F8AD9AE-A0CE-17DF-70E8-A44563732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7A7C4-7FBC-467C-B688-FCCB2757B01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8002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071CD4-F705-070F-B79B-AEAF3B337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803FEF2-5CC4-9B0D-3458-7810C66BF8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AD73304-8854-C009-B9A5-21AC3C67E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49689-CFB7-41ED-B10D-644F9472EC4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3FEE16-ABB4-93C4-1FA9-6156E340C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D8405DF-71E2-9100-11EA-D4B394583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7A7C4-7FBC-467C-B688-FCCB2757B01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6008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EB53D2C-7314-38FA-F533-5773B00B5D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E193AAC-D20C-0D47-DCDC-85BA658308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2AA928-163C-F13F-0F76-8F19A425E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49689-CFB7-41ED-B10D-644F9472EC4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92BB284-47F8-B164-F6A4-A7DD72B51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222FD5A-5528-0E72-E64C-322B07823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7A7C4-7FBC-467C-B688-FCCB2757B01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1611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31C26D1-C43C-552F-975A-48CF03B0C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BCF990A-D2B6-60AD-28AC-45DAD81590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1E09A0-3CA1-AB7C-FA98-87770FA73C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E49689-CFB7-41ED-B10D-644F9472EC4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5E54F7-F3F1-EC64-08B6-F2D02028EB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EBB7B71-B91D-C09F-6FFD-6A08BE9AE2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E7A7C4-7FBC-467C-B688-FCCB2757B01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7264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A2F92C8-ABE2-1DD2-1976-89A0000590D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D03E5E9-1F8F-F214-496F-32F6EA7E547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vr-content-gear-guide TECH EXPLANATION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4B68120-B885-9949-9268-3D14964DA833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Architecture, implementation and commit history in 75 seconds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7099517-7AD7-9DA7-2777-5CF346EB232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8891A5F7-96F7-C601-0942-CDAC916B51E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089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14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F858216-4D62-9511-5908-8ACDB8DEFFB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DA60C4D-C2BC-4928-2B4A-032E3D28AFD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WHAT DOES IT SOLVE?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800D535-7D7D-5F16-D17A-30D981B0581D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vinext starter A clean full stack starter running on vinext https://github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4D9646D-E651-3FD1-BE59-63BBCA650C9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44F73B72-E115-C451-2BBE-F839591A671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3160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9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8066777-D65D-8A9A-3428-CD615C40586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37532ED-6AE9-7E89-DC15-029F625B9D8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TECH STACK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662EA9E-BAEE-EC27-C2C9-9180B57FFC9D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Primary technologies: 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59359E4-B2D3-E7A6-E6A0-4F4A7396322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632155F6-CD96-21C6-0726-FEE58491690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7550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8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F4B4C0C-46AB-8E6D-3DED-6A6DBBF25C3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D54981A-3D3D-F52D-C4B7-A6920E42062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REPOSITORY HIGHLIGHTS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EA0EA21-4CD8-D36D-9E80-925D20AE580C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Public source code, README and commit history reveal the design decisions.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C2EE21-A438-F961-7FEE-9F5E336B566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3E90B2A7-BE22-B44B-7211-C64759003FA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0909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32A55FE-F01E-5CBB-85FA-703749438F2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6D9E160-E686-E876-B280-3FA238FC98C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ITERATIVE IMPROVEMENT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6F4F778-5EE7-A43B-0FD6-7FAC6ECFB810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Small commits continuously improve features, quality and release readiness.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06D848-D644-63EC-A058-55F46B442D3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C4F417C1-87DF-02BD-A715-D3D1FFD63E9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5913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99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9752159-75D8-CF53-BE92-30D5ED52313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CB804D0-E79F-37D6-8F65-2D5176921D1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READ THE FULL ARTICLE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0505B9D-BD98-6F53-1DEB-2DB22D096E40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sv-SE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https://syunnjack.dev/articles/vr-content-gear-guide
TSUMIAGE LOG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F0F95FE-9B59-195A-A8DD-53FDC2A3DBC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C33517A1-2ECA-25A3-41DA-3834EC6DFBC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9237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2026-07-30T04:02:21Z</dcterms:created>
  <dcterms:modified xsi:type="dcterms:W3CDTF">2026-07-30T04:02:21Z</dcterms:modified>
</cp:coreProperties>
</file>