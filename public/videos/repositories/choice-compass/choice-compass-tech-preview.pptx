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7430FD-7E88-2441-8FE7-881218DED4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606AF50-8788-E520-A747-F968CC5D2B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BD6B6C5-3CD3-80F2-AD81-EF36A36C4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9EACE-8277-4F1E-B563-84ED021220C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87639D3-4939-4882-8EF7-387F25E46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C613050-603F-A7AC-4422-56581BAB4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5E430-0F15-437E-8189-34F82E9AE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9941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73F3EAB-2DF0-D22D-B5E2-C4322378A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E29044A-B372-93E3-C48F-0B8C4C1C82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4B12C5-F036-8AAE-0051-3090006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9EACE-8277-4F1E-B563-84ED021220C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4F39921-7834-67C1-A23D-2F2BD3A39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0B6D790-89D7-4F27-3F34-EB02AA971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5E430-0F15-437E-8189-34F82E9AE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53077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9DCEB8-12E3-23F7-FAB5-75FEF71AC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EEE5E39-29DF-E914-9880-2483800853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A1FBC23-7C05-B4B2-13BF-7C743A65E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9EACE-8277-4F1E-B563-84ED021220C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781C5EF-7D4F-D8F4-F140-02C521F4BB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B6E6B6F-478C-5B41-777B-9D872B090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5E430-0F15-437E-8189-34F82E9AE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26917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EAD6DE7-A1EF-EA5D-5454-655EC25AB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94B4392-E370-2384-AEFE-9CF64EEF39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7438AAA6-12A9-57A7-AD1A-A20E7390C1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6AC019D-32BD-8C29-4FEE-1E4522F11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9EACE-8277-4F1E-B563-84ED021220C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1DBD7E8-0AAE-D2DE-FEF7-178437C05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D29C3CC-40B6-DF3E-15D3-1A4580549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5E430-0F15-437E-8189-34F82E9AE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2681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93B55F3-342A-081F-F2DA-BC84F439E9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DF8FF2C-E64D-658C-CA8D-B5E50C1EF9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332F9D3-C269-E658-31CF-741FA582C2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1915CAD8-17E2-9B2F-F74F-18B020C097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9A56102-21F5-DED3-5643-655CC6EDF9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6827748-1142-5D47-302A-371816673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9EACE-8277-4F1E-B563-84ED021220C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779B193-C8F2-138C-0993-DF07D8924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304BCAD-2F5C-461A-0A60-786937861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5E430-0F15-437E-8189-34F82E9AE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271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0BB4B6-D2EE-D534-29D7-04D9C01A7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C5FA26E-2C31-2756-CED8-EBEDBACFB3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9EACE-8277-4F1E-B563-84ED021220C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AE4CAE4E-53C8-2735-5404-AD5ABFB6F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5B9ADAE-5782-6E98-86C3-764B82805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5E430-0F15-437E-8189-34F82E9AE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19487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FB3DE16-63CD-1DE8-A996-6EAB71C0D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9EACE-8277-4F1E-B563-84ED021220C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A0DC3AA-9D62-CFD1-F3CA-BB14BABAB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665E121-ECE2-4281-23FD-F305B25D5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5E430-0F15-437E-8189-34F82E9AE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37921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5FA7851-37C3-7FAA-8443-C616627A3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85BDF26-F00A-2CA8-2331-41B6962A2B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B7C28E0-3D44-3826-D75F-AA89AC7E24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3E1D272-B9FE-CB9B-8D14-DF080AA03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9EACE-8277-4F1E-B563-84ED021220C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6C17F9F-E4D9-E4C0-EE57-78DF04845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F19A9B0-DF76-414C-BF4A-89D53D133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5E430-0F15-437E-8189-34F82E9AE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71998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B8333E-460D-9399-214F-2CF2CA5B3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5159F3CD-ACBD-4589-7DB3-5F25C6CF36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F5EFFC7-23CF-A665-640B-37E9C60410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708C842-2F15-0AF4-345A-EA0401A38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9EACE-8277-4F1E-B563-84ED021220C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9F654BD-DFBA-A25A-59AB-368E1B5F46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B54FE0D-4C8F-192B-7DFA-1023E3BB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5E430-0F15-437E-8189-34F82E9AE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46259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D15A1C-977B-74A8-7CCA-D5451A7A2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F7DFE79-0085-6170-6443-832B6D5EF0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42E62E-DC87-A610-48EF-5585E8672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9EACE-8277-4F1E-B563-84ED021220C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812F5BB-5182-3647-2FA6-9B48794FF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07D7003-10C8-3542-3E8A-F5A09E3CA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5E430-0F15-437E-8189-34F82E9AE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5342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B69DD29-12D5-36A2-1693-EAD6ACCFF3E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BC5B721-966E-8AD0-FE80-72C7F2A56B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AA86C98-3F54-9E67-BBE9-8A7838AA1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B9EACE-8277-4F1E-B563-84ED021220C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D7534EE-8447-8F0D-C58A-9B47C4258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06CEE33-7C9A-35AB-DAFB-979F7A320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15E430-0F15-437E-8189-34F82E9AE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05472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AD632FA-69B5-191C-E5DA-BC85662B9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12C250B-A25B-6E2A-38EA-63BA3EFF2A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1E90167-25A2-FEE6-913D-F671A675EB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4B9EACE-8277-4F1E-B563-84ED021220C9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F1D1952-AE03-CC0C-AEA8-E95BDB2BC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3548C4A-D509-C5EE-74B8-43823B2FFF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15E430-0F15-437E-8189-34F82E9AE26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2520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D35FE8A-7B38-BF71-E212-9070671EEBD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C14B121-949F-1C77-4154-058A6CE187E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choice-compass TECH EXPLANATION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A6D6379-776F-3912-B494-29F30A621D5B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Architecture, implementation and commit history in 75 seconds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6AB3B7A-1BBF-B7AF-0AAA-C96210699BB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1D8DDAFD-0037-B908-F507-C006D616D45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6193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21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7C272A2-5580-73B5-0926-924247752EA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9E85E7A-8DAA-926C-FF3B-A405E7627A0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WHAT DOES IT SOLVE?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3E54B48-D00D-ED3C-00D6-A277057F46AD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Choice Compass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の設計と実装を記録したプロジェクト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51D68ECB-F005-A2A9-0270-73E3AFB3DF0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2A6F1303-A784-B9EF-7512-A375217CE41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4377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27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BDF0E67-899E-6C13-8FE5-F0D3949CD0F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351F633-81E9-35C7-ACDE-BA70F98D2072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TECH STACK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B551585-6476-A20C-9102-54034258DCCB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Primary technologies: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未分類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4D65566-71CD-F8B2-30C4-280013800CF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FE04734D-1345-3748-A571-945F949926D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12186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1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70965E6-72E0-EBDE-20F2-EA6D79C4F1B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013CC95-9CDB-5C98-2279-30DAFA3A684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REPOSITORY HIGHLIGHTS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10F3461-4E1C-A13D-D7E1-96162108D5D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Public source code, README and commit history reveal the design decisions.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B56FEEE-2918-FFAF-CFAA-1E22284331DD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14E87A6A-FB20-D4F6-BACC-EABE1BC9C43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39707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5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83D932B-7325-C9EF-B1C4-FE7882273C3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62CF54B-B9C3-1618-0757-85B773A3A67E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ITERATIVE IMPROVEMENT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2F27FBD-46F9-7307-DB24-429CC8024A70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Small commits continuously improve features, quality and release readiness.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F4B8A26-28F5-5107-CE6C-5DDB376786E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FE28A3FC-186C-9F31-E5D7-8730AC47AE3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213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68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26B58F9-8F77-D219-FE26-C978A6E31A2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D6E63E5-8F12-8724-3418-C453DAA2107F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READ THE FULL ARTICLE</a:t>
            </a:r>
            <a:endParaRPr kumimoji="1" lang="ja-JP" altLang="en-US" sz="3400" b="1">
              <a:solidFill>
                <a:srgbClr val="111111"/>
              </a:solidFill>
              <a:latin typeface="Arial" panose="020B0604020202020204" pitchFamily="34" charset="0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F5FD722-C733-ED56-A15A-BD73F6E9BF53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sv-SE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https://syunnjack.dev/articles/choice-compass
TSUMIAGE LOG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6581B27-2D06-A5BE-09A7-6A045A6421E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9BB09589-5B39-F027-F5D7-7DA3C6E395E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53184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2026-07-30T04:02:02Z</dcterms:created>
  <dcterms:modified xsi:type="dcterms:W3CDTF">2026-07-30T04:02:02Z</dcterms:modified>
</cp:coreProperties>
</file>