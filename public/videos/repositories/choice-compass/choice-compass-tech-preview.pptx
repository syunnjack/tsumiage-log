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527414-9551-2B30-9C9F-512CEDEF39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57D1025-1435-1901-5674-DC1CAD93F5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3FF190-6B46-BCCA-5DD1-F3DA65F9D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AE7E6-2345-4D03-82D1-2A1E48CB160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6BF779-1D9B-7F35-08D5-0FCD2B1E0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7D8B92-D13C-A926-037F-950F186E1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FD9CB-E791-4D08-B3EF-4C2CC3C433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1231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BF2CA3-3D1C-6E54-73F6-0A24D50BC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1B9055-AE09-572B-C5A9-9EC7CA677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D8E560-8348-3825-6423-08B375A07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AE7E6-2345-4D03-82D1-2A1E48CB160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7D319B4-6057-8E71-B609-9CD5B13A4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7901B4-1D9A-3D39-A7C6-12FCFBFBF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FD9CB-E791-4D08-B3EF-4C2CC3C433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4103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880B11-EDED-2153-092F-E93F939AD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B4692AB-A039-542B-3A09-53F3A63AA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426CCD-01FB-C440-B6AD-C276ADB19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AE7E6-2345-4D03-82D1-2A1E48CB160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9D42F89-93E8-D315-07CB-675157FA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10CBD8F-5652-A766-DA65-79C5B7480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FD9CB-E791-4D08-B3EF-4C2CC3C433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7766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C087F9-FAAF-A640-CCEC-ACE515FDF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1CD6BD-37CD-9D52-26B5-6ACDBDA6C5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A5AC1C3-DCA8-76CC-D8F4-196F2078DF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4C46B4C-FED1-9D32-68CF-C8BA149B8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AE7E6-2345-4D03-82D1-2A1E48CB160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6DC158D-1AD4-502A-D263-7BB49D841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9BC0F18-39DA-7E0F-F47A-CC6B5CA4D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FD9CB-E791-4D08-B3EF-4C2CC3C433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5637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B859F4-AC82-7B56-0167-7CECF45F8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1BB5A3F-F201-65B8-B6BB-60255AB06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769171A-4CA3-B7EE-B2B8-4C35E5BFA3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F6D2823-0A4A-B0D0-0E0C-56DE5EE176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370E986-9F5E-B34E-FB86-159AFE13AC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455EDAC-8773-6B0C-4FBE-7A4CD312D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AE7E6-2345-4D03-82D1-2A1E48CB160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B4EDA99-13C8-C3CB-3125-C500F2D2A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BD2E17A-CCCC-7A31-6A62-50E5DE16F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FD9CB-E791-4D08-B3EF-4C2CC3C433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121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AE0B6F-7B65-A189-9CD5-60A3B28CD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6DEC38E-57E6-101C-ADB6-A87FB445B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AE7E6-2345-4D03-82D1-2A1E48CB160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8D3F354-DBC1-6DD0-8E15-426B48E55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0B3D5C9-7621-7A8E-91F6-6EE9FCD63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FD9CB-E791-4D08-B3EF-4C2CC3C433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146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E4A6BC3-3DBE-6B40-733C-922F216D3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AE7E6-2345-4D03-82D1-2A1E48CB160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329EF70-9DCD-7A26-BB03-37277CB48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139FB2A-5F39-3CAF-E992-CCED4102F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FD9CB-E791-4D08-B3EF-4C2CC3C433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8339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C6E1BE-CBFB-F5FF-6BDA-7B105DB0A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F325FDA-00B2-AB05-368E-E8CC06B8E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CFDEFD3-B1F8-38A6-C981-49CED98B2F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975B6D-C0CF-CB8C-B598-9A34EE3FA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AE7E6-2345-4D03-82D1-2A1E48CB160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7F9869B-1352-4085-3C86-F258A2A3C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A13F6F7-3F2E-EC9C-6E65-438A6A271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FD9CB-E791-4D08-B3EF-4C2CC3C433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5728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5CE66A-26E9-D765-CD6B-4B7CC9680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802B1D6-72A4-969E-196C-A63211F5E3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D6507CF-E4AC-6E7F-4B44-B67A1B9065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13438A4-14AA-8D1E-0D80-7511ACCD5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AE7E6-2345-4D03-82D1-2A1E48CB160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CC39B8A-2325-4100-71AB-C471E4B0A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6CF225D-3F6A-B6DD-A2E7-97A20166E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FD9CB-E791-4D08-B3EF-4C2CC3C433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2763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1CB482-8DCB-9B8C-74C2-4329091EE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102C786-6545-6FEC-C4D6-30D52821CD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7CE8AC-B810-A536-CEE2-A912A2BB1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AE7E6-2345-4D03-82D1-2A1E48CB160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F93713B-E617-0528-F9E0-C187662B6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DAA11E-8523-18C9-D478-3D6E701C6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FD9CB-E791-4D08-B3EF-4C2CC3C433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8005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61336EA-10D1-C307-F2A0-F9A2418E94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61EF2B8-0A27-5466-7C25-D33BE8EA5A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2510714-6C5E-4BFC-8DBF-8450BC5B3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AE7E6-2345-4D03-82D1-2A1E48CB160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12B265-20BC-DDF8-3BE0-A523806C0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4D8C851-07F3-E343-426E-C81794B67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FD9CB-E791-4D08-B3EF-4C2CC3C433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6827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F11E8B0-53A7-F23B-3D39-E5AF7B516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31D2B91-72B1-9562-FB3D-C43AADB19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FE60E52-00D9-5EE1-8261-5CE24332B5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AE7E6-2345-4D03-82D1-2A1E48CB160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23FF984-92B8-E02B-8CA4-264DB0DDE6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0F14A8F-8713-D692-4CE0-161F9B123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FFD9CB-E791-4D08-B3EF-4C2CC3C433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4835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18BB0D2-064D-5D65-0A34-0FB22EDB6ED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A1F7FF8-CFBA-8E27-F84E-85F1A31E280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Choice Compass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9A6038E-5A7E-C259-569E-B4FDEF0B05E5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CCC5808-E1FD-C1B2-F96D-27ECB8F96C6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07726B93-2FC6-F903-BA11-892EEBC3253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2545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1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43D2ED9-8562-5121-CFB0-D8DFBF7EE84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2A5C0EC-B923-B164-80AB-8DEDAD8C3BD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543F3D7-89AB-CD0D-B806-8E73E13AFBAF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Choice Compass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の設計と実装を記録したプロジェクト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DEB200F-8944-990C-2AA1-3CD8D1A64F6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E823116F-EC6B-4B44-BA73-F29BDAA26E5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0312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7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C112E67-F62D-F598-3980-41BB12BF320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8CA05F0-606C-459C-377B-F06B7F1AC34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1C58E2B-9BD0-EA85-098F-B6A295F0060A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主要技術：未分類
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004D71D-6E39-74B5-9A79-06174AD4FFD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1A8D600E-69B6-1673-FC80-F5B0BCCB0FE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37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0202778-1661-7B31-7FC5-60F21CFD587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D336F70-31F2-A48D-64B4-967A2A29AE0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7ADD05F-B05A-F2D8-49D6-288075851237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主なファイル：主要なソースファイル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238DF70-45D5-52CE-63FE-CEBE0ECDAB0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43C19BCA-09C4-6AA9-9237-F87C77FAD8F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425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DD8C381-9F22-B784-98CD-860AC2D1506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7BF50C5-EED2-B982-46E2-4EC271FDC52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818FADE-A029-69AB-EFDE-F6960D20B4B3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Initialize repository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2B6E7E5-E2A7-FFD7-E200-C1452BCFDEE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06B42E42-9A40-5DBA-2D68-DB8909CBEF0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8113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8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08DC850-4DEB-536D-F3BA-0B9C04E8BD4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22DE064-3715-1A45-5A09-4700A6CA0BF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3829E16-4DE0-F992-FAB0-5A508F560ACD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https://syunnjack.dev/articles/choice-compass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A3F1206-8F8D-0541-7AFE-0C3173F1E6F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3E980B15-223D-FB51-1C4D-2D455B8DE0F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4233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2026-07-30T04:36:24Z</dcterms:created>
  <dcterms:modified xsi:type="dcterms:W3CDTF">2026-07-30T04:36:24Z</dcterms:modified>
</cp:coreProperties>
</file>