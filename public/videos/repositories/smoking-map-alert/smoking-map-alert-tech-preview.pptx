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F96394-69B9-A845-36F0-0E94D424A7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491C222-FE97-D9A5-3764-D16A8914D0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6AA1118-C23D-9E68-5917-D3A69EC1A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8FA14-CCAF-40D2-9A67-79A3256FC2F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1FC3659-8D6D-5CAA-8162-BA0AF5311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23A1E98-6174-D59C-C13F-20250D200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B835B-65B8-4C01-B549-D8893F297B3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7839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5B6E30-1E4C-303E-88EB-6946ABC15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0404826-55B4-AAF4-5800-898B06D759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2A11A10-B835-6D26-7376-A5036B02E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8FA14-CCAF-40D2-9A67-79A3256FC2F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C5283E6-0D8C-4513-5B2A-814629DE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13CDEA7-FA60-EB12-66D2-6A61F23DE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B835B-65B8-4C01-B549-D8893F297B3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63693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89D2E9-FD94-FA3B-D3D7-17241BAE3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5B373D0-9410-FCE7-72DB-4FF765A4A6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8C2C2D0-6C51-9E7E-240F-0C5F7112F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8FA14-CCAF-40D2-9A67-79A3256FC2F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D0EEDC8-900E-A4A9-A779-CB65B448D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962E999-9CC6-A7E1-C5F5-A240E6C7E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B835B-65B8-4C01-B549-D8893F297B3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5627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E7F381-8369-C8E5-49A6-B0D7CA9AC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130D7DC-5CC5-0D1F-AB30-4C3C3F5CAD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E6C8162-6598-1AD0-8F61-9B6A77B0BD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9A1B2C4-8D7A-310C-8491-CFA3E34B0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8FA14-CCAF-40D2-9A67-79A3256FC2F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C4B9C3F-0A41-2594-2C3A-6A0D5215A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77CBCF9-BF64-DFFD-3080-BF2758C2E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B835B-65B8-4C01-B549-D8893F297B3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6810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AE1927-8BAF-EFF6-4C45-44D3DCCF8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DBC3862-160D-128E-FA82-3B846988B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A676E02-4D09-B9DE-73D0-2BDA9FE944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45117BE-F17B-0702-057D-6220B3714A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EB039BE-E300-A284-0655-A9F186B056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3BC0F79-AB3C-ACB4-8725-9AA80060E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8FA14-CCAF-40D2-9A67-79A3256FC2F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7681B9D-0FC3-CAB0-5B58-C3486B9C3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383C451-CC19-0B90-C8E2-2CA5DBBD8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B835B-65B8-4C01-B549-D8893F297B3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4942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5FB08E-3C7E-05B0-F992-217B2DD97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1D6B8CA-8109-552B-24B7-07253A2A3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8FA14-CCAF-40D2-9A67-79A3256FC2F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852A7F3-2EE4-FA6E-2E1C-556CA466B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17E4F1B-C9CF-4E81-4EA2-9AD8A0D89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B835B-65B8-4C01-B549-D8893F297B3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4574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7C9C1D1-D930-558A-0583-548C3BE55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8FA14-CCAF-40D2-9A67-79A3256FC2F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DADE253-87A3-02DD-E636-0782E910E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7314134-2590-5CDB-B187-8267535D1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B835B-65B8-4C01-B549-D8893F297B3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284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FB3299-0111-2575-19C6-E7505D62D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F17A58C-E100-FB67-EE5E-EE1A4EA9E0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A9135F1-0004-E43B-1238-B216D77061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115D4B4-84A4-4C08-6419-B5039E2A0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8FA14-CCAF-40D2-9A67-79A3256FC2F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0609FCF-0541-BAAD-A341-610B32FD9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1975C0A-9328-1ADA-5BB0-39CB0AC19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B835B-65B8-4C01-B549-D8893F297B3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5234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69B571-EFA6-3D66-61CC-CEA92430D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522E409-0C64-DF06-016B-D7928FBF60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C336EE0-24D7-08A7-B258-990D90A425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285B00E-2CF0-7061-B5CC-E26438C34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8FA14-CCAF-40D2-9A67-79A3256FC2F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AC5DDB9-FD14-6010-7D53-2ACAB2F28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C7A572F-9361-ABAE-1848-E1C4620A7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B835B-65B8-4C01-B549-D8893F297B3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2874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637E68-CDD5-2661-BDCD-5F3573509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D6817BD-9BE7-6400-2B2C-5CB4677F21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E8AE353-E685-2C27-6E8A-8CA8E3806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8FA14-CCAF-40D2-9A67-79A3256FC2F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473EE7C-9D82-18EC-8BB7-D0770FA96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3218DE3-A226-6D94-9C04-041A1A792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B835B-65B8-4C01-B549-D8893F297B3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6613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D967CB2-4B25-76C8-938D-6CC80059E1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FC07193-6828-1D5D-8362-29CB58DD34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152DF99-8220-B0DB-DD04-E05F3F806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8FA14-CCAF-40D2-9A67-79A3256FC2F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86F0ACD-02A7-AECA-E637-D89ECB54A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CE6BCD3-087D-57BF-21CB-F520B426C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B835B-65B8-4C01-B549-D8893F297B3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6121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A08E0B0-4D7C-BAFA-A7C7-29AC95661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472F47B-2B57-24BB-CC64-BFFD4E360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7C54AE5-0F14-A134-8218-1AADFA496E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D8FA14-CCAF-40D2-9A67-79A3256FC2F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6CE5146-D336-1757-8106-42EB2E8D28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7CC1C8D-5FD7-20D2-67B7-60F41F4C37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4B835B-65B8-4C01-B549-D8893F297B3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2754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B29BA8D-97AB-B399-DB69-978AEFB89774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CC2E67E-910A-20A5-C05E-9C15A98EF4A0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Smoking Map Alert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D0DCEE6-EF26-40DF-88FA-F66E13347678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8B32D63-076C-5631-3D53-1C406EBA33B2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0F27FAB6-444D-E149-A430-570C236766E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9145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86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13D44D5-6906-065C-868E-5974F4F29663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CFA2323-5CFE-76B6-B041-F0A2611B63B0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108E2B4-D3A7-F74B-E983-A120D9299F92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Smoking Map Alert 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喫煙所・喫煙可店舗の新規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/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閉鎖通知 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Repository Recommended repository name: smoking map alert Domain candidates Confirmed domain: smokingmap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36D779A-30E8-99DD-0A30-0ECF898CAF25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76D42F4E-95A3-42DA-147D-F8866915BA5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2335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000"/>
    </mc:Choice>
    <mc:Fallback>
      <p:transition spd="slow" advTm="14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903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A394EDC-BEE8-E5BB-C0A5-E43F42047003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946CA26-4E4D-1694-FF71-49E9CFB58421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5DB962B-0FCF-B182-A1D9-1A7CDE4F2F8D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2779BB6-3DF1-B9D8-8755-B8FFC3A6964A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4658C28C-1D6F-81B2-5F82-E2ECA8424DE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849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A6D946A-B904-D434-0D0F-21B50298CE75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C7703E3-4959-E1D8-6E92-7DABC2C0686D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979EDA5-7891-4B3E-91DF-2EB9AA4F0E77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8EE863A-E976-6DED-CA28-CEBE42990B47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E1903698-3655-5A95-2C94-1D6F3C9DA70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0968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E949D3D-DBF5-778F-167D-8482193AD1E9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A739F6D-204C-0B6E-6EE6-E485398A9542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E00AF73-1273-BB31-8D25-F9E0AB8CCE6B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Set confirmed custom domain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3F60F24-C0C6-0047-28F1-12FED39D85FF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BBBFEB0E-067E-FB2B-B1AD-A664FBF82C3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3212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BD65322-8434-37E8-C685-8987429D3A0F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308FC19-B2BC-E907-329F-B4A5F5CDFE8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A8CFC12-7042-2835-11E9-9D3547B92052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https://syunnjack.dev/articles/smoking-map-alert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09569A4-C8B4-7312-2EC6-B44C12111723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B2330EF2-7518-EEF7-170A-D2D87C36593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3063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2026-07-30T06:23:02Z</dcterms:created>
  <dcterms:modified xsi:type="dcterms:W3CDTF">2026-07-30T06:23:02Z</dcterms:modified>
</cp:coreProperties>
</file>