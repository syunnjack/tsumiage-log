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D7FDEB-B28D-E7E3-D967-0449369FF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CB098A9-5B98-7001-0FEC-AA381A64F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0CC5BE-27A8-F679-37BA-975C0D450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59898-E85E-422C-9FFE-6510EA2F151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F6D737-EDB7-CD8D-BEB4-918EB0DAA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4F2E15-9139-96D9-F628-CB427AE2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4E38-AAA6-4421-831A-745346B8D0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8060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B56B6B-8981-195E-91A6-76DB30696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6C9272-55AB-ED3D-6237-89FD7F338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29CB3B-C47F-B1F5-3A3E-A49F1699C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59898-E85E-422C-9FFE-6510EA2F151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820AE5-B2E6-7404-7033-2C73ED698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B0AF6A-41C1-5AF3-2F8F-460056B2D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4E38-AAA6-4421-831A-745346B8D0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654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2059A5-CD84-97C9-EACD-26BB0C8F5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8716516-D35E-2AC2-A2DB-50ACE9625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AD04D2-C533-7A4F-433D-90E9348AF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59898-E85E-422C-9FFE-6510EA2F151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059D46-92CA-E46E-15E9-B3A241611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8C05DE-C084-C683-B0D3-75A947C2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4E38-AAA6-4421-831A-745346B8D0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390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309184-4843-55F1-EC61-F9A23D43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CA64BF-F7E6-F98D-88AE-6A7330FA6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B2002DB-01F3-BAFE-2FB5-B0D33EA4F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10E4CD-021A-F8B9-B51A-F26B5C5AF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59898-E85E-422C-9FFE-6510EA2F151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6F9C5C-3D71-85C8-5F85-CD0E563E6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2E20E6-70C5-C193-C7B7-525CDF58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4E38-AAA6-4421-831A-745346B8D0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761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E55AF9-EAFB-07B7-1382-08DBFB8F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1A29E1-64B8-F207-7DC3-B35E5CF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8F56D5-8197-F167-8415-13036C701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732E0B3-F4EB-A9DD-B996-3B375E3CD7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F326C65-48E4-0B87-40E6-C703EC1596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8E1D682-14FA-26E2-798D-04257C5D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59898-E85E-422C-9FFE-6510EA2F151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CACB1C6-8F4C-633E-3105-F69327BB7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4D6E41B-BEC2-BCA6-F563-6D60A07C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4E38-AAA6-4421-831A-745346B8D0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4333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E89F59-6EB3-6967-CDFD-933AEFE30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5CFAF0A-0477-6969-8C95-214E55E8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59898-E85E-422C-9FFE-6510EA2F151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887EB6D-1087-3D5E-2314-431CABAF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5EFA66A-AC5B-12C6-9BF0-39807C755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4E38-AAA6-4421-831A-745346B8D0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264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CFF0F6E-1B50-124D-3966-34DF7633D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59898-E85E-422C-9FFE-6510EA2F151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10CD455-E6A8-F0DB-1E44-D60F908ED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95633A-FAB3-FA9A-D9B5-AD4E7C7A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4E38-AAA6-4421-831A-745346B8D0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8753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119D29-1B58-25A5-827E-5CD916033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5D5478-8036-0549-F622-3B6FFB27A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3117C71-778C-3D68-794C-FCEC54FA5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1A05AF-9F4E-9C12-EA88-170E3AE73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59898-E85E-422C-9FFE-6510EA2F151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B08B05-21D9-0859-E0FC-7AB1A29B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531FAF-2742-4F17-3708-908CFFCCC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4E38-AAA6-4421-831A-745346B8D0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3126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22B397-4499-6E72-1852-42E87ADC1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0A394B5-50AC-F055-8715-33C463D460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98FB9B7-99FF-3C94-E076-14B26B20A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D9D485-1F22-E19F-24D5-9A3DE7112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59898-E85E-422C-9FFE-6510EA2F151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4283359-F1C1-9421-A067-513730AA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EDFEFE-EDC5-C0A8-2181-FED2CAAB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4E38-AAA6-4421-831A-745346B8D0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8036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8C7868-BACD-E10F-F1FA-74A9F7A8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2B8517-39A3-0FCE-5194-A310896D4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AA4194-701D-2F4E-763F-87304C5A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59898-E85E-422C-9FFE-6510EA2F151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B92CD6-E3FB-ECD1-85F2-25B768614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C69325-C1BC-1C5C-B3A2-3956B2D6C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4E38-AAA6-4421-831A-745346B8D0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4420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0C4E9FC-618B-7AE7-06EA-7CE72C4804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C1865A6-D0DB-74D9-99A3-092A18FCC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C3AE94-77D9-B6F2-9C95-E77E99FD8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59898-E85E-422C-9FFE-6510EA2F151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95DC7A-257A-C239-0EB8-62341AA42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EA9834-01F2-123D-F44B-3339FF323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74E38-AAA6-4421-831A-745346B8D0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2046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0DEC78F-A235-5D35-BB14-C7289A34E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969272-C58B-E485-2600-9B9F1FC6F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4B32BF-F5A9-3784-98DB-0CA1FBF71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59898-E85E-422C-9FFE-6510EA2F151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788A61-E251-8670-DE22-41E365E7E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01FBEB-952B-C100-1415-0D28523F9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74E38-AAA6-4421-831A-745346B8D0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9910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398BA6F-D08D-B6A7-2F9E-AEA89E365FA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801AAE-92D3-8476-56CD-868C4C225A3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Golf Slot Watch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57300FD-FF75-917D-7A2F-1D9E71071A9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92CFEE6-CAE2-3D8B-57AE-C917AEB4348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3FE30E7-E787-FAD2-D5C4-242F11A907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657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9CD2C9F-B12A-CB31-B4D9-5082C811497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81A39D3-0B78-EA68-9D52-2036BD4662B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9B1B0E4-9003-9A7C-71D9-F87831F36EF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Golf Slot Watch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ゴルフ場空き枠・安値・天気通知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golf slot watch Domain candidates Confirmed domain: golfslot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D67008-FBC7-934A-0D68-97C1C8E26F0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794379D7-CAB7-92F6-D4A5-0ECEB7FBC3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647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7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D7E3E9F-B513-5FF3-32AB-1642D4FED07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F11EEE-974B-420A-DEED-7BC6322F5FB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443C38C-6F7E-5B87-127C-39C57172D3F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2C529A-961D-BB7F-6625-FF3A00A7791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82BA7CD9-9C40-725F-DB91-725C89B7C4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052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E3D9417-9C74-E2D6-45B9-8518D0EB8B9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9CB55DC-CB38-C555-1C7A-C0D06836ABD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6784A21-2CDA-3F10-DA08-639CC700F41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E73181-235F-BE57-3067-9B6C4BFF2F0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5B0299B-6E7B-4164-8F99-A4BF9DFAC4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4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B27AAA7-284F-7E12-C15A-BDD8E8BBC2B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329E61D-6BF7-A66D-6BC5-538C3005CD0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949F838-9353-AF85-BB86-2D5E6C3E3FD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F08219C-F3F0-8689-04A3-31880B46A98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CB1EB102-5160-1116-5740-F4880A2DC4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142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8DD2A18-3359-031E-3ABF-8BB2113D492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498147-20FA-5B39-4F85-34AD030EB94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3920053-4D32-8953-21FB-0EEDCABDF449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https://syunnjack.dev/articles/golf-slot-watch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714591-EDC1-3927-3223-FC1BCD890B7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2B19E5A-663E-6EFD-1D0B-E6874B1679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34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2026-07-30T06:32:10Z</dcterms:created>
  <dcterms:modified xsi:type="dcterms:W3CDTF">2026-07-30T06:32:10Z</dcterms:modified>
</cp:coreProperties>
</file>