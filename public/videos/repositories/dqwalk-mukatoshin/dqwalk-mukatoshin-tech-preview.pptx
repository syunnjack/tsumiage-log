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016839-3988-4AF3-B8A6-0CCBD405DC6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12E7225D-AF84-2582-10B6-7CEE67F6EF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8BB1475-B6C6-1CB8-E6B3-2F955B05DC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73DC13-68B4-4392-81B5-A9F927C5A546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BFDB56D-BF93-CB90-01B5-C0FED12FF7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DDA0A35-7B20-A298-6AB3-AFD43E01D8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A46A8A-CA94-4CC3-8097-27B51B6BF6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137776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4C7C064-BCE2-2AF3-E551-C90B632E71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138B3C4-9D10-DFD4-F9E4-E3B154C326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72DA424-C9B5-2247-076D-669EE739BF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73DC13-68B4-4392-81B5-A9F927C5A546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041B71F-EB40-13A6-8C11-46AA5F7B1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BB0073F-8F58-E506-837F-05B433893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A46A8A-CA94-4CC3-8097-27B51B6BF6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015096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7774182-AF44-DC5F-5E0D-D7DD7E6BE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E63E591-2109-F120-C122-C17556BF95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A0A3B7A-982E-1400-745E-E315D68449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73DC13-68B4-4392-81B5-A9F927C5A546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90DEA65-2B79-2604-6D83-1563F390BE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3530582-5E8A-E612-1B3E-16B2F7DB9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A46A8A-CA94-4CC3-8097-27B51B6BF6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869411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4D4178E-B53D-302C-7F9B-4A6F82E6B3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099F67D-132F-1EE1-4E82-9E0865836D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5699F82-697F-2556-C584-C3BB98BA864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AC91A80-EB69-8314-3EB8-B503F1D47B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73DC13-68B4-4392-81B5-A9F927C5A546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A37BEFC-51D5-4AED-C9B8-5A9F0CB9B8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42D7B6DD-EBEE-4C45-9D2B-A469A22D57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A46A8A-CA94-4CC3-8097-27B51B6BF6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601211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9E203B7-EC72-1C13-F197-AB97FD5726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EA98688-1CDC-7C85-BF93-5E3D52E2AD7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25EE2DE7-05FA-A979-3F06-CCEBFF7A45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242CBE79-F560-0EFF-3AC2-7CC15275E2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1AA628C1-F400-8751-1D67-3391AC2604E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813326E6-3D16-DF7E-021B-82DF1104D2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73DC13-68B4-4392-81B5-A9F927C5A546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BFD21D8D-828C-D630-EE69-BB8C9552FC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0CFC1FAD-BD04-8473-9B40-395CB7AE76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A46A8A-CA94-4CC3-8097-27B51B6BF6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141725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D084D1C-07F1-EE42-15E5-6B850F990D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060F936D-6B31-B87B-640D-4981D5E04F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73DC13-68B4-4392-81B5-A9F927C5A546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11BDC1C5-8209-B090-8228-280B59ED5B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86BE35B-54C9-FAA5-1352-2CEB55DF18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A46A8A-CA94-4CC3-8097-27B51B6BF6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506545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E95B3636-3025-9702-3705-D385CC5AD8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73DC13-68B4-4392-81B5-A9F927C5A546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B99C19C-AC81-5300-B504-C15DBA82E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4054EA5-58B2-3A16-761D-071C266CEF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A46A8A-CA94-4CC3-8097-27B51B6BF6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981333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3AE5DC-9636-9C13-3B6E-555CD05BE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7D67844-FC76-B7A7-73F0-2FFC48D616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55C282F-E9F7-93F8-1DD3-9F7C3BAC6A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FA9E944-5845-100E-38A7-9F28D8F3DE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73DC13-68B4-4392-81B5-A9F927C5A546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81EB15C-A429-69A3-6EB3-14E33E9DE8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1404FFD-6EFE-3713-D6ED-AF071B11EB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A46A8A-CA94-4CC3-8097-27B51B6BF6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730546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1790BF1-CEB1-AA40-8560-F276D1BA1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62001FFE-3FBB-F354-668D-54C6B525C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0D3B052-89C8-3E76-96BD-B48F1541C0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07795F56-77A8-B451-5B1F-B9CC45B16A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73DC13-68B4-4392-81B5-A9F927C5A546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79FE0CA-35C2-1D84-FBCB-BD03446DF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9440F01-B154-B87F-98D5-453BD58FFE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A46A8A-CA94-4CC3-8097-27B51B6BF6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572673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F0A7994-DB08-EE93-9DCD-64BD71D0F0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1739991-1987-B92E-1589-701CB8203B3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113DDEB-6D7F-472A-2FCA-175A4564F6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73DC13-68B4-4392-81B5-A9F927C5A546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41A20A-E9C3-9C3F-DF54-01C2533A15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A0AD36A-5343-61F6-97A4-9E6C0B27DB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A46A8A-CA94-4CC3-8097-27B51B6BF6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782937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3F9BE65A-0718-11EF-ECDF-5D40EADC561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F63477DA-4CCC-A24E-D8A3-C1828A4633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AB9BAAA-FCFD-EF6A-8795-2927DD8625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A73DC13-68B4-4392-81B5-A9F927C5A546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2BEC9C3-D338-3D8C-6CE9-860C3751A9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70030FE-B49E-F762-0FFF-7BFAA3ED05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DA46A8A-CA94-4CC3-8097-27B51B6BF6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708382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B83200AC-DD30-2C27-0F2C-498C992A1E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7921D94-A27F-9F41-2F17-B8447FEF21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86A4C14-33F4-AA90-2E30-7035F5363D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73DC13-68B4-4392-81B5-A9F927C5A546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E69DF06-B92D-46CD-08F3-969B850F2B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C3B324F-0D36-6B3B-B492-1A0CBC73AC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A46A8A-CA94-4CC3-8097-27B51B6BF6D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057519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F271A0C-276D-B77E-0040-CC0BE4F8A2B0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559E040-6DB9-CF62-BFCC-D100996E9799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Dqwalk Mukatoshin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520A25D-DD05-5D7F-B17E-DCDC0432DC2F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65FBC2D-E8A3-93EC-BF39-BCD8D481A8EA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28BD7612-443D-9DC0-C12D-D2938869BBF4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486628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62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8B62BA2-3D5C-D879-7A3E-BA9B2AE0F33F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506BCAE-586D-B891-4120-0C1FF2A55146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3F5BA82-125B-412A-C6E9-F0185B97EC15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This is a Next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322636A-13EF-8FB3-ADFC-A4037E063529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CDDB2F51-9831-0813-593C-492967FFE3AF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286633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5000"/>
    </mc:Choice>
    <mc:Fallback>
      <p:transition spd="slow" advTm="5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148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3287D37-1071-091E-DD8F-451C71D67EE1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7F700A6-25E6-392B-EAF0-E293E10FF360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AB15DF2-CEEB-5992-C93C-9E28AA432B33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TypeScript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CSS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C851319-2CEC-0DF3-2A4E-BAB1A6D320C2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7CAF3A4F-DAE9-6B1B-664D-39C976E51097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026747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07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A285D23-07C6-768D-FDB8-052DE9FBA9F3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5CC5DB6-2793-72A9-FB34-82042B3788A0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D2C66FD-6449-6CE4-430F-8F6B67B560EA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AGENTS.md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CLAUDE.md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README.md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3A2F1CD-246A-B630-D5A7-0CD73B3D69F2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088700C3-B094-E71E-A525-71BF22EE6E50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097455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0000"/>
    </mc:Choice>
    <mc:Fallback>
      <p:transition spd="slow" advTm="1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18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6AF1290-971B-B785-F86B-8FEDF5813DA2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E95EF91-90C9-E617-201C-690826176C25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DE1067F-7A8F-6417-90AA-B1452F070CBD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Initial DQ Walk free-to-play / auto-battle composition guide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75FDC97-021B-29DB-6C33-78272C6540F2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AE268EE4-E7B1-3F55-B0C9-B758DED9ADB4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698558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9000"/>
    </mc:Choice>
    <mc:Fallback>
      <p:transition spd="slow" advTm="9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08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0C86DDE-AA92-C49B-F61A-406BBBC58559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8775E74-889D-069E-D2CD-ECD232093231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AEE8166-1FEF-5AC2-8E16-1B6E64E54F1F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https://syunnjack.dev/articles/dqwalk-mukatoshin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2DA4C0FE-80E4-BBB8-8B52-04D1224E5270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C1514FCA-F4F1-F8DF-F846-F2066EA6F974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719310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156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2026-07-30T04:29:52Z</dcterms:created>
  <dcterms:modified xsi:type="dcterms:W3CDTF">2026-07-30T04:29:52Z</dcterms:modified>
</cp:coreProperties>
</file>