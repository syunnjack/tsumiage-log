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E7FA8-238B-2FF7-5C88-01124A06B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E3189D-C2DF-1EAC-33E8-0C0F6D4AE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AC2726-78F4-52C0-83D4-B1EEC462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541B51-FFE6-2264-4ECD-DB3A47BB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F26108-B480-84AC-8F8C-5684A87B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90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282582-444D-58E3-9B85-41BA5A6D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30AD73-F9AA-898A-BCCD-7CC76818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22031-CE3D-5667-EB9F-C1A16203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817BEF-906A-3977-FE75-44048D5B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FA012A-A0B8-11B1-CDD8-7F75A878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06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5E622-74BA-02C1-AE87-4D033671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752429-5FB8-F777-D5F1-45FE6F5E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BDC955-1742-90FE-B181-CED60F5E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6D039D-71B5-1FF1-A702-9F8A2E68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788109-E481-3F8C-C673-0650C7C8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79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C0752-A3EC-C507-B4CA-CAFD21C1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C7A02D-3566-E655-95F6-34D00F920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32CDFE-EBCD-7189-565E-6ED9E9BC7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12A462-D3AE-705C-6F40-7AE2B69F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1A6608-6882-AE9D-11DE-47FB90DE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6FE5DD-2123-1597-427F-51B434CE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0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ABBACF-28A3-4405-4799-F31467F6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75C7A8-26C9-9325-0FEC-133E43001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DEF91F-5D80-9736-5D27-07F8BA385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3328A85-7C37-6D03-E1DB-FF995D2BB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670AA4-08A6-555D-4AB8-CD29A7557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38C81B-3753-F24D-88E5-41B12715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86B7E2-A1FE-893C-4DD1-7C1C179E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832AE1-E9FD-4623-F5FF-92B8F00D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99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876C8-C372-1A83-F016-15DD8DEB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F00A92-FEAC-D340-88CF-250A67D5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B8A0B22-0938-3288-E443-0778DB43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DBB700-D145-3950-3402-70BBDB7C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38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EEEC84D-40AF-8440-52B6-E86C8EEC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036EA7-E5DE-0417-D054-16C676103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A3652A-1978-BEE2-D86D-B7BBF785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73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E9958-A053-FC6C-C0A3-5FF31116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C9B74E-1958-03F4-0069-C9AEB64AD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4A1E3E-573F-8907-AB80-90D397AC0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A82DFC-F7B6-C5F8-2B01-05B0606C9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DB2CDD-0DBC-8F42-C979-E70D7058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481490-204F-8B58-07AD-A65B19FE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207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007ACA-334C-22D2-2813-A17BE036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7D0791-F2EE-5CC3-AA7A-CB724F0E6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629BC1-02BC-5D93-260A-E117DC711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0B128-742E-9CCF-B11F-304D6376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804984-89DD-B08C-11CF-F19CC8D5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6C307D-8F58-011B-2610-4143AC75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86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6E9827-AC92-3D16-A3DF-42733FBF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46F90E-7030-B51D-FC81-22087773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06EBA6-2ED3-0229-BE95-2CCDBB6A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D7D626-3078-70E5-AA2A-EFB95E81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5EF285-7CCA-E47F-3294-A07443FF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70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F81A02-1476-16CB-0DBE-34AB59559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D5AF6D-3F8D-F2C5-466C-70D446339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99D4FD-5D5D-EECF-BC8A-F3B99B58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6D2C47-819A-8D46-6E6F-C0D13C679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CAD02D-1915-3E90-1CB3-11ABCB3D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53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4152443-671C-E646-2F56-A7D010B6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D56789-4B8F-2028-BAB4-D73DF8FC3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9E9944-9CA0-895D-52BF-5CB2198BC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0A80F-0EF2-464F-B51E-5ED015D5F8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0112AB-FF90-81CE-65D0-1B72F3EC0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1EC924-AAB0-1BAE-7B8C-90D1FE993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7A44D-E996-4793-A24D-44D77AE50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2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90574E-7FAA-D3F7-0D42-648CE39A209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48A695-4027-C135-4ED7-7B9E7054CE7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dqwalk-mukatoshin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FD56F9-C41B-F3E1-D5A1-7E902B03785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FC33E0-8CD5-29B9-27FB-11C1651C55D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05DD792-6BB3-FD98-14D6-AC377AA760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32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2CEE62-F1B6-3E8B-1334-0F267E5CB3F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148623-C226-CAB9-FBBD-6E5687CDED8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4D4C1E-C917-8CB3-3699-5C2AA729C8E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4EF0FF-2376-D350-1E70-C9A370322EE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54E9E27-2338-4190-1A3A-F8C5BBBCA0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13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1D2E96-F6CF-9950-138C-FCB3AB7CF02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DF5181-CEC3-9E49-3AB3-06EF67E1ED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E446CE-3DD0-F787-A363-73D4D821702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9D9D13-1281-7F4C-3F1B-4B8F2025B39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4C5D349-9A57-E538-10F0-556378F557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22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858E63-4CA4-B8AC-E21E-394C781D38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3A5139-DF0D-BC1E-CF31-FD6A68E49A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41E7082-DD34-10E0-49DD-79D4CADA3AA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56151D-5700-AC7F-FADC-282154E362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268C992-B6D0-FA4A-D3BA-448E79D389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67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DE44FA-C995-C326-8F3E-ABF4F4108C3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C507C8-1FCD-0833-8D5A-321806E1D6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CA8658-4B2D-E18B-1586-D2CE89306DE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4B3948-8D34-030E-5340-D53A9D8FE58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67B4F55-D3C4-0621-5AA1-D4586397E5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64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B60B8C-B57F-CCF0-C907-E0AF4236871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AD6581-3603-4429-DCEF-B7F78C0E56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07DA6C-CF3E-79F4-97F2-A819BD628D9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https://syunnjack.dev/articles/dqwalk-mukatoshin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627FEB-E997-BED0-6EE3-04E1B541E6C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FDC7235-EC83-3919-2900-2144C3DE71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50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2026-07-30T03:53:43Z</dcterms:created>
  <dcterms:modified xsi:type="dcterms:W3CDTF">2026-07-30T03:53:43Z</dcterms:modified>
</cp:coreProperties>
</file>