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D20AF3-153E-5883-F3F5-9824F61B2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74E7FCB-8979-A58E-2BD7-C9D74BDBA7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A25614-235B-5629-8248-3B89F2370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B3DD61-9A90-EFB7-C3C8-E508B6AAC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D10CDF-4869-F625-8D73-2CEA8596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8798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1E47D5-E6F8-7E00-E1E3-4646C7767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83DF6-C98B-F9A8-531E-3B4E29210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A5B273-21C9-2E3D-8871-09714C36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C787FE-A2E5-9D74-FAD9-9A7FD2EC1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838662-D287-2DFF-108D-D5FAB2941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6821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05C2C7-391A-747B-92C8-BE7DE02FC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CC723D-5198-4A22-716E-D7DC24016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A0A234-018C-294A-1688-1A70907D9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034D4F-06FF-87B4-6369-2E3A01F3F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755961-57B4-B231-D88C-D2ED7F67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3304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2C114-F464-ED71-183C-B4ECE895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ED6F32-786C-8769-1A8E-119DA6DD9C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F8C74F-5C92-245A-4E9C-AD517C9CC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D53D6F-C912-0130-3FB3-A1D428F5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9E93D1-E177-AE46-E989-F0D085BF9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E65692F-0AD6-1575-7534-824E73F57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7973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86106D-7EAA-6F40-0A74-70DB8EA80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5C849D-BCD2-C9EF-58AF-266858E326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725D34-3A5D-7E18-EDAE-D66B7C188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1CB37E-97AB-5ED3-4E5C-D6B2DD7A55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A5CB7AD-28B7-A5F5-3DFE-47897EFEDD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7854003-EF64-23E5-4FDF-C2FAE84BB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AFADA42-785E-EDF8-8FAA-7A57F9832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36B0BA7-C224-9DDF-2BAD-62796CB9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45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5F323-28C3-9520-83DB-EC2A9D1C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42686D-9A17-807D-EA0B-7F361F580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C73133B-5D06-EE34-DCA8-5C8986BA2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024382-050B-901F-D2AA-01868E78C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6390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81A8D20-355F-2063-C5A8-77C41425D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5786FB3-92A8-6C6F-B581-239C8D8C9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00EFA6-C4CF-2B54-535B-C3A40D3B5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37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94B2BA-5F45-4149-0E01-3087AF1EB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A1A0114-029B-8E43-6876-683DACE50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0B9A3C-F54F-9FFF-DE4C-28E1908DA2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4D9263-C59D-276B-155B-EFFB32BDB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C4D1C1-84B0-4279-9B7C-9323D8E66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EC4A30-99F8-57A9-F035-C9C7E37D6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010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B03609-8F1C-9CFC-0979-E59D4D3A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A005D22-535C-EA62-20DD-F90249519E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89C2CC-3CFF-4375-79FC-9CF021ACF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DF4C6C-B406-E686-4015-D388F4D5E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238577-70DD-98FD-7FE9-6E5CD0BBB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DA6FA5-3827-EBC2-FF05-99BCBAD2B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1045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7C59D-EA6B-DAA1-A026-E734FA211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E689A4-0F42-0CF7-91A8-C14A065E3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7E22D5-B67A-2226-D2CF-504BDFC15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9089D0-5B75-600E-CC35-29F83ED7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30422A-E87B-E4BD-110C-56D896D56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892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220FFA1-F9D9-C98F-8434-2F0C5D9770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576950A-AF38-257C-494E-E56F947FE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4B9B7D-6A00-11D0-F49C-B8B3F85C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F279C7-1731-05CE-B364-EB6E67C95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40E998-5A68-8BCC-8D06-AB894B8D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375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3D9952E-D430-A487-A09A-94A05D9A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48D6C0-699E-7488-4C7D-A367D432F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FBBA96-433B-3ED4-D515-27D2AEF069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2A9F25-9FF8-4956-A5C2-83668A227A81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D96F29-BAAA-8F35-E790-6AB247EC99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E39396-EEBD-3B1B-839D-A0F2C549EC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DF39D3-CC7B-4462-83DC-337DA529A1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788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1E70A0B-C079-1905-C723-FE08C15DB45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125725-69C2-18BF-F50B-1433D7332C2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Akira Special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4DA65ED-50B2-96D2-0548-485A9AC91EA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AF8CB4-05D6-B028-FD4E-5899027C26F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58551B90-C9F0-37A3-D0A0-4463CC1E7F9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2076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AB290B-6CCC-442A-DE84-489FC08885A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6CB574D-79EF-5DA2-9E27-322EF2775B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84B043-DF38-9708-56B6-04E63AA60C4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Akira Special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の目的、構成、実装を公開コードから確認できるプロジェクトです。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4C820D3-7D9B-22AD-FA23-8C07C4928D8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AD690C8D-9E33-2AAA-6052-C5B3A0F407A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8369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D8CFD92-16DB-2075-A293-D2A3784115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D471A1B-FFEF-873F-EF9C-D3FA5C54E5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C8A2AC-22D1-24BF-E7ED-1179279ACAA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AEEEAE-8B5C-71FD-E1F2-768C7843281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3F63154-5AF5-1171-3E27-D3701501972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509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71D8D7-8F1F-5B94-60B4-82F1D162CA8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7664047-46E4-6923-4AEF-945AC90B9DE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89D3E1-698F-B495-53E0-717E3313A69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478F1D8-C69D-B8E3-2383-397FAF7D32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EB02A0F3-8449-21F3-344D-C4B96EFBC9C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5005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DE3A51-641F-D0B7-4A95-DC31D08D83A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0E0FEBF-C483-69F4-3AA4-8F5D359268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207110-9554-9BB3-8D79-E88D33455F1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直近のコミットでは、構成の更新と保守性の改善が行われました。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8DA428-F435-7D36-454A-A0C2F21A3E7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E841222-8943-F45B-F3A2-9BA7E01F7B2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716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3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15C89B-B602-6113-B1FF-3CAB9836B9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248F7CD-0725-F58C-9DD4-217B66DC5E8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0DAA49-567C-8768-49DA-7FBACB6FBF2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https://syunnjack.dev/articles/akira-special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94DD7C-7536-6205-C9E7-90581E86BB2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BD1603F-7572-0E5C-8929-1FE36CC1D7C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3221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2026-07-30T12:46:42Z</dcterms:created>
  <dcterms:modified xsi:type="dcterms:W3CDTF">2026-07-30T12:46:42Z</dcterms:modified>
</cp:coreProperties>
</file>