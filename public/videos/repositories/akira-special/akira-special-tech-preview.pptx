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B656CE-41A9-E5CD-1BFC-CCA9756971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62079BB-9671-D69B-9BBF-187706BEE7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7BC618-286F-A02B-3D03-504EE1DFB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D5414B-1A41-B3C4-38E7-79D7D9DAC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A8C257-AA4E-7188-F5DE-95D46862E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050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FD83AD-8517-EEB7-9EAB-89ED764DB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FB61A7-7F16-33ED-D814-1998E8F986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AAC4AC-5DFF-D8DF-F421-7725DA726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9D0F9EF-FCE0-C6A4-A5BC-831459D6F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6B0243-EFB0-868D-9499-A9BE595A7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5852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112352-7D9D-59D9-8B60-F37671025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8CC26D4-62D4-564B-2E9C-13268E7984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D2901B-CDFC-0731-0D88-5BD84E5C1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39A3BC-F562-C3E1-8AB0-40AE09DBA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960823-1041-43BF-A5FB-B722607387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3800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E3E5A-4075-BB4B-2010-7F31E8977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DFB532-0349-ED30-AC3D-E4D2FB676F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41D9EC7-E1F8-E1A5-F0B7-95BE602A9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B6BD6A-2156-103D-4D6C-294986D52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3969E-A7E3-1154-C013-A71FEB348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0D3419B-CE49-6921-C82C-555890B35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6387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159D1E-AC09-644A-5BAF-DBC958797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172B0D1-4ED3-8F73-EB9E-FBB6D0AE5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9997570-B299-1FAB-B44E-E2F650C45E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135FFD2-4BF5-C7C6-F8C3-4FF2AD4A40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27FC2A2-0884-7263-BA89-539A564E8F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FA2DB7-7480-F787-926B-B8AD8280A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E3050ED-7568-B1CC-1EE4-E984354856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70D0AFE-5609-88DB-F4F1-AD8BD8B81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1203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D15337-ED22-4CEA-258D-5EA706098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48F60F9-853F-B81D-26B3-BE9E40994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40A11B-E48F-16FB-5182-CC55ED838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8C3B8C-E79A-4470-36F5-67808C7E4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9346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7642134-3BDC-ED53-80DC-D9D36C0B2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72974AE-E3D8-63CB-3AFC-B38ACC68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3F55AA6-02D3-E2BA-1C3F-9568F8A30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725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340D9F-CF29-03E1-22C1-FE00175BD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6E1FBC-3F32-0F67-410A-26188EDB3A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86E25B8-92B7-62FD-0861-5D0BC45014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519DEB-9A85-E5DD-4E8E-0FACD0287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29759B1-32F2-B488-979A-079C2FBB8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FAF6637-DA6A-B13D-8E98-F1F01B8C8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719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A93EAD-7BA6-1087-098C-000C67C26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4B0F6AE-0415-1338-650D-47D7364503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7161E27-4867-B211-40DE-74B293BD2F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8C98F58-B227-3B43-CF4B-EDEDF93B8D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1DEF92-0D3F-2E2A-4227-835036E23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ED9BF16-F8AD-69E3-FC62-8E5F14826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674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10F013-313F-09AB-97DC-0D6298B8B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B251BC-BDC9-3944-845B-076B173FD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6C96E6-9393-EFF6-66BF-7DFF6E2FA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BDEAD56-2511-7AC6-3A6B-5D83E4086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963F3-BE2A-C868-41C7-17FB2529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55070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7548C36-5F89-74BB-B358-E03AE9C382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5C6568-467A-0A9F-1BEA-48C4933CC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122028-8C9F-6A37-4829-1FA50ECE3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15DD08-89A1-6990-7952-CAE396B1D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592F12-A227-63CE-54C8-916AB1A45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9889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603BE8C-DDAC-5227-A129-7767DB232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30FBE31-14B0-F674-C6EA-73E042ED7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7FAA381-B44F-440A-DB5C-35BD7DCCFE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398E8E-E6C4-45B5-B268-4B5D9A817247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485A70-80EF-BB19-E137-AB5D2A888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7ECAE10-DE96-D6AF-A033-5E7AEBEE72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13FFE0-42E4-41C4-B6AA-0447AC4C26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46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2723B92-4836-EEC5-0A2E-3620ECD1213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BE71435-A789-B55C-D8D6-20F1E099A9C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Akira Special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232915-B138-09C3-F354-89086C86236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9AB9379-79B2-CA6E-7F22-97622E0AD32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B8228EB9-47EA-17A8-21BB-EED163175DA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2330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33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EA8B07D-0178-745D-FF0B-CFA4439AAEB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1F3320-E149-AF2F-1FAD-F00A5E53773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6537DED-02EB-FDB5-3EE8-34B810E5620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vinext starter A clean full stack starter running on vinext https://github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88A5CE9-7C46-52B6-54F1-911C74A9AD0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E94715E5-3669-A6A6-9EE7-D39F382854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5944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0F9CD23-B23C-4B43-7F22-39CF0AADA7E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A121022-87BB-2BB4-208D-9CF98BF2264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9C3FE5B-9B01-801D-63BA-57398224577C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AA86F6-CB7E-5860-680B-EC858706C36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9B6E10A0-CACE-4286-5A6B-9E0FB5C9164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1589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60D4A0-7C3B-326D-BC45-97C9739FDCD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EE8650-5244-3C08-43FF-7A8C4C0CC9E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F92EB68-6499-1E8E-01C0-E9A939017B0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18DAF41-452E-A4D2-27D0-5798C4FE4E1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F7CD9E9-AFC4-E298-F468-38F614BBAD9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3223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812339D-4806-CC4D-B022-53288A4D68F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5416777-0FB2-A40D-D158-53FF7887889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747F54-27EB-427F-68DC-EE61FCF8A89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Improve beginner arcade-stick UX in app/globals.css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545D931-E050-B550-551E-3C5927B93A1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F327351-2153-ABE2-CF85-43F7959912E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7497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9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29B1977-18AF-98FB-8ACA-5BF41AA8F90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E6D21A0-AF11-7432-7F1B-2BD8071C18D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0FCF395-70A1-F184-C030-99856634C240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https://syunnjack.dev/articles/akira-special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599E858-95B9-7426-115D-BA8040758E2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BF262257-1509-6409-A94E-6825879A23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7520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2026-07-30T04:27:23Z</dcterms:created>
  <dcterms:modified xsi:type="dcterms:W3CDTF">2026-07-30T04:27:23Z</dcterms:modified>
</cp:coreProperties>
</file>