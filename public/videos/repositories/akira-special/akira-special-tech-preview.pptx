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59F1BB-F487-D1B0-A887-F0C4DD91E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A31DA5-4CC2-34D2-E093-E47067187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BBFA31-AA13-1511-132B-1D0E3DDF3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EE5C3A-D4C3-1B4D-79D4-BA6B8D2C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4F342E-35F4-CDAF-A484-CB6C5846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28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543C6-4138-882B-73F1-2DCDF0B8E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0C32A9-0C87-6439-74A3-226AC8BE7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6653F8-20DB-252C-8A28-A9FAC3BA0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CE02D4-0DA1-017F-4EE7-55238D16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716C2C-7768-2703-E093-98865F78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13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BEF4B-E02F-55CB-3BF5-3EFC004CB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8B84F9-D6FE-B9C3-A513-8578A1F52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EDA195-C3F2-A7C8-1B4E-5F93E81C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BF8AE3-BBDA-B1C6-1623-0C495E2C9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181A3-64E8-E340-F706-6F3AF605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30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01DE6D-097E-282E-60D8-978271E2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EB7B1B-A296-5F46-B8AC-7D4258930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0F6B52-76DE-7878-D1DD-38EF3519E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E049D8-9E97-94BB-D369-82893038E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461CB2-8787-C49D-F833-B48D8DB1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0A1CDA-EF40-2986-C2E1-8601C81C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70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CD004-9C72-3977-A959-B6C07227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EE040F-946E-4C55-99DD-9AA8AB1B4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FE6D84-FC6F-4F7F-74D3-E8BF64BC7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D63AB93-DFA1-CC66-C0A8-32047AE99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067E3F-2964-3ACF-5EE7-4FE9CE359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5D7F003-0F35-A0C1-7457-1FDF99C35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A294C45-20EB-3B01-B007-DDAB38350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018244D-F76D-B0D9-80FF-81A3995F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593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29E979-E0FC-F963-FFD2-9A6F3FC9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C6005E1-B9D0-2861-CCB0-69B633B4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B56977A-4E3F-20B6-901A-7160FB60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775DCF-AA65-9315-E553-7C36CC1C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07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B5E1B35-2BCE-9FE9-0F29-9F53ECD38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3CCCB88-9A79-16F3-7F66-5EAC6214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77D565-D55C-E9CA-5075-BA007C608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349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F787EE-38B2-9C74-F88B-17037A29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B59C0C-7901-6402-1926-4594FD092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4B3DC8-7C47-E68E-105B-6963248AC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BB1EF8-9F4A-3376-1795-9B24E4C90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570FE7-7600-2900-F90D-E09384EC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3FD650-262E-557F-01AA-6B83562B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798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68BA0A-6C05-5205-BD7C-3FF12377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F99EF8-EE0F-F26B-6E61-32DF557E1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3BA6D8-AA5C-5194-BE3F-5708884C5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2F5845-B597-0AE9-C0CC-E8C5D7A46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4C4BCC-FA78-9223-E885-AEF225C2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6181B7-5C9A-745A-CAC3-3B39E9C3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287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ED558-606B-A766-0025-44063649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56B180-077E-85C5-E09C-90DDA06B9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A10F0F-55F6-CD4C-82F3-D9F27F5C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CC3AE0-A7E5-11B6-0F20-EF83F3C2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B3BF74-0C50-19B1-E1BF-C2842EE6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73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73FEE8-ED66-06A0-B928-F874C4C93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C42ABA7-7BFD-B8CA-320D-666E808C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0C7CD4-AEFA-C513-9992-1B2CAAFF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F7E0B4-434F-76E5-5EB5-C09CE8E9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A3CF70-CF43-8ADD-4777-3F790EFA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96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4E43B85-C07C-966F-C125-322622B5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E62BA0-4306-CF04-8E60-9A326FD80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EF3DFC-2183-E9C7-81E6-B0954AFF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12680-44CC-4CE7-BD28-AA82A0A324C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37C715-848C-B4C1-0E70-DAB1C7FB7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4B776D-3231-0F67-CDB0-994CF2397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65095-4EB8-4F68-B4CD-F834088C81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4082C1-54B7-8E74-F0D6-F731724822D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9F52AB-3E09-7429-66B0-38DD7230E83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akira-special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A9D2F-7FB8-213E-6DED-66FF6EBC356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6D1996-55BA-8B13-BB1B-73FE32C1A17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260F333-9457-DF31-06A7-1DF1E4B0D9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70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403EC8-B0A6-2CAD-67A9-92545A8794C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BC7833F-497F-5861-95F5-A9BA65102D9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5765098-13C2-59C1-3F20-A335B55602F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vinext starter A clean full stack starter running on vinext https://github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56F1CA-68D5-2684-FED4-EAF822A3333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2992667-92A4-8A06-074B-1727C55E85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13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BFA867F-39E2-5CB4-DFE6-0789FA21884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B6C8B9-4C41-FC34-4ADE-69859549872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3012371-2910-04DE-598B-A0121CA414E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AE45F2-62E5-041D-3055-0673D81177C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84C965B9-93FA-0D5C-CF56-24EA8DC7C4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3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038370-7A74-7BCE-F06B-B9406FDCBB6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0EDBE4-7C35-3398-1B1A-931ACC706E4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14EB4B-2C9B-D1E9-8F50-EF6BAB3D06D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445C5FC-31F1-E7AF-057D-F0C0F91C380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4903A7D-61E3-568D-43D4-31418BB814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38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A8051F-01ED-A800-236D-ED12D35E1D0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C3886E-876E-B722-216D-94A79CCB47B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0E6F70-BF12-5C8B-7E9F-0C4900D8333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EB21BB-0868-3836-7ECC-CA7A5C5716D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8D807139-0571-76DD-00C5-DEE3C5527B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01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7F5EDA-3373-0FEC-4112-D01C3D5426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C858DD-22C7-DC09-2D9B-F23AAE56E3B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15081C7-0D49-D99F-8674-6994FD9EE24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https://syunnjack.dev/articles/akira-special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5E0152-2692-A13B-5C03-3775F4DB502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6B1167C-0930-7E7B-166B-0D9F0A9B27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96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2026-07-29T22:13:21Z</dcterms:created>
  <dcterms:modified xsi:type="dcterms:W3CDTF">2026-07-29T22:13:21Z</dcterms:modified>
</cp:coreProperties>
</file>