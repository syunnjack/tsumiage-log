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35" d="100"/>
          <a:sy n="35" d="100"/>
        </p:scale>
        <p:origin x="996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B2BB9D-B611-6858-DF34-9A495620400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101DAC41-818D-B1F9-70A0-27925D5A1E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14BEF78-9C69-F1AD-6F46-630DFFB805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460330-058B-41A5-929E-057FBC60E669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D74EBCB-B7BC-1BB6-1727-90364B629B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5708954-2286-0210-6DAC-46E33C03A5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83E16-B3B0-4562-9F2C-FEBC5A07F3E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304447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9415944-CF08-61F5-5C81-992E1F8355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1FCDFA6-52FD-3D0A-2B61-9FD135BDF6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56F3B30-1CA2-FB20-A8CA-283777AABC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460330-058B-41A5-929E-057FBC60E669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388124B-AAC5-CA3D-F50D-5B85E46286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BAECA12-D58B-1FAF-52D3-5C1B8F5CF7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83E16-B3B0-4562-9F2C-FEBC5A07F3E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385151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7673CC3-380D-A2F3-A2B0-3BFDFB8C1F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ECEDB02-885C-E531-5AAA-B38C956CD5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C40B221-8059-D535-2C62-987BFD6BCD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460330-058B-41A5-929E-057FBC60E669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C977791-3C35-829E-40BF-9225E37792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6A08166-A76A-2E7A-BB3D-20D89D214E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83E16-B3B0-4562-9F2C-FEBC5A07F3E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860064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0023D63-026C-60E5-79C5-B3B8339A97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0C01EF8-CBBC-1CD7-7ACA-8D765F58102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92091B03-F0A5-B74D-CDB3-737FF0E02B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EB194BA-189D-82CD-1175-9130ADEFC4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460330-058B-41A5-929E-057FBC60E669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75EB085-925F-CABD-498E-DC7FA5CFBA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7895B5F3-B1D1-3473-30D0-E8335C1BF2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83E16-B3B0-4562-9F2C-FEBC5A07F3E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50148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F577235-9D50-AC65-FA49-1F0E41ECBE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E49B8FB-CE44-DDF6-61D5-187CBA251A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CF23B56B-5898-B17A-BFD4-A67BDF840B5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BECAF0DF-54C7-D89C-A950-5257090269A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CD962FB0-60D1-31C1-1F34-6E7BDFF9422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848A845B-3594-7713-5EE0-6C1AD5CD66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460330-058B-41A5-929E-057FBC60E669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D68B388-2E92-0D7D-ACC4-AA83EDF915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94121062-9F05-0D12-4AA0-C548BAAB5B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83E16-B3B0-4562-9F2C-FEBC5A07F3E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558086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E3A3423-F77E-6518-4568-C95B1FCC86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1ED322C0-3112-2D31-AF52-40714C2421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460330-058B-41A5-929E-057FBC60E669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FB4758CC-B78F-3D49-6BFC-4E73F7FBF3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53198133-8F51-1212-2315-DE6637D442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83E16-B3B0-4562-9F2C-FEBC5A07F3E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723587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9F3FFD7C-8E73-8AC6-EC71-BC3C6A2193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460330-058B-41A5-929E-057FBC60E669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9A8DCE44-B996-6C34-D104-19BB71CF10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B2887760-39DC-1F0B-6B7D-71A6D5A0F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83E16-B3B0-4562-9F2C-FEBC5A07F3E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023065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D2F0312-7B05-1F95-D119-B6368BB15A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6EF521D-EB65-16BD-F1C6-07984A944A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F426086F-6853-D8B5-14E0-37978D682AA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1A5BC1B-DE66-AFFA-4325-4B4F38940F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460330-058B-41A5-929E-057FBC60E669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2CF486F5-35DE-E6CF-9645-36C009472D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6224184-A268-6332-6EDA-16F42324D0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83E16-B3B0-4562-9F2C-FEBC5A07F3E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190801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6384A2E-CFB2-E9D6-9585-2438C7F3BD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95D115FA-38D1-2D0A-8FF9-772DCB03E04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31953229-ABE0-A671-AD3D-506CDFB335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6394F176-0E2D-F170-8CED-D192BA4CBB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460330-058B-41A5-929E-057FBC60E669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33159E3A-5ACB-F778-D621-0927ABD323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1FC3FB2-7DC4-E946-04FD-79193378CA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83E16-B3B0-4562-9F2C-FEBC5A07F3E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908092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9EC690-4DFC-D651-3314-2CE42D2B8D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3E98523F-F029-86FA-1E67-858E458D80C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D75262C-1C4C-C9B6-C0A5-2A6E01CF73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460330-058B-41A5-929E-057FBC60E669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39FCB7F-741B-3647-4A17-E24759B054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38F8CAF-C3B1-C15B-909A-509872B748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83E16-B3B0-4562-9F2C-FEBC5A07F3E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308145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CB62E2C8-EABE-A69B-981D-CB08CB788DB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DDBB0298-EFCD-3576-F86D-B9607705A1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F7ED3D7-33A9-AC26-E97F-BFBAB5AECC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460330-058B-41A5-929E-057FBC60E669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3DA2E5D-8793-20C1-F8C0-7ADC0777D1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4BADCAD-9EB1-D3A8-1D4A-B1B122FD1C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83E16-B3B0-4562-9F2C-FEBC5A07F3E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08404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A6D3EF86-F8AD-1A48-A12E-C2CB84A5BA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883261D-EB4F-BDB9-5F51-5C4B1D7C07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D41487D-8414-96CB-6DDA-3757D4C6D62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460330-058B-41A5-929E-057FBC60E669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AA47160-B1E4-A96F-5764-8A1BA7AD1E4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C254B10-A7B4-0C23-8ED6-02D0C7D0F2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5D83E16-B3B0-4562-9F2C-FEBC5A07F3E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000551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1.wav"/><Relationship Id="rId1" Type="http://schemas.microsoft.com/office/2007/relationships/media" Target="../media/media1.wav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3.wav"/><Relationship Id="rId1" Type="http://schemas.microsoft.com/office/2007/relationships/media" Target="../media/media3.wav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4.wav"/><Relationship Id="rId1" Type="http://schemas.microsoft.com/office/2007/relationships/media" Target="../media/media4.wav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5.wav"/><Relationship Id="rId1" Type="http://schemas.microsoft.com/office/2007/relationships/media" Target="../media/media5.wav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6.wav"/><Relationship Id="rId1" Type="http://schemas.microsoft.com/office/2007/relationships/media" Target="../media/media6.wav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83467139-DCDD-F349-37C6-B65025309CA8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BFFE1F7-3906-FF9E-BF2E-3290FA8BBD9F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Gyosei Quiz One</a:t>
            </a:r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の技術解説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F22BE777-31E6-2D5B-CEBC-42C64844C730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設計・実装・コミットから学ぶ短時間プレビュー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CCEB4C2-A64C-A966-6B2A-458ADFAEB877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01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1">
            <a:hlinkClick r:id="" action="ppaction://media"/>
            <a:extLst>
              <a:ext uri="{FF2B5EF4-FFF2-40B4-BE49-F238E27FC236}">
                <a16:creationId xmlns:a16="http://schemas.microsoft.com/office/drawing/2014/main" id="{66491CAB-569E-F8AE-5708-127719C8A916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945119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6000"/>
    </mc:Choice>
    <mc:Fallback>
      <p:transition spd="slow" advTm="6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302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83A833D8-90BA-B5EF-241C-F68C2DCC58FB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ABBD91C9-3AB8-81F8-9C61-C96FBC8E6863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このプロジェクトは何を解決する？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B2D15B5E-B8FA-D9AD-5ED8-E8AE6EE05970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Gyosei Quiz One Recommended repository: gyosei quiz one Confirmed domain: gyoseiquiz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AB8150A-DB60-5B7C-80A7-E0640FF50CB7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02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2">
            <a:hlinkClick r:id="" action="ppaction://media"/>
            <a:extLst>
              <a:ext uri="{FF2B5EF4-FFF2-40B4-BE49-F238E27FC236}">
                <a16:creationId xmlns:a16="http://schemas.microsoft.com/office/drawing/2014/main" id="{5C0AC8E1-505E-D78E-D864-149C8E60B05A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362370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89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BC6C900D-EDF1-D9FE-E6CD-12CE1C6E5C2E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DE7ACBC4-FAD4-093C-C272-D68A013CD382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技術スタック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1A9B8D08-803F-B2D3-7075-DDE64EAEC4F5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主要技術：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JavaScript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HTML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CSS
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役割を分け、保守しやすい構成を目指しています。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92B85B8-BDD1-8177-6F2F-E75F513E8C24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03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3">
            <a:hlinkClick r:id="" action="ppaction://media"/>
            <a:extLst>
              <a:ext uri="{FF2B5EF4-FFF2-40B4-BE49-F238E27FC236}">
                <a16:creationId xmlns:a16="http://schemas.microsoft.com/office/drawing/2014/main" id="{6F199267-69DA-2C54-82FE-555C95E4FC88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002871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1000"/>
    </mc:Choice>
    <mc:Fallback>
      <p:transition spd="slow" advTm="11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215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F650D0A4-FCBB-519C-5196-6A2907A49396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CAF6947D-BFD2-AA6A-422A-8CAFB1B6341C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リポジトリの読みどころ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176B80C-332E-7A9C-187D-B4F360558DA3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公開コード、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README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、コミット履歴から設計判断を確認できます。
主なファイル：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README.md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index.html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package-lock.json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13E5293F-B6E4-555F-D3CA-C9C30E810C6D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04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4">
            <a:hlinkClick r:id="" action="ppaction://media"/>
            <a:extLst>
              <a:ext uri="{FF2B5EF4-FFF2-40B4-BE49-F238E27FC236}">
                <a16:creationId xmlns:a16="http://schemas.microsoft.com/office/drawing/2014/main" id="{F647FAFF-14EE-EA5C-BF69-D45680A1DDB5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20749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0000"/>
    </mc:Choice>
    <mc:Fallback>
      <p:transition spd="slow" advTm="10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9670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6A6F45E5-4C5B-4779-C5D8-0E122EAF8F13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77916B13-026E-1E14-F9B8-3E3AAC0382EC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コミットから分かる改善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61B1500A-8032-1E20-B387-F0DA3DA5C827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Set confirmed custom domain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8EE7AC86-5817-F74C-5AEE-9EBA994ACFCC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05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5">
            <a:hlinkClick r:id="" action="ppaction://media"/>
            <a:extLst>
              <a:ext uri="{FF2B5EF4-FFF2-40B4-BE49-F238E27FC236}">
                <a16:creationId xmlns:a16="http://schemas.microsoft.com/office/drawing/2014/main" id="{1C964B99-E9B4-E4A9-82CC-4AFBD1F80827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261823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45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68770ECA-14BF-2F78-DD63-BFDBC45570CA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E94974AB-F804-F010-7C25-1EAAC326290E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詳しくは積み上げログへ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12C2A64B-40EA-6164-F5E9-F2E81C4E3C45}"/>
              </a:ext>
            </a:extLst>
          </p:cNvPr>
          <p:cNvSpPr txBox="1"/>
          <p:nvPr/>
        </p:nvSpPr>
        <p:spPr>
          <a:xfrm>
            <a:off x="533400" y="3429000"/>
            <a:ext cx="10795000" cy="101566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記事： </a:t>
            </a:r>
            <a:r>
              <a:rPr kumimoji="1" lang="en-US" altLang="zh-TW" sz="2000">
                <a:solidFill>
                  <a:srgbClr val="333333"/>
                </a:solidFill>
                <a:latin typeface="Arial" panose="020B0604020202020204" pitchFamily="34" charset="0"/>
              </a:rPr>
              <a:t>https://syunnjack.dev/articles/gyosei-quiz-one
</a:t>
            </a:r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学び、作り、振り返る開発記録。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4C7586A-73A2-34AE-2AAB-9689C60D637F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06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6">
            <a:hlinkClick r:id="" action="ppaction://media"/>
            <a:extLst>
              <a:ext uri="{FF2B5EF4-FFF2-40B4-BE49-F238E27FC236}">
                <a16:creationId xmlns:a16="http://schemas.microsoft.com/office/drawing/2014/main" id="{26EDD9CC-D38A-94B4-D631-B7F8FCAE5D8E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113289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42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162</Words>
  <Application>Microsoft Office PowerPoint</Application>
  <PresentationFormat>ユーザー設定</PresentationFormat>
  <Paragraphs>24</Paragraphs>
  <Slides>6</Slides>
  <Notes>0</Notes>
  <HiddenSlides>0</HiddenSlides>
  <MMClips>6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0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啓介 加藤</dc:creator>
  <cp:lastModifiedBy>啓介 加藤</cp:lastModifiedBy>
  <cp:revision>1</cp:revision>
  <dcterms:created xsi:type="dcterms:W3CDTF">2026-07-30T06:54:23Z</dcterms:created>
  <dcterms:modified xsi:type="dcterms:W3CDTF">2026-07-30T06:54:23Z</dcterms:modified>
</cp:coreProperties>
</file>