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31294B-3B78-BBEF-D01C-F9CCCC59D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184A69F-8761-4C8C-3D14-A7EC4B17E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212659-BAA0-AD3A-069B-CB322B6F0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BDD-7D80-4750-852E-DC532991A77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620E95-F843-A1B7-7443-7AA7AFE98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637BB8-1D04-7AAF-F9F1-3A5DF668F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3633-3BA6-4F30-8C90-7AD0190FE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4435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306983-3EF2-B62E-1C52-256CF280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529E2F-53B1-B754-525F-BBE2BD56B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5363E4-C86F-8BF5-CC02-1CDFD2043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BDD-7D80-4750-852E-DC532991A77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4841A4-8BB7-8B92-15B8-5FBF337D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33B231-5040-6F38-7FF4-ED471B328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3633-3BA6-4F30-8C90-7AD0190FE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2200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A5773B-5167-A148-4B8E-BA622CBD0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E5E650-3A2C-9AE9-F15E-7E69E0DE9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401FC2-0AEE-8755-7F86-12596AADA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BDD-7D80-4750-852E-DC532991A77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18C4C8-2A93-47DF-60BE-F63B90868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6F3C67-46F9-5B66-D59A-3AD6AD24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3633-3BA6-4F30-8C90-7AD0190FE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5697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6C28CA-1B11-4F9E-B6E8-7C9768067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1AD86D-172B-C736-193B-477755804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A221CFD-B424-4197-5E9B-0DD6BCC86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EEE6AC-C1AE-D871-EB6E-1F86D73B0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BDD-7D80-4750-852E-DC532991A77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5BA52C6-372C-E3DF-090E-4136E8B5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0ABB552-CDD7-9D5B-CF2D-305C0117E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3633-3BA6-4F30-8C90-7AD0190FE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0807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0C4390-7E3D-5DB0-AD1A-8C1C3942B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653F31-D079-A808-E677-B293AE94A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59DC534-7ED4-8604-F9D4-D51FDB7E0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186FF1F-A114-7EA1-D023-2C2056D8C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91C1321-E11E-63E0-7CE7-182589FB0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FBC511E-F7D9-70A0-2A0D-7C708C27D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BDD-7D80-4750-852E-DC532991A77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80AEE7E-8BCD-73C9-E692-9063A6692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4B78FCC-207E-649D-3675-DA9BB98B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3633-3BA6-4F30-8C90-7AD0190FE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792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880020-57E3-AAB5-192D-E8AF573CC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34859C8-EBF4-8379-D4E9-D59309CC6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BDD-7D80-4750-852E-DC532991A77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2DC7825-CD0E-1C08-0E1F-2FE01FE52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DEA8FF0-8AB7-141B-6DC6-98AFA0339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3633-3BA6-4F30-8C90-7AD0190FE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4057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B0C4CB-08B8-611C-3BFD-46EEDA391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BDD-7D80-4750-852E-DC532991A77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C5A3FB5-2951-B61D-E24C-D293234A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71AB4B4-54A6-8047-00C2-6259782C2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3633-3BA6-4F30-8C90-7AD0190FE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715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DF737A-FD07-BA35-E1E1-EFDA28E7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F34FBB-BFFF-2071-74DF-7A5DA34B4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97FE0D-873E-673D-498B-7D6488374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2FFE2B-94BD-B8B9-A00E-77A91E84C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BDD-7D80-4750-852E-DC532991A77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298519-F465-318D-C578-6B1647B13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2C2D6F6-2E09-AEAF-3211-F7A4D7179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3633-3BA6-4F30-8C90-7AD0190FE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72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570230-0C1D-99CF-6668-9DF3E62C8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752A77F-3460-D781-23CE-5577105704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22D39C-C157-7202-D2A4-E5FC04EBA0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A3C70A-1812-4EDB-BC07-A0DFCCE7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BDD-7D80-4750-852E-DC532991A77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295B99D-8291-28EF-C5B2-23A4AEF89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718D54-D2F5-A4EB-4701-5FD44A12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3633-3BA6-4F30-8C90-7AD0190FE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4356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18DC8E-1F06-6663-30B0-1DA0C6E20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B9FFF3B-1166-B295-019A-764450C2D8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C0D05D-A576-6080-C71B-7D8C27B0F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BDD-7D80-4750-852E-DC532991A77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3BC360-A593-0A64-5B0C-E25D85D0E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2AD2FA-09F8-A767-5571-81056C37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3633-3BA6-4F30-8C90-7AD0190FE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9474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1B7D285-38B1-9E15-3C94-259DF601D6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F121554-CA21-F7F9-B577-548FAE340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B5EE53A-0D30-0DAA-E40F-8498F04A7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22BDD-7D80-4750-852E-DC532991A77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F45178-C7B4-5DAF-4704-80B6B3B50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4FF388-79FF-CC63-DBE5-FC7C66CC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83633-3BA6-4F30-8C90-7AD0190FE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9563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01E71A2-C780-D65C-5E59-9FCA5FB15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C9398F-57F5-C875-DC99-F3C24FEBB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F06F27-3A58-7944-B495-C6413A0D1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22BDD-7D80-4750-852E-DC532991A77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1886EC-AC04-6A39-7846-E3D8F320F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6F5326-7F11-AC80-765E-8A9CF3F5F8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83633-3BA6-4F30-8C90-7AD0190FE42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45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CAF192-697C-0128-DC54-E853305BD17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97F9F1-4333-026C-9703-1EC81FB06E1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Gyosei Quiz One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326E0A-6167-15B8-6460-F1FDF980585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1E1C029-55FE-BBBA-D5CD-52EBB280972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E85D50B5-7494-5166-5DD2-49DEC51A2D0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720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0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A67450C-0CAA-2661-F53B-C4AA53D5DF4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F32FA56-9B97-699D-EE77-6565B5BC219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553EEAA-ED05-6C07-6218-735AABB8B6A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Gyosei Quiz One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9DF47F8-CC01-07CC-DFAA-2D84BF744F7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0FF26DD6-F41C-C6EC-99D2-0B48CB5D77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296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4D37C0-4D48-315C-20AF-E455E47457B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8BC1CA-47C2-0F18-3CA4-EAE801BDB4A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13FE22-5075-9F63-5944-C85E8AB432B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5B7D66-F33F-D3BA-675F-3A83091C37A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F6F7943-502B-42BE-F68D-35532C44EED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02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F4FB32F-22A4-B038-F8A2-64646D5E86D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42FF8F6-BE12-C286-197C-8B939C3F881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C48CF2-BF6B-62B8-06E8-038BBA86077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85D637D-F8E7-FEA3-7673-31EB2316B51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576E5CAE-ED3D-D108-BACB-3F7551DDFD9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041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26F7C2D-C181-CF06-F056-8119C7D1CB6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63DE1E3-E3F4-0157-2225-E60E70C3B02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91A77F-0973-31E0-1CDD-93EA77EBE742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6EA3D3E-4554-5ED0-D104-44586A3EBA5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E8B0A279-EE0A-A46F-30A7-E443F2AFAA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77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6136FAD-6C35-F59E-1239-6B4EADD91B8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8AD4F7D-0FBD-0995-7258-8C71037D5EC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51F1BF-EBBB-1717-3630-193627D4777D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https://syunnjack.dev/articles/gyosei-quiz-one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DE569F-446F-B3C4-F864-156E5D9361C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AC9BEC4E-E2E7-8223-A8BD-5E0FF2C1EC5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83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2026-07-30T11:56:13Z</dcterms:created>
  <dcterms:modified xsi:type="dcterms:W3CDTF">2026-07-30T11:56:13Z</dcterms:modified>
</cp:coreProperties>
</file>