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C5E5E0-2184-748D-94BF-A687246E8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A38F75F-49B9-2602-9B7E-A28B396D6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EC27F6-ADEB-F13B-9BE7-23FBE9CA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704FA-7BE9-43FB-A986-D3D708755B4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9DB6E1-CD23-A4D4-B62C-55B82A3F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523492-53C2-C527-3814-B8E5DF38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36AF-B964-45A3-AE70-25FF80B9EE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9997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ACF39E-8836-58D6-798D-7F9CA0208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EF8CFA-1EEF-D2D9-4836-8D1367BCC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176826-68E6-660A-4232-34ECC059B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704FA-7BE9-43FB-A986-D3D708755B4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81B4B3-68FD-01D3-7867-2580985E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8688EA-5CC0-5DFC-A9AA-92E3F5C70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36AF-B964-45A3-AE70-25FF80B9EE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1827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54556A-C94E-7026-81C5-5AFA35C9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09C76A-07F2-E91B-AC54-E8D9EB8B8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5E0F23-2092-A0B7-CB81-5C73F8DA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704FA-7BE9-43FB-A986-D3D708755B4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1C3110-FC94-DFE7-34A9-6836DD5B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2E1A1B-2F97-6865-34D7-DB499356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36AF-B964-45A3-AE70-25FF80B9EE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97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864FF6-1B85-5646-15BE-E65DA3F2F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CC4EB9-0C6F-E263-12D9-846CAC1A4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ADA2D7-2473-710F-65ED-91C6237CD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F9CEC2-1554-3B1A-E1D8-A2E41CAE7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704FA-7BE9-43FB-A986-D3D708755B4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2C4BEC-30AC-D48B-35B1-B130F9A61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62D3B6-9314-983D-45AA-997ADE64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36AF-B964-45A3-AE70-25FF80B9EE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170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B73979-95D2-764E-9B07-85C66B554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B8EE9F-30AA-A990-2B8C-179FC0F59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B96E5B-56B4-780E-F76F-55A30AB20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51E8E36-5DC1-151F-5F84-AD537C50A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4D20FD4-F328-70DA-E02B-8785ED5CC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479EBF9-F00D-82F4-35F1-1A878A96B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704FA-7BE9-43FB-A986-D3D708755B4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303CB00-5E4F-E45E-DDF8-C6580607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B7FB0F4-54F2-2685-5467-78E304BC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36AF-B964-45A3-AE70-25FF80B9EE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1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204585-C13E-80A0-57A4-33B5ED625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CB164C2-6FB0-9D28-7256-B5ED4361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704FA-7BE9-43FB-A986-D3D708755B4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952A6CD-ACFF-4C37-AF16-80F63D5C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C7597BE-B20B-2FAA-4ED9-E34FE4382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36AF-B964-45A3-AE70-25FF80B9EE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374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9E92BDA-3857-1C79-1461-5554C808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704FA-7BE9-43FB-A986-D3D708755B4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947AA71-1A1A-F4FE-0974-AF85DD6F5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C4AA6A-8E8D-040B-4908-986B6129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36AF-B964-45A3-AE70-25FF80B9EE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1313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60ACA-4DCD-AC51-4F37-D0CE216C3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60F97B-53B7-E044-F3C1-8609804EE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24078B-784B-2BB8-B8D4-4901260C4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714DE3-1F4B-D2C9-BB81-FF06B385E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704FA-7BE9-43FB-A986-D3D708755B4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3A54D8-7C46-1CDB-0B70-C9A75CD45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0D58AE-F411-9A74-BFDA-3988FBBE9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36AF-B964-45A3-AE70-25FF80B9EE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654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0B6B61-DCBE-5ED4-89A1-73F6985BF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68B6A86-20AE-616E-B25E-4C29500D2E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5B40C0-9CC7-06F5-7545-82265C117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1F2FC7-6593-9EA5-504C-5A4662CB8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704FA-7BE9-43FB-A986-D3D708755B4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9CE061-E091-5DCB-46B3-5649D0B53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D59F4F-7B0F-6C21-61DA-08F16C46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36AF-B964-45A3-AE70-25FF80B9EE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5418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6E27D0-12B7-7DC6-9128-72787F1D0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465C6BD-A170-A676-028C-B55470FAB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5646A3-43D0-F292-97EF-8258510F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704FA-7BE9-43FB-A986-D3D708755B4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2366A9-9FC1-E8AA-2508-E8E20F738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689DA7-0BAD-E3F6-58D2-77687205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36AF-B964-45A3-AE70-25FF80B9EE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9960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4218066-054D-6FD9-A6AB-8480379F2E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F568FD8-8C60-D3A7-63C6-440B1900B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8DED9B-3CD6-5DD7-6B78-C8AF9D9F2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704FA-7BE9-43FB-A986-D3D708755B4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D6F0EE-309C-EBAA-1D57-A8A6AD2E9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2E00E2-4748-4372-9A73-BBE434A1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36AF-B964-45A3-AE70-25FF80B9EE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1597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9107EE3-F772-2AB6-1A72-BC6ED3244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56D12E-7268-8028-EF44-CB7FD46F9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7AC47-C63E-1E21-47AF-BD3CB17F2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704FA-7BE9-43FB-A986-D3D708755B4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5DEE8F-A39A-A57B-F634-ACC26879F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CCEE92-ECAC-5864-A0CD-C53800B7D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6136AF-B964-45A3-AE70-25FF80B9EE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594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02FCD7-EE37-7280-0C0A-C51C138E704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E1341A4-F197-C41D-32E0-42770D9C20D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Ranking Widget Hub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C1491B1-333C-EBB2-51D0-C761E2BFAF2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81AA1E-7491-6C20-7AC7-1AAD1115C7B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58575291-1CC2-5A63-0D69-43D85466EE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98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BD9542-7FF4-FE47-C067-4B707F248EE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8CE08B4-6444-C1BF-E471-49631C0FBB0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A83ADC4-2E13-E6FE-7310-845409951EE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Ranking Widget Hub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820204-53D9-7202-6C26-4E75015DEE2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781AE889-C7B0-0EE6-337E-6C8CFBEEAB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90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A4248AE-32AD-78CE-7427-FE333E27FF9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B832A09-0BCC-878C-9778-1D049A54735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47290BF-113A-6806-08EE-28A1E5F7ED8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主要技術：未分類
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9D33B8-68F5-DBB6-5813-4FC497C2684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26A46EB-BD28-845C-8E14-22C327ABAD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4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B0A1606-5F85-D9E8-CCDB-278B2040113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FC75DF3-B67E-B0E3-3156-08BA7D18EF7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D1BD7D7-ABBC-EA81-5893-01404674A4B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主なファイル：主要なソースファイル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B1911DF-5568-4B04-8FE4-C4635FB30CC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5E6638FF-1BC9-3D27-6565-093C20EB3B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120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7D260B-E20D-0BBE-0F97-E80F5D4F778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7FDEE4-1FC5-3A98-34E8-F7F61725D88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6578BDD-11D5-FDB8-FF8F-550FC6F5E86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Initialize repository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6E1669-3FC4-0326-3524-7812B59E135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E0DA3F6A-E8C1-4A99-5C9E-A8CB1CB1F1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365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913E4B7-C83F-71EC-D4B4-8F018591672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CAD08C-CE0E-B68D-8573-6A8CEF2E836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26A33AE-16F4-282D-A601-5D2592E8C7C0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https://syunnjack.dev/articles/ranking-widget-hub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C91C84-B183-59BF-D0BD-8CD9C907F1D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8E40290-C950-59AD-9E59-A11A0BDB53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56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2026-07-30T04:57:50Z</dcterms:created>
  <dcterms:modified xsi:type="dcterms:W3CDTF">2026-07-30T04:57:50Z</dcterms:modified>
</cp:coreProperties>
</file>