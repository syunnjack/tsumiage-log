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1D0AAD-A770-EB3B-9E5F-25CBB543E9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B22B1EE-2DA0-77C6-B0FC-24A9B5AD05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9271C4-6C66-0F22-028F-95AC6943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7A670E-805B-C8CA-93F9-3E0EDA45E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2FD764-433E-7A04-5C99-C5FE46017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0242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69A1AB-1D9C-F087-2BC7-393BFDF94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372EB8-7500-A9C5-C441-E93390A59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FEA74A-3897-0772-09EE-724DCD456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056B38-4F92-67BB-86F3-13BF64FB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8F5205-6EC6-7E17-581A-2E3FE7384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007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2C2FE3-C319-B545-4FC1-00BFD7F12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1815A9E-FDBC-129B-3814-D033820FA0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4A7BE-6202-BF07-FC96-5ED0563B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0FBE8A-FD0B-FF31-DDB3-AFD05D057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3535FB4-42CF-BA42-25D6-7B3698BA3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153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E8921E-5DA1-507B-0993-63C3FDDD8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8B1B40-F42B-B78F-08FA-50901C27FB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345593-2E24-4739-FEBA-82F523774E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5C33E77-EB3F-0C03-242A-E1C22AB12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5C83E48-A86B-E7C3-53B1-A6F045B64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3E1A5A-3394-36D2-3E78-7591DD967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1644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13E063-6A41-5FEC-E434-2656C1FE3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D626ED3-353C-113C-DE08-4E1D6DA9F4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ADE0E07-4DCB-81CB-B499-1D71180F18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AAB18EA-1616-69B6-8702-4350EAC702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C5E62D4-117D-A830-E519-DE43819D75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6E833EF-D4A5-32F3-3E62-930F6C20A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B36C62-0FB1-D30A-AC17-8A5CC799B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56F899B-C410-51B9-753C-227FF9A2B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9960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A50C69-A904-D1ED-3D98-B7ED7DBA4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980DD8-813A-C765-6742-5F0D53A69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B19D3D-C4D8-BE2D-8C31-B97AAA0A3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E3788B-5B81-A5FA-6018-914A5EB5A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2005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8FCE11C-37CC-9A8E-865C-E61A71FDF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1849781-5D6B-02A7-C808-924DBFE9F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97FFC7D-2C65-14E9-BCB5-D7CBF5FC8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4168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A69B6B-E1EE-2B61-1EC3-B0EA5DA9F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0B5F290-D500-6E17-783B-F9423F35C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B34B881-C1A9-48A4-628F-A42A4A6D3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A0E6BA3-CE17-42CC-C8CE-EF77E9DC8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7826FE-407B-0EF7-B465-54122B4B2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9A5192-0907-5A02-4B97-9C8771B8B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89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D651AD-281F-9794-05FC-B3F713F50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40FE0C3-491B-7E32-63A6-1BCD15E5BE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51FFAD4-D996-45D9-F192-6283BDD8D4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E5EEFB-34A4-13F9-E7EB-4E888117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83AD91B-D4E7-7770-D9DA-751ADDFB2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66E1B1B-BA32-5BD0-5C60-2F8C6AD4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6105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97402A-D7AC-18B8-7DBC-AFC72E95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9BFE321-F027-B3B3-5D2E-82F8C17569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ADEE40-E51A-7861-31A6-FBCA3B2D2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B95944-80FE-7724-AAFC-895AA0CC8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CE12D-5F4D-50B5-95E4-D4E1E6A64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154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21549F7-0C3F-DC57-FF43-DEFCFAB3FE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FE822E2-B795-71B5-06B0-206C9F1C80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515E6B-A4DB-3797-667E-FD69386EC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F300487-CAF3-3922-756E-2F3F98AC2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7F4417-9EFB-716F-31A3-B7AA6D25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225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CE4D077-2B9D-6DC1-94A1-3306AC39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9F54664-7D56-69CC-4774-7416BBC619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3FC45B-C268-DD24-44EF-1522155CA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890F3C-5D16-401D-9938-A42744898A2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F18561-9BD9-3A03-3BAA-9FA79113B8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B02CD3-2D94-F240-45C7-F1F9A963D0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01DACA-22C6-4D78-968D-BDEF84B1C0D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6859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C17780E-5CD5-F24C-48D3-932B0FF46FB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9BB9C16-B7FD-FAB8-8213-A20FBB1B687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miseoshi-web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E43C39-E59A-78B3-CB88-6943466BEA7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8397998-2CE4-851A-144B-AA5A793F8EE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5A2902D0-BF58-F3C7-B8C1-A66AFD4BC08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405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36274F-3219-7985-0362-FA3B8635E4D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208E1D9-75EE-7D15-BD4E-CB0AE002D60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FF0D0B5-A8A4-02EE-09E4-3C8D6508303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miseoshi web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店舗検索、リアルタイム待ち時間、スマホ順番受付、受付後の進行表示を一連で体験できる販売提案用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MVP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6CCD85-0046-ABD3-7F00-13FA8DF9884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036B6A32-F2E1-CECE-6565-3C285E7F1A3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6898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0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639A77-C643-9539-EC30-EFD51DE9C98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AAB9E57-18F0-004E-64CE-D2A061005A1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089F376-1496-2050-FC51-33F9CD7949C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FDF506E-C2FA-BCB4-C4E9-BDB614CDBC6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B6CA78C0-1069-2374-D23E-E148E6DD30A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4715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D29BE95-2BA2-E469-E321-44F070199B1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8B3D0AF-34D3-5495-6B28-02266F07A8A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B121646-2FDD-6AC4-EFB1-9ED13F3085A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1440493-7C4D-0138-583C-9220A122570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D68F4B97-AD31-4093-55E8-70651775443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3247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407CF16-B958-53AC-831F-4DF7FF423AA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CBAE6E2-77C0-B8B7-7BC8-8AC880E6D44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E28B7E-6A65-2DC3-285F-A8570CF91F8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92E92C-9D00-9A0D-EE1B-47D1D818DF4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6869E34-A3FF-A4F0-1F57-D0A6065913C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6619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8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2D68755-04B0-9E91-17CD-985DAE01A58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99B031-6552-E357-15F2-6B671ACCAE8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27292A4-9832-9FC9-0705-389FC9444ADA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https://syunnjack.dev/articles/miseoshi-web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CEA9B9-AA3C-48E7-E84E-B64AE16F36A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9C3C0E9D-E236-F3CD-6874-B1957F67DC0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2110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2026-07-30T04:00:52Z</dcterms:created>
  <dcterms:modified xsi:type="dcterms:W3CDTF">2026-07-30T04:00:52Z</dcterms:modified>
</cp:coreProperties>
</file>