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F050A2-44CA-E62F-CDFF-6251ECA22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60BF138-F8A4-42C1-ACFD-95EEB6D3F1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0F847AF-7227-D1C9-8FB6-E13C58133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C2A7-CA13-47F5-B31F-225FA1F556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9BC765-C2AB-EF57-E216-4BC7F4BF1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7AAA27D-4F47-DF2A-EF7C-866D99A11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2973D-27DF-4F5A-A2A7-205083D74E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2875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B772A8-2013-F9BB-36A6-142C26B29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EECFA10-27D4-AA2F-2E80-C95E3CBE62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BB6EB8-1844-C4B5-6BE9-484AB4E67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C2A7-CA13-47F5-B31F-225FA1F556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CDF098-3F4E-8088-4313-B36E72114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43B275-9F42-68F8-BE82-5ECBF12F9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2973D-27DF-4F5A-A2A7-205083D74E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731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EFAB1D-E1B4-126C-6B82-9E7E3C380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F98515C-E932-030F-BF94-4501FAA8F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302C13-2CBE-78A1-581E-B7E19B3B4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C2A7-CA13-47F5-B31F-225FA1F556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68DF7D-88A8-8983-66AB-82C7E7ECA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B8E4248-03D1-7D46-1AE1-06ADAC04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2973D-27DF-4F5A-A2A7-205083D74E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3393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29474A-BCE0-D1BF-B779-96E55A414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60039BE-3F95-C6BF-948D-D72F35B40A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878D7D2-A011-1387-9842-1C1EC11253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36DC744-3EEF-6722-0C98-046BF179F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C2A7-CA13-47F5-B31F-225FA1F556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B9127FD-7A49-CBF5-24DE-2D6727AD2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D2FBEA5-54ED-1E87-B88E-A93ECC433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2973D-27DF-4F5A-A2A7-205083D74E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7730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C393FF-1536-B878-93F0-CC4E3827A1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CFD294D-EE8E-0519-EBA4-7FD3DEA24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DD216A-1C5F-1DBC-3106-BC7A92C92E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862154B-55AE-ADE9-8D51-9DC81167A3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0FC1458-C1AA-E431-CD24-6EDCFE98F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984B1-B184-FA98-3327-EB5DFD1D3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C2A7-CA13-47F5-B31F-225FA1F556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BC95B06-77A9-88BF-C70D-BE2B86F01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B17C29F-D3CA-6672-6A4D-BCDBB4CB3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2973D-27DF-4F5A-A2A7-205083D74E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2527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866322-C234-E2A3-2D50-894DA9EC5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F540908-0B25-03BE-F7A9-0DC6DB6AE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C2A7-CA13-47F5-B31F-225FA1F556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FA74A97-991E-AEB4-CA5C-E4AE6C673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6CF27A-077F-CFC9-D49B-583BC75CD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2973D-27DF-4F5A-A2A7-205083D74E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0519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29B6863-6DFC-C228-0D42-CF5D6C10B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C2A7-CA13-47F5-B31F-225FA1F556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4E87CBF-9EF4-CDEA-00C5-E3A2287AA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3A17E06-0E9B-EA1B-1BFA-55F17E3EB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2973D-27DF-4F5A-A2A7-205083D74E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4441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559A9A-EDD9-9209-8EC8-A2C0BBC4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3EF0B71-86F0-0D2E-7844-7805201CE0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0B5DDE-BA3D-A35D-ABED-C89A762FB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8812DAA-928F-0C46-FF08-2FAEC9194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C2A7-CA13-47F5-B31F-225FA1F556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6C11993-9131-A4A7-3369-F3CBDA282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DABE16-A4B9-9FF4-D78E-E3F7B8CFB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2973D-27DF-4F5A-A2A7-205083D74E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03216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7D7040-4098-2460-3C08-241756D09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FFB9199-C7FB-10FC-3786-0C7720BEA0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396157C-27DC-21A8-0B43-F896580470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D2BD41-C737-1FFC-D545-86F2C4DDD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C2A7-CA13-47F5-B31F-225FA1F556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CCF7EC1-F1D9-AC86-99B0-76963FC34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12993B9-A220-42F5-EF39-E79F70919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2973D-27DF-4F5A-A2A7-205083D74E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1651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7C881C-9952-C226-AC2E-480C112F5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5E5C0D5-C953-FFA8-A636-93E1210B13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6DAD5F-61FB-B175-BD86-F790EA50D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C2A7-CA13-47F5-B31F-225FA1F556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F9FEA11-CE0A-A779-DB08-73AD081D8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7822E46-1011-385B-0799-66021B86D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2973D-27DF-4F5A-A2A7-205083D74E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16376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2677F8C-74F0-3DFD-4D04-438DBA9F40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09F56AC-8812-0A16-BE37-1D526D4454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0013DD-E63B-B017-3110-58D44EEDA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8C2A7-CA13-47F5-B31F-225FA1F556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FC19EFC-131B-42B0-FCD7-B4CC0E662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3C8A2D-6033-1F04-881F-3ECBA3539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2973D-27DF-4F5A-A2A7-205083D74E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1590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A27A92D-B46F-D4C4-3B76-A198F2DD4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3235017-247A-5D25-CC97-A21317C0B7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222B494-4485-53DB-911A-8E5B2A14DB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28C2A7-CA13-47F5-B31F-225FA1F5569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E721E8-2858-15D7-0640-AB3B5C052F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5BA3C1-0EB0-7C5C-E0FA-76E038724C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32973D-27DF-4F5A-A2A7-205083D74E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4020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14DA2C3-0551-259F-480D-29F7E25A062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092093E-FA67-BDE7-444E-EF1C14A53F1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Miseoshi Web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6E1ABB6-73B9-0C5A-40BD-B1493BC08FE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2639573-3E2D-4031-1CF4-2EA96107E4C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F5012090-874D-C0B9-825A-6B8071710F0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7912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3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723D1F-B223-1283-CD5B-E63EE74CB8E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2BA0869-390D-F2CF-696B-20F9C61B0C9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01858D7-6813-9FB7-0422-4C97BE9BA1AF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miseoshi web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店舗検索、リアルタイム待ち時間、スマホ順番受付、受付後の進行表示を一連で体験できる販売提案用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MVP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484205-550E-EB8C-E1BB-7DBB7024988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4AA935D6-9BBC-1B3E-F904-BAB4A3E4F26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6446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000"/>
    </mc:Choice>
    <mc:Fallback>
      <p:transition spd="slow" advTm="1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0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8BF567D-AAE2-4F6D-13D1-D35D427B755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5546B95-1640-BD19-E799-5A2526BA978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C5A9FC6-3988-A14D-84E9-84D3D2363FF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FD0834F-86C1-10F2-4658-7BAF90ED7D8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F47E28D7-29D5-2DB0-27A7-9C733CFD408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9589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508188D-1DD4-A93A-B17A-BAAA697396F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A1FD800-58BE-77C8-7C39-F8D449BB2B9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B431EBA-BA32-16E5-A275-349933514F0A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build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0B2BF10-AE4D-FA7D-CE08-3043D02A901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1BE602F6-5061-3184-939F-07D59E597CB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7318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A439FCD-0B00-6507-E7F0-074F6CC3DF7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921F7E0-FABF-C00C-1BC0-F7621EEC53C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5AF9B57-1EFA-4158-5B9D-5F359A95A93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Configure Sites hosting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CCC52E-E190-F779-32FD-3520E13CD6E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E2A72A59-74D4-F6DD-D875-6E912CE3EA3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4620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98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464433E-70BA-4E3F-0E12-10EE520ACED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0F75D29-517B-2D62-5B7E-29FD23954DE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8DCC3ED-6A34-34EF-6EE6-E1DA8DE93347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https://syunnjack.dev/articles/miseoshi-web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EE0032A-764A-6B07-F126-0501AB1B0A5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330CCF8F-DF1D-7AA7-9D81-1DB58E73781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413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2026-07-30T04:36:04Z</dcterms:created>
  <dcterms:modified xsi:type="dcterms:W3CDTF">2026-07-30T04:36:04Z</dcterms:modified>
</cp:coreProperties>
</file>