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4260EE-C55E-5904-4220-3764FE48B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142A96A-C43B-BFAB-A861-858F2E488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55174E-07DC-AC39-A183-3A197574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39-C3EF-41F0-AB3C-A9D5D71B146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5819C7-3A7E-A10A-C086-75BDEEC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CDD367-7BAB-F1CE-1FC1-C034CA1CD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C1DC-7BE4-4B0B-BF3B-6F3C8A296C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137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F09689-976A-75D7-4FDD-A53E06ED7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966026-57EC-6864-FF2E-007B1F3DD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5E956D-7818-C984-B0C5-4277B323A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39-C3EF-41F0-AB3C-A9D5D71B146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A84064-6FFF-A324-F5A8-7E480E03F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B3A6AE-D3AC-E640-5D30-C99F20413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C1DC-7BE4-4B0B-BF3B-6F3C8A296C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987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8F9238-33FD-0A9B-9C39-B47857BF7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2E9305-D365-A1DF-3505-4B577ABF6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51E861-5788-01FD-3859-FD1F1A09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39-C3EF-41F0-AB3C-A9D5D71B146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E2AF17-1A50-ACF7-F38E-F669CB6AB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8EB4B2-4513-1720-3BC1-B36B71DD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C1DC-7BE4-4B0B-BF3B-6F3C8A296C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629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37ADC8-A39D-C66E-9B18-F8D9E483E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EBDFA8-6F91-2300-0519-504BAAD78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C70528-5F7A-9AB3-9088-E492D23B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A85663-4329-FE2E-AD30-5F424DA49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39-C3EF-41F0-AB3C-A9D5D71B146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C2F2DB8-3AB0-A3B1-5A86-2D593937E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4D7503-3CB2-6D28-A495-D4DFF3AF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C1DC-7BE4-4B0B-BF3B-6F3C8A296C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032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6FB25B-4F11-510F-3A5E-433D7B8FE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D99311-3D69-7873-E19B-31E5711D4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C067701-95F1-94FF-FB48-E40D27D22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2496F5E-303C-1B12-3B31-CF0C19200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FF189C0-2519-3FB6-AE16-B729FBC334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4DE1F0-0E90-605A-22FF-8E93566C5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39-C3EF-41F0-AB3C-A9D5D71B146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3D24707-E9BE-712C-DB11-294FF9F6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F281ADB-33FE-B9A2-29A0-D0F77343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C1DC-7BE4-4B0B-BF3B-6F3C8A296C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4632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EBAEE1-F50A-F22B-6C1A-FB41F9497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4946471-C277-3FD6-ACFF-A3A912C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39-C3EF-41F0-AB3C-A9D5D71B146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3A0113D-AB50-B78A-2EC8-BB97F0F15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3619A5-9691-B86D-710D-7BA814180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C1DC-7BE4-4B0B-BF3B-6F3C8A296C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7585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1DD9D19-EE30-FC7E-9677-E56E8B9C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39-C3EF-41F0-AB3C-A9D5D71B146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9DD2F06-253A-5E97-DA13-37ED4BF4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A1DB46-AEC9-E1F2-EFF5-17C05F123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C1DC-7BE4-4B0B-BF3B-6F3C8A296C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877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DDC84F-9924-432B-06C9-BADA8B0AC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8F4105-5669-9DF8-59C1-68E9FD37E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7E13E3-F9B4-D456-BC44-49B78311B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23F305-FD4C-5DE4-9872-B8D5460CB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39-C3EF-41F0-AB3C-A9D5D71B146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95DA95-A058-C92D-DDC1-6840FDE5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2BCB22-F3E0-F65C-8F85-A4402367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C1DC-7BE4-4B0B-BF3B-6F3C8A296C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908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552280-D66C-0B2A-CFAA-B67387BE5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0194734-87F9-30D5-1E16-3F607860EB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821C73-694B-8E2A-4A3F-254EE054A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C0C976-F259-14AE-57ED-A32108990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39-C3EF-41F0-AB3C-A9D5D71B146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D48FFF-35F8-E8EF-C8C5-EA77BBE70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F5AC02-2CF1-BF16-0E13-B59DFB17A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C1DC-7BE4-4B0B-BF3B-6F3C8A296C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8729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9A8B05-5859-B78C-3013-8BBD215A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768110-C479-7FB2-2BA8-C21FCD11F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C419C4-716C-98ED-A56A-D00ECA606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39-C3EF-41F0-AB3C-A9D5D71B146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177F96-6AD6-35AB-454C-C89086DAB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E9A3CB-36E0-BA66-EA24-10B9F14CB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C1DC-7BE4-4B0B-BF3B-6F3C8A296C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0116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5FD5E0C-3F43-374D-C180-CB5B1BA11F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B6653E2-FD6C-D048-3655-7004EF8C0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FB3BD1-E46F-D403-8977-5878F3B63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39-C3EF-41F0-AB3C-A9D5D71B146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158A4C-4D0F-31DF-BD53-CE9DE428F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DFB812-57F7-7A76-1FBD-E0008C81C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C1DC-7BE4-4B0B-BF3B-6F3C8A296C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2473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7DB6B30-08E7-2BAB-AC6B-FC293C865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298261-EB9B-76E5-5B56-6EF54E6B0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701CA9-D8FC-88B4-4F64-464F40FCF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DE639-C3EF-41F0-AB3C-A9D5D71B146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AC1B9E-0C52-9A6F-A236-3D6F5BD9DC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BFF1D9-095D-541D-3EAD-10792D020B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4C1DC-7BE4-4B0B-BF3B-6F3C8A296C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187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C2DE649-4143-F84E-615E-8E1B002CE14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3B6C353-F707-6F84-2116-626628A047D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Miseoshi Web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72296A9-9937-833F-A93D-E8B6FF983FB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319E3C0-5433-D6A7-A552-E53AD549549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3612C5A7-74C2-0D08-BF0D-A4E7656692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051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3A3011-7640-72AC-5435-9E88EC37643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135B93-9D03-4349-5907-A804BA7A6D5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DDA06D5-AD80-4562-3BDC-C2CFBC1F88A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miseoshi web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店舗検索、リアルタイム待ち時間、スマホ順番受付、受付後の進行表示を一連で体験できる販売提案用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MVP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2AE02FC-4E9C-F339-1BA9-AD0C152DE58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3563837B-7E5A-4CCC-9D3C-A434922D05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26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0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0F17C9-9F40-998F-02F1-D645879E2F0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346A3F-9EE1-0E0A-121E-9BB05101982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689E87-DA74-BB15-24C0-AB6CA66F869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26C59D5-1645-8A8B-2081-60DEC946A9D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6C40843F-6E45-1168-84C7-E0EF814B07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94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F0789BE-9BD3-1A28-BBDE-F32B4D2414C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A4B873-D418-7A4B-1084-A01FB420732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4D52B91-946D-BED9-0CBB-5341FA6F7B2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ACD4082-4DF3-B719-BD61-82758BE95D2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86EFA413-7D07-CC40-B500-AA645F33CC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89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D21D773-72C7-BB1E-0A46-6E1B386434B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AA2CC5A-0DA2-4583-07D4-06A022482A8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4F4B2E1-B0B6-E4E1-BFEE-AD5766DC079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4D7D47-8D67-862C-C1CB-D07D2703455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F699742C-3685-A990-3E12-2C3A949A89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02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35B799-C36B-6192-8384-A94C75D4FF9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504FB44-B9AF-B32A-EBB2-2ABBF335E5F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88324C3-C1BA-F994-5424-3926E1A8F547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https://syunnjack.dev/articles/miseoshi-web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E128E6-4521-6C25-3AC2-714BA6628BA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4717F0E-BC51-7523-59D3-B45AF1DD15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11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2026-07-30T11:11:53Z</dcterms:created>
  <dcterms:modified xsi:type="dcterms:W3CDTF">2026-07-30T11:11:53Z</dcterms:modified>
</cp:coreProperties>
</file>