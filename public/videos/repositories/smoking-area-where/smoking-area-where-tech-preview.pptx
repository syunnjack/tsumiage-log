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105EBC-1F11-85E4-30AB-52AF8E134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5206F92-F188-797A-91EF-37C69CFDA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C9E59A-0DDA-2D4F-D156-CDD9DD778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F38-642B-4C52-A102-F6078277B8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859C95-3416-F80F-BA83-E42B2D296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EDE048-4511-71AC-794E-E3E084D82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F89C-9698-4AEB-AEA4-A8B3B450DE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71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000832-46F9-E369-EC37-1CA7441AB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F008E0-70CE-43D7-54FD-3762F831C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8D4F0A-51B1-6CF2-5D4F-AEEC6754D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F38-642B-4C52-A102-F6078277B8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8736A9-6743-6CE9-AE23-2BB94250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5DE06D-5EE7-E53F-4466-A969FB1C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F89C-9698-4AEB-AEA4-A8B3B450DE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1355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4BBC0B-24F7-3F8A-A75C-0622F355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F6B11F-58DE-99C8-4420-113253DF6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476A09-05D5-245B-CB4C-8DD15835D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F38-642B-4C52-A102-F6078277B8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A189A9-65D9-3635-FE75-E065726FA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C84B83-50BD-153A-1465-6C00D16A7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F89C-9698-4AEB-AEA4-A8B3B450DE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129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664D47-10CF-A1B0-BC03-3EF7E1121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D6FE07-DCB0-9CBC-9963-A655292B58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712EBAF-44F8-138D-9B0D-789F80E94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97C514-2542-E07E-FE13-2DCD67FBB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F38-642B-4C52-A102-F6078277B8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D22F24-F57A-CD39-FAFF-F6C3D154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53EA2C-584D-7E9D-9F50-A2697F957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F89C-9698-4AEB-AEA4-A8B3B450DE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1666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93EE5-3366-3AA0-9912-A66446E9C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89CB310-4645-FE3A-4BA7-2D0946128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E6AC706-79F2-96D0-133C-7024A02E0F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F90F89E-453D-CB89-D508-924598580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A5F0965-266C-1CAA-B5E8-ED1C99212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4A3EAC9-D81B-BE65-8075-1CAAF29F6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F38-642B-4C52-A102-F6078277B8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A3951A0-1EA5-4B41-EC39-163522985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8285D7F-5E02-61B7-CD43-173A6A21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F89C-9698-4AEB-AEA4-A8B3B450DE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4513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C348E4-53A1-4889-FE4F-4BDB71359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9F49D08-02C9-5B31-85FC-929074556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F38-642B-4C52-A102-F6078277B8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F5305C0-5ABB-0A3A-A946-844A6FA14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401DC09-FE13-8B2F-DF38-F295ADF46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F89C-9698-4AEB-AEA4-A8B3B450DE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510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D276005-A7CD-5386-6E5C-9AF15263A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F38-642B-4C52-A102-F6078277B8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03E5C2E-90C4-BBBC-9413-A4BEEC5A2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7E8AFE-2249-D3EC-56E8-CECFF70F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F89C-9698-4AEB-AEA4-A8B3B450DE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8126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E6403E-3A97-F119-D304-351F944FD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53988B-922E-3A14-13A8-E9EE86FE7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E116C24-A7B3-5965-06C5-9D72E1289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BB15FC-7699-EAEF-42E3-0447334AB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F38-642B-4C52-A102-F6078277B8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6E83D7-3F8E-1DBF-7487-E6452193E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09F0AE5-C09E-22B5-4182-7FBDA0D4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F89C-9698-4AEB-AEA4-A8B3B450DE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8469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BF80A5-63A2-6D78-4CE4-129CC1FB5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A585E1C-BF9E-C20C-DA88-147C0C53C7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ED4E58-2E63-D1BE-48AD-929529866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50D4BD-BBF0-F25F-B59B-7AEF50CE3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F38-642B-4C52-A102-F6078277B8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84E201-F098-C441-23E3-886E7EBC1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157C26-72AF-72E0-E917-7565A1924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F89C-9698-4AEB-AEA4-A8B3B450DE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2749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31E8B1-623A-A657-525C-6D2A962FF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049824F-DD6F-F24A-10AD-4C23C0E89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4EE30B-4D9D-F451-D4EF-2DAB81083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F38-642B-4C52-A102-F6078277B8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BB6142-DD69-43C8-AFC3-256443260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CD4E06-7A35-3876-3763-446EB0E94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F89C-9698-4AEB-AEA4-A8B3B450DE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2910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B775011-808D-94C3-254A-11DE4CF664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1CF1B1-3B7C-EA2C-D55B-58D92C081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753D5D-052A-A792-5F02-3FA43E98B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F38-642B-4C52-A102-F6078277B8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93DCED-0027-51B9-489C-864C684DD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E3F896-FFD7-6EAC-A2F9-F9175DFC4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F89C-9698-4AEB-AEA4-A8B3B450DE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8602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BDFD674-0A53-865D-B1EA-7CBBDA180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13A0B1-3C08-FD03-1534-CE634B724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C1F547-EED8-88EA-CBAA-0A81979AA2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81F38-642B-4C52-A102-F6078277B8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614506-C645-5B2B-BBE6-03916272E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63CF70-ADC9-EAA0-9A31-222BB4729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F89C-9698-4AEB-AEA4-A8B3B450DE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5252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86383DF-2219-A4CE-CB8C-1C2D8AAD352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DE8818-54A9-1824-FDCF-0DA88700549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Smoking Area Where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5AC16BB-F57D-1243-41CB-E2DE9856F60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C6756C-4757-9494-8917-F8E60D64666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756B6796-2099-FF4C-F292-4E568E8F28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7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632AE47-5FCC-143B-5129-0FE9AC821E2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045A64F-1C36-7D24-97E6-28524841F29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1C3C91B-2845-C6FB-547B-D9E77355CC8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Smoking Area Where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722BFAA-0ADA-151D-8FDB-FB55F727919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B218CEE-F618-5F5A-B2FA-23121344C44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307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4EE82E5-72C0-9629-7307-C6C067FC6D5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EF34CF-53C8-E792-187B-09A77381088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614CC3D-B6A4-A8CB-7F2E-60E5C466AF7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Procfile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1D351A0-FE93-49AD-A2E8-8A3353AFF71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7D147542-10B0-62FA-6F5E-343B50C868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01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12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D86699-C8A2-3124-AE50-F5D6D6740D8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52C490B-C427-1BDD-1A19-476E72BE9D0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6187DC-8B64-4D5B-66E1-6E3F673FEC8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Procfile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6F1FA1-5135-106D-6A66-FCA2B52555B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4D70DFA8-F402-5A97-601F-C2162FD2A1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995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3A8EC16-EF7A-F220-B1C9-7D22025315A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E052AF8-9FB6-98DF-DDCA-473055C4617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7060031-A356-5A99-1240-77E656D5DF3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0E052A-94FD-6828-DA49-33C61378A27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D197DD1A-1FB0-7B8D-77B3-335DBA816E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72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CED71D1-E98E-292B-02E8-83C9093486B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B7FD38-83E7-F4E9-F568-F65D9A501DE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51B31D5-486B-90DF-7631-56BB847398D4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https://syunnjack.dev/articles/smoking-area-where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C1004F4-B4D2-65EE-B53D-98E8E3277AB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89126B05-020C-5778-D329-D85A6F80C1C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2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2026-07-30T12:25:09Z</dcterms:created>
  <dcterms:modified xsi:type="dcterms:W3CDTF">2026-07-30T12:25:09Z</dcterms:modified>
</cp:coreProperties>
</file>