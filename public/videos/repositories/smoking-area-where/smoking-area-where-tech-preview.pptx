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607DD9-4452-156E-1919-CE9CD2CA5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68F676-E014-646B-6F1B-01A177DEFE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6A8875-DE96-69D5-D917-983998DD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F73584-8172-2B0D-200D-38521C4C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3B84ACB-9CF7-5B81-A470-ADB559E4F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8925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2045DD-5832-7357-ED67-C55969007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86A6FB-6FB4-FC06-277D-FC26C8237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43B290-7D22-D748-1D18-BA4AAA211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353D4-043E-D742-87E7-1022F3DB4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3EE95F-9A7E-4608-1FD6-59A5CA3DA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9934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7ED1F5-AE39-BA66-8A21-B3B88C1F2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CBB4F2-51B9-93D9-5054-D2C2994F0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746E14-D28A-CCDA-78E7-F59907FFA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0D8B96-E99F-12B5-ED00-0FB315AAB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50B5636-E0F5-E5BD-6575-1522A528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542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2D2A18-B5E4-FC68-FF9D-06FA39689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AA3ABD-CB59-0D28-43B7-C536E536FB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F49378-F9F6-DEC5-6555-EDD794B05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C88619-D76A-ADC0-2F11-626E5E6FB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A2BC279-6110-A0AD-6EA8-A420D39A2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56FF12A-E874-EB43-2F36-F91245939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3533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3F874-E144-2BDB-FB9C-7FBB8D1BC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1FDE8D-4B75-4822-DAA8-8B2D65A715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DF1062A-C0CF-0438-920F-F02A794210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B9BC24-FD46-C63C-D0FF-C471DDE28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A9A27DD-6E03-11BE-E125-44B154B17D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4CCB800-7100-D5EF-62FE-87F09826F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6A7F90C-28B5-7D91-B27D-10C1C64C1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CC95182-6280-C983-2AAE-B8194C2F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113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5EDD2C-A69D-8B99-EFF9-E6D673989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4C29C3-BFFE-82F8-47F3-20FFE5D16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C702333-5CA4-49FD-43C7-BB3D7BE9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1756D6-FD70-5C3D-C5F2-FF4C74B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089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3F0E60-F1FF-7842-BDBB-371213F26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17069F3-23EE-7F9D-16D3-08095A410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3E6F61-E117-471D-940B-0ADB3866A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5643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F3729-861F-C0F3-52A6-3396BAD3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07E5CE-DA29-11F9-A1B8-81545115D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159853F-DB32-76B0-A431-8B04748D89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2511F-0E4A-C00F-FD06-CCC1F97B4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BF3B6F0-1F4A-35A9-B5D0-15BD1EBB8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45621A-48B4-9292-2BC6-9AB8C9881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1064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D813BF-5A4A-9862-C58A-36DB01D09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D24D275-6F16-9706-4053-7555392228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C522A2-00A9-64A9-EF43-F3CA15167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774064C-3F30-92F6-2BBE-39E570DAF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260E20-35B5-1971-E71B-36326645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CA2FD8D-77DD-5B86-4646-98B2A026B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768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8A36F2-0617-6EFD-EBBE-FA670BA6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CFFE6D-B669-42C1-762A-365B0EDDA3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9DB6B0-CD0B-8301-C7C4-D5EC69118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BF8871-43CA-3FFA-5EC2-B6D146362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07288B-EEAD-06DB-B983-6A35C813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2353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045148-90CB-4696-38A8-43C0AAAFBF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AE1420-3D28-7758-3196-260B5ADE4C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B68B08-2027-B0AF-0137-5E8030355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31FCFA-E811-A81B-2450-93A7BE816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A165EB-851A-83D0-E3F4-2824CDAE1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5014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7DDB532-9FBE-6EDB-E4D1-604D6B5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CCC654A-9D4B-A76B-58B6-7A7B429CA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ADDDB9-33BE-E628-0844-59E75752F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FE9996-2F43-4DB5-9595-BA3FF82450D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ED55B8-AD68-20AC-B3B1-418F07D9B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5C09CA-1D33-F587-7758-7E05771C21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EC772-2757-40B4-A5E9-D965273928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9434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7031A8D-D400-9B95-477B-4476D3ECADF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3968DF-74C9-C869-D0F6-68590B4A0A7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Smoking Area Where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68FECEB-F424-CB88-DEDF-E02C4984381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63F9F2-5D9C-9A5B-5F51-AA80782C23C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F886095-F456-91F1-0989-2CDC339E71A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4274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77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F43F3F-9E13-8282-D0BD-240D19A4CEE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310E438-58CB-F77C-AE6E-2237D832B54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1F511C1-C4C2-9EAA-A791-AC53114C5CD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About Laravel Laravel is a web application framework with expressive, elegant syntax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7670B23-7D52-CB53-30A2-5DE4492056A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7EBBC5A-F4F8-FDFD-1A84-58F7B22A512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487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5D636D4-CEC2-88AD-1B58-9F75B1CC7C3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868081-052E-CD3D-93F8-AD8437537B4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C912795-FB26-CB8E-C4DD-FD5CF8C07531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Procfile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B7065C-8618-FDD9-1EA9-E229A8B23E5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B843A5C-F447-5017-9659-4AFABDC1506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125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2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E5303B3-1BB5-36E6-4FB7-B952E8CCACB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6F1C1B2-EF28-9C65-3C33-54D789C5A7A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C9C9804-F209-BBF8-88CB-E18A040D63C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Procfile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A32A29-06EE-BDF7-9AEB-7DEA6EDDA27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643B28C7-70FD-2DC1-CC97-32F9079116A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032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ACA845F-8B41-4187-5C7C-4CEEB5FC901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ED6A3D-7B97-F846-4684-42255D64A37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B3141E-D4BA-72D9-6D5F-72F2BC79366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LINE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プッシュ通知連携を追加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お気に入りスポットの混雑度変化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)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5A57B7-9AB0-DB9C-2987-9CBE3C798EF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23B35420-110D-4CB7-9771-198C0215001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122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46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20F3FC-5231-DD08-B309-E6B85B6AEEE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A55B25-93FD-285C-C838-32114A58CBF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F85F4E6-1F6C-0D8C-FF66-689383E35BF0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https://syunnjack.dev/articles/smoking-area-where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1292046-EE19-834E-6264-2704D72F911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F3D91F1-2BB7-29A5-22BC-C8A352543F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538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2026-07-30T07:24:42Z</dcterms:created>
  <dcterms:modified xsi:type="dcterms:W3CDTF">2026-07-30T07:24:42Z</dcterms:modified>
</cp:coreProperties>
</file>