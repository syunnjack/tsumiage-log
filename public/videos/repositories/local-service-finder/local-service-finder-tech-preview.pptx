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F953C3-8885-E489-E7F4-7EF9C33493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9EE5C76-DD38-5CAF-4A72-3A01FB4E84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5F46D16-6CFC-FEE0-C4A0-B0CEADB32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D5C1E-DAEB-4845-87E9-F55D79C7ED6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1F5B7D-DFF3-B4A6-8CBC-3AAF1BFBD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315D48-BC13-BA85-7694-B75EFF00A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1F3A5-ECEF-4C17-B784-6332A8EA5E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7506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968D76-FD5E-0AF9-295C-F16B06356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ED602A-EE0D-C196-A086-5751D1473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1FAAB04-0559-D162-8724-F822524C8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D5C1E-DAEB-4845-87E9-F55D79C7ED6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03DA67-D16A-0138-A1A7-6460FEC32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7B84A1B-798F-4832-DF6B-61BC1D236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1F3A5-ECEF-4C17-B784-6332A8EA5E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42471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B452660-212B-FD01-76F7-53B355936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E1DEF30-F7A9-068E-2E09-57E354551D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282F63F-3782-CCEE-5654-317831AA0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D5C1E-DAEB-4845-87E9-F55D79C7ED6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7919AC7-5104-1E05-B58C-2DCC1FB8E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D6B6353-9986-42FA-5EC7-F47FD213E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1F3A5-ECEF-4C17-B784-6332A8EA5E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58690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789694-2899-71AF-8151-92233DAF4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E6D1746-1A9C-90ED-9B26-808D7E99AC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6805D5C-7F53-9B8A-594A-CD09FB5C47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FE7454B-77AE-D1BB-6299-7CF303B51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D5C1E-DAEB-4845-87E9-F55D79C7ED6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BC8EDB3-E1C2-F462-39E7-61DFDDA9F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81CFD7F-3AA0-669A-76CA-2376F53BF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1F3A5-ECEF-4C17-B784-6332A8EA5E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7080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BFDE7C-ECF3-DF10-0D1B-6B6622A9E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96F7D63-395A-FC85-A62E-93D1BBA915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B6BD4FC-8561-8AE7-A4FB-F9336ECD7C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E56578A-0EA8-75AB-689E-9037B4E8E3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795FF79-635D-1BC8-58B6-E73DA6C2C3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4FFF72E-3CA4-74CC-EA5D-0F6658FFB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D5C1E-DAEB-4845-87E9-F55D79C7ED6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2F43B72-D2DA-64C9-C667-FB6C2BC87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6CFCD3A-9CBB-E018-C414-B6FC11C6C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1F3A5-ECEF-4C17-B784-6332A8EA5E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2079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77E901-08E7-206A-E0EF-B2FB9C266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B5BECBA-65B4-C885-7553-E8D786DF4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D5C1E-DAEB-4845-87E9-F55D79C7ED6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A22490D-CE0F-7876-2775-8ED8E5532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A25DF7C-14C4-5E04-2FA5-DA1B58942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1F3A5-ECEF-4C17-B784-6332A8EA5E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8642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870A4F6-7D9E-D03E-344C-825970006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D5C1E-DAEB-4845-87E9-F55D79C7ED6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C5F7D58-7D16-6254-9D9D-3038A578C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77C8ED7-89DC-E642-7FBE-9717E353D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1F3A5-ECEF-4C17-B784-6332A8EA5E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43309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4A8A634-E47C-F8CA-1B14-4717CAAB1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5A37674-7518-5518-05B8-DBD9318A2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2C75CE-FC8A-E09A-9104-5C4FE5B872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43E7FED-0F1E-61B5-6309-DF14C8B1F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D5C1E-DAEB-4845-87E9-F55D79C7ED6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F6C7398-1FEA-0BAE-D65F-3EB3CC176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B54677B-8E7E-A4EC-EE28-9C83D6BAD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1F3A5-ECEF-4C17-B784-6332A8EA5E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49755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8A9AEE-863A-5D65-E353-6DF66A42A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F18507D-7C76-2C32-69F4-C3EFA4986C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1D6F443-3DA3-2F03-D37F-1C3EB36AB0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02B6128-CCF9-C171-39C2-4D0ADD9B6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D5C1E-DAEB-4845-87E9-F55D79C7ED6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F33F7E9-855C-AB59-48E2-D96905FCE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DAAC784-ED9F-1315-37BC-B5C7565ED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1F3A5-ECEF-4C17-B784-6332A8EA5E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03717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D19723-CD90-F49C-79E9-63A8A9AF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0C759C-39A0-6B53-7AB6-816BC27C19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E7FEB36-4D30-8CFC-A50F-744ACE3BB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D5C1E-DAEB-4845-87E9-F55D79C7ED6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2A15FDA-A525-2C6A-F203-F4FDBBCBB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CEFFEC-0202-1ECB-39BF-54CAAAC20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1F3A5-ECEF-4C17-B784-6332A8EA5E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4591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FF32095-1D86-12BA-0B6F-EC5FF79EB2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3FE554D-CB87-6EF1-9703-DCEF804F3E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B23A9B4-57D8-4945-8847-54F783BB4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D5C1E-DAEB-4845-87E9-F55D79C7ED6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0153797-E3A5-B3DC-F3BF-E7E0F60F4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C4CF89-7955-E139-C4E5-A3E16126B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1F3A5-ECEF-4C17-B784-6332A8EA5E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6945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A8B0E04-C1FD-1D29-6436-552EB3D90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32E5F6A-2783-6811-BECC-898D1103A7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927C8EE-0140-320B-17AA-7764EC1C13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CD5C1E-DAEB-4845-87E9-F55D79C7ED6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2F2CBAB-5A50-92D9-B936-D0EA7D88AC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FC37FDB-5139-2107-4A9C-48D613D742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81F3A5-ECEF-4C17-B784-6332A8EA5E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945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F5A07BC-8DBB-A4A4-B1BE-D862A50ED46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0A2868F-4B27-92CD-82C4-9887AE7478F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local-service-finder TECH EXPLANATION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F3C37AD-5096-07B5-4CD1-BC501AA47A2D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Architecture, implementation and commit history in 75 seconds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6554CA-9F3C-D7BD-5061-790746922D1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4981D541-D691-3792-A6B9-F686CFDCF2F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4427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89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F3D34BA-9AFC-E608-DCA1-89F4ED4AACE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D7632B2-1555-FCC3-B7C0-2368BA18034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WHAT DOES IT SOLVE?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2A824DC-3537-7B59-DA65-FDC9EE719F29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市町村別の生活・美容・教育サービス比較基盤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7EB6352-CDE2-316B-B0D8-1A734198489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D0D8E0FA-5051-36FB-7E4E-75E74FA1399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6647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26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6B48C05-DF62-109B-0B45-074EE58DE01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A2A79CA-62E4-E810-00CE-A7572955895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TECH STACK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5C8AD5-283C-DF70-EA34-55E0F0CBC4C9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Primary technologies: 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500B5C1-4186-35DA-A9F6-ECD2C5866C4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EED3D6C6-A936-845F-B9A1-9EA9C4D5AA0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4710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7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04D933F-D302-F0DC-86E0-C37220E30CA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FE82F8A-1D64-F535-89B4-21CEBC6EBE6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REPOSITORY HIGHLIGHTS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00A3005-1019-03E4-EB0A-119B335F61FF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Public source code, README and commit history reveal the design decisions.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83E5CE5-5044-D4C3-A47A-82978E4D94C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567B6C71-1BE2-C0A8-1A13-89C2C53F3B1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0032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4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29F6153-C1FE-D254-E9C0-411F2026E30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3A0C2B4-4400-CB3D-F909-FE7E24FC874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ITERATIVE IMPROVEMENT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937FDD3-2362-E6EB-9197-F28EA47CD786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Small commits continuously improve features, quality and release readiness.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F5BABAE-1BB5-23EC-60C7-DEECDA6E0E8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77F6E100-9E54-73F7-C9BA-B7C81E4F034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51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84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4A152E-77CD-2F8E-D8CC-73868FD5902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B7820DF-D36A-F29C-BA58-EEC6F726605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READ THE FULL ARTICLE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AB55E47-F989-607C-833C-930FDCB279FD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sv-SE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https://syunnjack.dev/articles/local-service-finder
TSUMIAGE LOG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68BF28D-B024-253E-887F-09849B37ED3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F33404E5-0B26-4231-22B3-6A15A8D9D55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3221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2026-07-30T03:57:02Z</dcterms:created>
  <dcterms:modified xsi:type="dcterms:W3CDTF">2026-07-30T03:57:02Z</dcterms:modified>
</cp:coreProperties>
</file>