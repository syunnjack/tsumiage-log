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9DDDD8-AB08-9F65-637D-26B723B30D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897F1E6-98FE-D88A-E48C-138EFF4B3A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B30B4A-17D9-E626-AAD3-538A7A458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64C1-C361-41F3-8408-E012A29806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9C87354-1674-44C7-96FE-CFEB44F16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9D29D6-5846-4270-CA3D-98B2067A9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C1D6-A548-4A62-A106-3BCC4D337B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4857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226D64-CC6C-C3A8-B96D-DD366561B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7E05E0-596B-949C-3700-153061A9A7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E093FF8-3D75-0316-E2D9-A7CE79C3A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64C1-C361-41F3-8408-E012A29806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21E847-FAE1-B61E-28FA-B3D89A88B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0D36B9-E9C1-C07A-5191-535AC487F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C1D6-A548-4A62-A106-3BCC4D337B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0680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49FF62-767F-76CE-1F47-104E05EBF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5FB1B2-200E-0503-A944-007D029FF3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490110-BC5A-B4FC-EF94-EA041256E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64C1-C361-41F3-8408-E012A29806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81CB50-D879-59AB-201B-0044A7DD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6EF7E93-3B7E-88B7-A403-F4834FD60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C1D6-A548-4A62-A106-3BCC4D337B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1810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C1850C-2547-1C79-47F3-C3FF0EA75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9FE7B65-B189-1FD0-29CE-9D46E723FA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4ABE296-E087-B732-E7CF-FB2B654198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A948A7D-2261-5359-FC85-5F8AF9062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64C1-C361-41F3-8408-E012A29806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3C37FC-142A-3606-E828-A83D747CF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EA8891-9FD5-E2AC-B924-7479BDC1D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C1D6-A548-4A62-A106-3BCC4D337B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5745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F0246C-8BA1-0BB1-4667-68AE9DBE7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2C09C79-AD87-CD8A-4698-AAA023E0A9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FE4825C-7554-77EB-E489-0E8B74425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831ED2A-5962-3A78-A53E-1162396CC6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9F04CF7-DB16-AD7B-59ED-19EDED3197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1DCDD96-0EF6-7DEE-9A6E-0C4ED1E13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64C1-C361-41F3-8408-E012A29806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6FF6644-4AB5-D3B1-C754-1F93ED2E9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EDB1667-BC4C-F3AA-D97A-B11239254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C1D6-A548-4A62-A106-3BCC4D337B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8300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0640B5-A4FC-4ABC-B48F-02587771E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254A2B0-0497-DD5D-E372-E509751D3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64C1-C361-41F3-8408-E012A29806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2EE6C71-E9D8-2B9D-AE54-3DE71228C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96DBE80-A2DD-C66A-9441-04F74602E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C1D6-A548-4A62-A106-3BCC4D337B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8362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7DFE859-7F02-2131-42AA-CE2E478AB0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64C1-C361-41F3-8408-E012A29806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A978B4D-2F9B-DE3E-45A2-5AF79181D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A6B38E3-C8DE-76C0-3BC6-F91AC46D0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C1D6-A548-4A62-A106-3BCC4D337B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9609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4D3B67-F5D7-4716-E4DF-B9426C921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33FA83B-EB60-7B7F-F20F-263B1541E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ED902EA-E9E7-4A14-B6AA-B2D8CC0535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D0F3BD-C98E-FC9A-BFF7-9A0E26AFF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64C1-C361-41F3-8408-E012A29806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C62CDAD-7B28-355C-9D85-A1D247B29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0ED95B1-7F69-13E5-3C3B-D4FA8AA16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C1D6-A548-4A62-A106-3BCC4D337B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02004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750D9E-4198-F66D-35C4-9631B2EFB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2594A9-99FD-8BF2-B1EE-2F3E452956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D5E98F1-E7F4-A868-11DC-FDA17B67F0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66C179D-76D0-ACBB-DD11-6F51AFFBF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64C1-C361-41F3-8408-E012A29806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88F7B5F-769C-B9E6-EFBF-7F0C576D4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262AB66-F321-69D9-8E5E-AD2F11607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C1D6-A548-4A62-A106-3BCC4D337B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2210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D3540B-39A4-4E1A-04E7-DD9F700EE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9A6EE56-C676-E8B9-E861-A87C3BC52C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1FA7B01-19FB-047C-A3F8-409B1F32F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64C1-C361-41F3-8408-E012A29806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5E4303-E986-B67F-3F33-F99BDC1C70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289741-3E75-1954-3C2B-F5CFF6F2B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C1D6-A548-4A62-A106-3BCC4D337B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92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B95B564-690C-6596-E82B-2F2DA6E3F3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32C0B6C-E161-BCAB-1346-8CC6F7F440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F3A4DB6-C11D-99F0-0A2B-0A1B3CECC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64C1-C361-41F3-8408-E012A29806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052931E-63F8-10DC-FA56-194164091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294123-8578-275E-A02A-525F54945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8BC1D6-A548-4A62-A106-3BCC4D337B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7602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4EA5CE4-1E6E-FF3A-7F0D-C1D84618F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EF3D6B-A1AC-087B-E6CD-8E2B1E0C50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825FF2-7D94-252E-471D-61FF911BA7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C164C1-C361-41F3-8408-E012A298061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E30F22D-E9D5-B6EF-D678-F251E46667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BBF052-0E82-AF95-5B2B-5043B6541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8BC1D6-A548-4A62-A106-3BCC4D337BC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489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A36B50D-603E-6275-6112-2DAC99D3EFF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5AEFD37-F808-E4EB-D8B0-B9699A3CFF9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Local Service Finder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F138C59-7902-CC40-996E-59B969D5256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D056817-F581-5AD0-E45B-E8E2571D372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9F3F6A4F-05A3-3E68-ADCF-8B4E672FB16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0056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9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D188DC2-71A0-8E81-3DBD-C960ADD5107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60CF040-B647-8751-41FE-700134C9C8D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3C28DA-BCA1-C353-8BD5-486209F920F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市町村別の生活・美容・教育サービス比較基盤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A08E54A-D1F8-9910-A86E-8D6ED561FE3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A7706B0F-77E0-85B3-8B07-B1C1F637031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854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26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098FD13-77A3-C816-CC96-89FA84758E0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52825C9-F5DD-2F9A-0E07-07503A48557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AF2229B-15F2-981C-601C-5DD555E1E62D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F0C3D5-0833-C27C-54B9-F0E6991BDFA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9A307779-C1EC-00E0-3058-3209541CA81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40957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E3726A8-B9D9-AC80-7659-9FB9282CA76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3DAE8BD-D44A-8379-5E8A-A0155DA0826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4406CF2-BD1D-F745-6065-ABFAB941DE4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24B762D-894E-C320-E5C3-B81819FB949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791EE667-EDE8-BBA8-A91E-A5E9B5AE2CC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0895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86AA8C7-2452-DF1D-B584-E3EC5532AEF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0F74181-FE6A-DDB6-09AA-18E38D9519A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39EEE76-F1D4-E71E-A6B5-222BDB6E8D7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feat: prioritize helpful discovery on home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E431686-333A-57CC-9A0F-AB1313BAAEF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1DD19179-2E39-48D7-7FB0-F0D4E234B8B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4729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84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85BE269-8BD2-B470-06C3-E6D0168FD66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5C6C81C-C0AF-EFA3-19EE-CD1399F1FEF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C968602-5877-D18D-F095-8C7761D6243F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https://syunnjack.dev/articles/local-service-finder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556D854-E634-557E-CCFD-55B57E1881C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0A3C303D-C27B-6C4E-5C85-72B94B76CA8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1412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159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2026-07-30T04:35:23Z</dcterms:created>
  <dcterms:modified xsi:type="dcterms:W3CDTF">2026-07-30T04:35:23Z</dcterms:modified>
</cp:coreProperties>
</file>