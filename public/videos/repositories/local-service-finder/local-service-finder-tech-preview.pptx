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503F7-F08B-F02F-6392-533F015FC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7080C99-425E-1EFF-BE7C-63CA6F53F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AD8015-66C7-AFB4-28C6-812E5694B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2664-D56C-4020-BDA7-6855D4114E1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8C7C01-2138-68F9-13F8-61597F676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95BF6C-C593-04F6-DD76-4D5E11EE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8B73D-BD89-4C29-A720-EEB8AC92D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0303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36B03E-5BFE-69C3-B07B-5EA17C0A1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051106-9C11-6602-08D1-F6C3D40AA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860AF-D45A-1E14-C664-719DAAC6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2664-D56C-4020-BDA7-6855D4114E1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CEF30B-E676-E31C-A069-BD6A6663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77A274-A4D6-A6E8-6153-F4FD8EC8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8B73D-BD89-4C29-A720-EEB8AC92D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40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7B3F13-8404-DDE8-5724-A97A01560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C1AC0F-7F9D-EAF8-A008-650E1A044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2CAFFD-3AA2-719E-435B-FC1AE8C5D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2664-D56C-4020-BDA7-6855D4114E1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12FCA7-CBA6-F118-B82A-818FE3414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BF8F74-1D50-6689-1B9D-6B1B2358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8B73D-BD89-4C29-A720-EEB8AC92D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82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FE3D41-ACB8-24A3-EA80-8EFE3C8B3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FA4C43-41C2-5C78-2B74-DC3B785706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A0ECD0-AA09-F385-DF81-FBA428434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9EE22E-6497-8834-D290-F37369E1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2664-D56C-4020-BDA7-6855D4114E1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ABEF89-A848-FADD-4150-B8EAE5B0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563A44-7E99-C477-1798-6619FAE05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8B73D-BD89-4C29-A720-EEB8AC92D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656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DD0C32-3238-D59E-177F-46F1EC43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F2D452-3BD3-9C24-08A6-DA8E61D26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05DE02-11FE-D2D0-39FD-3A865C203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EBCB01F-AC31-9E71-DB66-BDE88B271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DC347C8-9C47-A75C-EA30-1CFEF4F76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4BF4256-F560-13BF-E611-AFDD0215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2664-D56C-4020-BDA7-6855D4114E1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97B49BE-4A0A-29A8-6EA9-6F08AA4CD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8FB8FD-587C-2C1D-59D8-0116D0543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8B73D-BD89-4C29-A720-EEB8AC92D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53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FD9BA5-FEDE-E223-F88B-6896B1B2A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858F749-1CBF-0280-968C-F1F7B220C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2664-D56C-4020-BDA7-6855D4114E1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03756BD-486B-FCF3-A21F-7A898E12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F455162-25BA-3D71-A494-D99F856D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8B73D-BD89-4C29-A720-EEB8AC92D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3054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0D7296-FCF8-342C-DC90-5DE759F31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2664-D56C-4020-BDA7-6855D4114E1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A3FDB2E-9B92-380C-56D0-A2A23907A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7FA66C-059F-C78C-CC06-78D4DB12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8B73D-BD89-4C29-A720-EEB8AC92D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145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F01568-7914-3A70-3011-9EF07C19B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F614E3-365F-FA64-FBF4-4E8A50E99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28304BD-25A9-E19B-8F08-FA89BF160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755B20-BF32-8451-184C-0A280AEB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2664-D56C-4020-BDA7-6855D4114E1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6E5B22-E35B-4006-DA1D-ACDE22E4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11BA1F-0427-E7B9-358D-A95E724B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8B73D-BD89-4C29-A720-EEB8AC92D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030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B436A9-2341-F7F4-5F12-92F7A6DBE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1786CBF-8BAA-5A98-61FB-C6EDFA5473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07249D-7D54-E734-2950-86DF6243A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174B56-447B-96D7-51E1-DED06A477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2664-D56C-4020-BDA7-6855D4114E1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A87D78-EE38-690D-B4AA-983BBB7F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17B73B-692E-0D16-67C4-2EE6D154E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8B73D-BD89-4C29-A720-EEB8AC92D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703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C2BE1D-44D5-6DB7-ED86-1AFA6463F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63AF70-BA4A-F66C-9B03-7F336545C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5E9312-0F2B-51DD-81EC-42B79B74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2664-D56C-4020-BDA7-6855D4114E1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FA84C3-151E-15A2-A569-7A30DD36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A40AB0-75FC-4F7F-41CA-DFBFAE1D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8B73D-BD89-4C29-A720-EEB8AC92D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51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E9C0119-969E-F435-C009-E4AC85E9E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A786B0-BD56-CF32-F589-1D94BE404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EC25DF-035B-AEC1-AEA7-8466752F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F2664-D56C-4020-BDA7-6855D4114E1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195739-7D2B-75B9-2D1B-D269F7F16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D8EC16-28F6-E46A-7167-510DDB61D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8B73D-BD89-4C29-A720-EEB8AC92D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552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920298A-67C3-B8D4-6C73-513D2A3E8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73756C-4AF6-07E7-D2ED-6CD67F9A9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F89B03-D109-17A1-D275-6953EE9B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F2664-D56C-4020-BDA7-6855D4114E1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159F71-0AA5-0670-E7B0-D42721FCE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CE4222-3F7E-E8E1-8BCC-21A3C91C8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8B73D-BD89-4C29-A720-EEB8AC92D2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60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DF292A5-594B-2544-2A2E-D71A3DA881C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F6449D-4F94-58B0-8E91-15F6E8A7487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Local Service Finder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D4B0A5-C6A9-6BDB-3E02-626C0351749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6EA49AD-08D2-3152-4A9F-9E6863011D9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E592825-7BF7-39FB-36EC-1F524F15E1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352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59CDC24-1535-C8BC-39AD-F263CDE3860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56EDE9B-CC84-2C9C-A29E-26FAD663153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5FEEA7-F33A-213E-F81D-74B95BC7613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市町村別の生活・美容・教育サービス比較基盤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EE4C01-A109-E066-8370-0D3B7811BA2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A4ACE157-C3D0-D968-62E2-92138B96D0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80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59A274-2520-4002-4EDB-E28CF9A649C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5D1DF5F-C935-A1BE-16C2-282DAF4F4C0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438B95-C9C9-5A1E-E643-89365D0AA97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B8AEB2-D594-F668-3E93-3DFA36ED631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FB26A949-DC9A-CA08-3A32-B57162BE34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15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22364F4-6555-1833-26DE-B4C30ADF3CD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296A137-AAC7-1E67-48BE-3D140FAC67D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5319E6D-6997-AAA3-7F3E-FF6FF9EAE3C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205BCC-C7C3-D5DA-296D-64848DC8C84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54DACEB-B3A7-D00E-AF32-9C6AE4F597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347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81611A-71E9-F6F7-83FF-E67398C0EB8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2DD582-524A-D6C5-E6C8-4D0E58D3FE9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AFD8FED-C1B0-1066-D60A-C22828E9830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D241FC-667D-EC46-BE98-26A1E69019F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5C4480F-A13D-24FF-7E60-925EC30A57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32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65D8766-66C5-4E54-26C7-2146E8904BE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393DD1F-A132-7E6B-8858-6042FB8D2E2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1202A6A-4EBA-8EA4-D0CE-B553FDFED59B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https://syunnjack.dev/articles/local-service-finder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F67F09-2E10-183F-BCBD-54C22DDFDE3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C7BA72F-B951-A714-7069-15DD7D2BD2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47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2026-07-30T11:07:41Z</dcterms:created>
  <dcterms:modified xsi:type="dcterms:W3CDTF">2026-07-30T11:07:41Z</dcterms:modified>
</cp:coreProperties>
</file>