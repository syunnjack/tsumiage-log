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D635A6-61C8-8DFC-FFD9-61D27D60CC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D664388-0992-131A-19B5-C810A2531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84CC2AA-8769-16E8-B1EB-049ED3F05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CA076-BB8B-458B-831E-FD9C0FA9C4A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8AA05B9-6060-1CE4-B32C-EBC4A4696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81299A0-7ED4-8EDC-48A6-C48D83B88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D8BF3-C8CF-4A70-9A46-48C6F4FC04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7633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4FD27C-AA19-3489-5D74-34D30EFFC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37A85D9-58C0-A505-D16A-E8074778F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C6D9B44-5F23-E36B-2A70-21DCE0F39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CA076-BB8B-458B-831E-FD9C0FA9C4A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B5B0C3-5EE3-17CA-2F81-CFA8D8A33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F1D56E-03FA-6D0A-4836-A2E421F6F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D8BF3-C8CF-4A70-9A46-48C6F4FC04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7745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205DEF-CC69-39DB-73F3-5B8999264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B7A850D-CFD2-9110-8CE6-34D5638F0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008036-298B-7F5B-3B9F-005774C24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CA076-BB8B-458B-831E-FD9C0FA9C4A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41D457D-3093-F7EE-A0D2-E63253084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0AEBB5-C0F2-0B7D-D9EF-7BB62FB68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D8BF3-C8CF-4A70-9A46-48C6F4FC04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1527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BE75C1-E8B2-A929-490D-CA800BC2A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39E99B4-78EC-4F1E-52E8-96A803F74B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5D4B0AF-4E93-C149-11EB-9C1B58CC0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50E3813-4A68-19D8-543A-571167273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CA076-BB8B-458B-831E-FD9C0FA9C4A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9126897-36DF-3F38-AD32-924B2B12C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93694E0-AF29-4C4A-E918-4BB833A05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D8BF3-C8CF-4A70-9A46-48C6F4FC04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1739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B23ECD-24F6-2AF3-EDBB-68BF25436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0A115C2-3F10-6600-6762-72EA447CB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3FBE3B7-BE34-359D-5F7F-6BF3618EEB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8A56263-9215-282D-0C0B-0F9099497F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0161400-DDF4-F39A-8FC6-1C43569195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35CFF8E-A684-D908-0B70-97E71DAA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CA076-BB8B-458B-831E-FD9C0FA9C4A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CDC3184-7839-7BCE-2B5D-18FA38AAA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176E033-4E21-B891-5F1A-67D8CF1F9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D8BF3-C8CF-4A70-9A46-48C6F4FC04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8527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4C8466-C812-9EED-1928-598BB5CFF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B55E488-8987-913C-CB76-FF0FB4F6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CA076-BB8B-458B-831E-FD9C0FA9C4A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D317760-8904-2BD9-2187-76D652DC8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0EA99EB-68EF-352D-D2A8-C0B6B2F93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D8BF3-C8CF-4A70-9A46-48C6F4FC04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4214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0D3C1C9-7D71-7768-87A6-7792DE1D0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CA076-BB8B-458B-831E-FD9C0FA9C4A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B463828-479C-0353-C7F8-D7F0D884F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D755808-EB03-1D25-67E6-C185ED31F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D8BF3-C8CF-4A70-9A46-48C6F4FC04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6999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87EC75-5DBD-81B2-9C83-3EA0ABAC7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05FFAEA-376A-11B8-F453-A18C89E61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90429E3-94E3-6276-F059-1FB0BA41E1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B54A1CF-D1D6-2C86-3697-5112ABF74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CA076-BB8B-458B-831E-FD9C0FA9C4A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6667044-84BD-EC6D-BC4C-D3D0D77A9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8F28197-08D1-62F7-F47E-1276C5A5E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D8BF3-C8CF-4A70-9A46-48C6F4FC04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515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0C66A9-F14E-5F86-F04D-562C2152D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A36EAEC-421E-9A33-5C4A-7A2F55299F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416B804-6E05-15C1-82F2-8BE73CFE3B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7878D95-4CC7-8B6A-57EA-3D85F6BBA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CA076-BB8B-458B-831E-FD9C0FA9C4A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137202D-70C5-63B6-C5BF-8550F835D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54807E1-8994-7D2D-472A-2A2CC4ADE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D8BF3-C8CF-4A70-9A46-48C6F4FC04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7424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004E4D-0CB1-0ADA-A30D-4D067B6CC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7D2F130-58DD-8DC4-C1F8-8DFA2267DB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0E2B8B3-CBAF-E56F-2724-36BDAD557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CA076-BB8B-458B-831E-FD9C0FA9C4A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10FD5D-0236-F814-4977-F6FFA8393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003C80-FE99-1C3A-63B8-7BFF69BED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D8BF3-C8CF-4A70-9A46-48C6F4FC04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7669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657C630-2B73-73FD-7D75-119A1890A0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1BDA6DD-888B-E49F-D3BA-B3D4620AEC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5674BF-5805-FF55-9B27-A15CEA574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CA076-BB8B-458B-831E-FD9C0FA9C4A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63E894-87D3-C02E-9EB9-E8D026122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BCFBCC-15E6-7149-7919-D63961544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D8BF3-C8CF-4A70-9A46-48C6F4FC04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6824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CFDF4A5-1273-D859-71E7-88E327AF4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AB43BA6-FBED-D041-BA8B-39A42D21E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BC9870-30F7-2327-4050-582A76E0FA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6CA076-BB8B-458B-831E-FD9C0FA9C4A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CDA83B2-C982-4AAC-C436-793EBF87D5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36EF4B-5741-4E06-B7BC-AB6C88BD12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6D8BF3-C8CF-4A70-9A46-48C6F4FC04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9200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AA1F3ED-1DDF-3E87-B94D-A1C7314CD83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E8A7F9B-651C-B152-DEEC-0DEEC251084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Golf Course Booking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31D561B-7845-E9B1-CEBA-B2B908058328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5F552B8-E754-9AF9-929D-60970B3F03C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BD849F16-6773-1DC9-BD47-088D4606D94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0832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6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CBD2B83-D117-656C-D872-03E8DCEB48A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E93A689-F08F-3D62-3A3B-12C98AB8FF0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9D820FF-D49A-C436-251E-176EEF6F7255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Golf Course Booking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の目的、構成、実装を公開コードから確認できるプロジェクトです。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4285B60-E883-2657-A034-CDA5256085E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6218B0D7-4EEA-4A87-7EAA-2B0471B8AC3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4471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20B74A3-44BB-D786-35F9-46C2AA45318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9431A8D-F8F6-C89D-3190-47108986BFA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555E287-3EE6-44FA-9735-E0463F56C7D0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C4ABFF7-F74D-04BE-CCCA-07487B19DD8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1AF29CF3-C350-DD15-D63F-C277F3FDB03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1374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8A4BD06-29DF-88B2-BCFB-651657C8815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48C0494-76AB-D6E7-E77B-A5BAFEADBCE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FF103DD-56A1-D753-B583-AA47D6BC0CF8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9A69A14-40F7-1B89-065C-D5D7A622C32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57888593-EA15-17CC-5827-CA70DA6A275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6152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A1563F2-7F81-3461-9C4E-B53AD2510AF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AD5C2D6-A53C-3318-8373-C8CDC80952F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5ADBF6A-932B-C3C8-F59E-ECE0525E8E83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4534447-E3B7-FF95-A097-D8B1C04CECD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FE880D69-AD64-A17F-6F3F-B2840C1810A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3837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E546AAC-66CD-EDF1-DEC4-175EF8FED53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C4ED5E8-7BE0-3601-9FB5-4F432DF459E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36686F5-A937-F36C-FFAD-3C099748FAE6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https://syunnjack.dev/articles/golf-course-booking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261611A-FF06-151B-A398-CE34C6B9905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521FD86C-514A-4002-DACD-EBE2D74B2AD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0002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2026-07-30T11:53:43Z</dcterms:created>
  <dcterms:modified xsi:type="dcterms:W3CDTF">2026-07-30T11:53:43Z</dcterms:modified>
</cp:coreProperties>
</file>