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9894CA-97B4-5898-5EBC-3E60103BB0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B393A6B-0726-8AF1-D57A-5FD5A97EB7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81E832-13F9-2A3F-4811-6402A150F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3B440-C5A9-41A8-8B6C-F60195C973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A4BFE4-0D7D-AFEF-0B56-A8BD674F7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F57E2E-904F-6B1D-C4CF-47806F0E4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C1E9D-19E9-4D47-B9E1-7DC2D5C4EA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1598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DAA35F-9277-2641-779A-98602F3095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0C1A2B-A8E2-068D-1EE4-EE2C7399C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6BCF77-0D22-8063-20BA-978B059CE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3B440-C5A9-41A8-8B6C-F60195C973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A934201-B99F-A76B-662C-11883F61E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48E5E5-1FCB-CD0A-7334-89BABF885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C1E9D-19E9-4D47-B9E1-7DC2D5C4EA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758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8F50A0-EC0C-1AAB-498D-D85F8F78EA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11FEDBF-3C44-8453-52CF-3C309F4B4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6D1B9-99FA-8681-5739-5A5DB178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3B440-C5A9-41A8-8B6C-F60195C973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2B50713-FA06-5E0A-74C9-DA424BAF8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BC1567-E76B-1558-C2B1-87838D9A2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C1E9D-19E9-4D47-B9E1-7DC2D5C4EA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7258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2A06E2-89CA-B603-B3A6-F3BF1EC01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37B9A2-EBB9-EB0E-E0FF-850BB973DF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9108813-F2F5-089E-C9AC-A6A85F26CD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6C2222B-AFFF-B1FD-AF03-9CC50373B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3B440-C5A9-41A8-8B6C-F60195C973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968AEF-7D8A-C0E7-D3D4-988968688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C15F78-A7B2-08CC-5908-FFF527E23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C1E9D-19E9-4D47-B9E1-7DC2D5C4EA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1065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50EDE0-767D-C777-79D3-ED16EAA6A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F4CA73-DB44-45A7-2B46-1B53B3FFA6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70A5B95-BF97-78E6-F20C-5811AFB3B6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47A7D71-0752-A7CA-63B3-0C2908428F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5BE7C3C-3069-BD91-1262-85ECC96836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E8DB5AA-C666-BDE9-7E4A-95EE261BC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3B440-C5A9-41A8-8B6C-F60195C973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16504EB-AC6D-2341-F5D5-CE114E4AA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92C37D3-39A6-B486-FE11-849282AAA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C1E9D-19E9-4D47-B9E1-7DC2D5C4EA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9419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2FD5AF-88B6-8E97-C4FA-FB575E709D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C078DA3-12BF-1B91-B06D-7B976F8E9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3B440-C5A9-41A8-8B6C-F60195C973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0261A64-8323-1920-EAEA-F9A3CF1EB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0E2CC5-D747-902B-EABE-5566F2E25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C1E9D-19E9-4D47-B9E1-7DC2D5C4EA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9178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BC7B382-479D-BFAF-CA44-4B5A112FB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3B440-C5A9-41A8-8B6C-F60195C973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5B19E0A-DA52-4278-C543-BF44C9553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2143A97-CBF3-BC12-01D4-DD0F40EF0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C1E9D-19E9-4D47-B9E1-7DC2D5C4EA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2750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6472D4-0228-942A-9CA6-2A5D0BBBA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D123A5D-5EAC-EAF5-6EEF-82F9B2F5A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0196636-B122-EB14-4723-E3DFEB91C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FAFFFE7-7AAD-7D39-FA2C-957B4AA87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3B440-C5A9-41A8-8B6C-F60195C973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01BD11-BCF4-F4BA-8107-2258CE62B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E4ADE57-FCFE-13B1-0D59-62A69657F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C1E9D-19E9-4D47-B9E1-7DC2D5C4EA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28005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EB698A-0FAC-CF54-CAD9-4A00561D0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8AA647E-554F-A80B-EC60-382C206CE4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D825A1-F443-F6A0-B9B7-7652A9DFBB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C7CC984-0E52-BB8F-0152-4C6716D4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3B440-C5A9-41A8-8B6C-F60195C973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8BB8CB1-4612-A909-6D7E-8ABF73BDD3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766490-B350-95EC-469B-30EA7C207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C1E9D-19E9-4D47-B9E1-7DC2D5C4EA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37087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9895D4-B5D6-9369-E961-81020FC5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4CF209-14AB-43E0-38E9-93A77AB3B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09D888D-FED8-3802-D6C2-ED0BDEA828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3B440-C5A9-41A8-8B6C-F60195C973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0D94350-5D52-216B-D8A3-B12716E96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2772D2-B4D3-9F79-154D-938F81225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C1E9D-19E9-4D47-B9E1-7DC2D5C4EA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5605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F0ABFD9-C205-7CB7-CD9D-30E9400819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DFF3279-D577-78D4-B585-E29FFB5F44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EE4529-2399-C771-D0D0-CA9652571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3B440-C5A9-41A8-8B6C-F60195C973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413246-A5E7-4984-4B4B-F700F195E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0C0FB3-701B-DD42-0624-D705E0813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3C1E9D-19E9-4D47-B9E1-7DC2D5C4EA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7984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773767A-99FB-487E-BCD4-1D85F027D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9E08906-003E-826F-35B8-239401436F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C2D2EB-7E0E-4847-C6BB-CA13CF4949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13B440-C5A9-41A8-8B6C-F60195C9733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832EBF-1881-A210-7C50-274F6317F5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D48679-EC70-13B2-0044-265C24EE58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3C1E9D-19E9-4D47-B9E1-7DC2D5C4EAD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4357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435421C-8639-F036-C502-0AB8E849D39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82C125A-A880-96E8-EE57-61470BA07C2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Golf Course Booking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03FB49B-6B62-A40B-4E63-CD4A2A805E4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B91706F-64D6-27F1-2319-F5702C8A385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F9A582BC-8D46-1E31-F574-CAA7B5CA5A2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7014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6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B1E56C-6100-AC85-79D8-8357D86C1E5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CAE92CC-2293-2059-20D7-FA0A8466F44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F8F8D7-499C-158A-E539-AA6B09FE8058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Golf Course Booking Recommended repository: golf course booking Confirmed domain: golfrsv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831C787-1C6D-8DD2-9FAA-6B5AF66BE92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20EA41BA-3D74-87E4-6524-6AB24F34AEB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8918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5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7F54922-491A-C6E3-C060-1CCC5BF53D3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2F5DFB9-7998-7414-AC21-514DE26E824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AEEE7F8-AF23-2F71-B384-801D571D4F74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E509A97-1DA2-F352-7FCE-D2368442891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FD75399C-C9B8-9D62-C9A1-02F6D772603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9477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3A739F6-34FD-6B91-1248-245EC352BA5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3B987E9-F9BA-EC9B-8304-F907A84D02B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B2A60E-46AE-0DDD-3628-219C38F06469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A0738CD-948A-4A19-3D88-CB2E3E7E7CC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CCD2DA78-0517-C77C-EF7D-FFA3E6DBB24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6845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D2E217-52D5-6CD8-B34E-1D5B32148E3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0B912B6-9776-048D-7C69-AB13BF44489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367CEC2-27B2-3DAD-EE4D-B37FA96FB659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C14469-2C2E-E715-90C9-2248D8A04AA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C5240BF3-E5E2-3D72-C9F7-B9D5D5905E7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7515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554235B-34BE-D19C-2DE0-C2A2CECB0FE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898CF8F-820F-C879-3EAB-E9AF4504282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8A2FFB5-4753-20AB-597C-3CE1197966EC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https://syunnjack.dev/articles/golf-course-booking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BA59AF5-6D79-1E88-5B71-1C417B34413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A076B132-6132-A5EF-A628-1C6009EC7CE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7075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2026-07-30T06:52:38Z</dcterms:created>
  <dcterms:modified xsi:type="dcterms:W3CDTF">2026-07-30T06:52:38Z</dcterms:modified>
</cp:coreProperties>
</file>