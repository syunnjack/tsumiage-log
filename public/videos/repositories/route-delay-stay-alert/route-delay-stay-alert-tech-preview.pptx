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7CA0E-FE0D-BC8B-212A-2EBB01B76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E17696-B00C-0365-EE9F-B45B4913C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A7A71A-65CF-31A8-BF67-37C8D5658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53837D-22CB-2C85-EA2D-C92B028D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24BB01-9213-31F7-51DE-E28FD36D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63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B1E044-6FAC-1A97-59E1-E329D982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44DCA4-CD98-2488-50F8-A9FA13B8F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7A86CF-452D-5E44-56FA-644FD287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A0D773-2785-8786-4120-8AF1FC47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98E251-03BE-28BF-A1EC-560B1E00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66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4C219-169F-5316-C078-84A3D718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E7EB6B-A0C0-4460-D6F4-C7097A97D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4A8992-1673-56FC-CA98-C27CF872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087255-5479-497F-9CFE-A038CC0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D99FE7-C15C-94E9-C2F1-09E8B3A4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02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3AE2EF-E7DD-EE48-7703-19F45D27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9EE7A6-8A87-06E8-3F11-14EB91788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E5756D-C7A4-7C87-4C57-406F88D05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8FDB79-6726-0CDB-6C85-36C976B9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CB737D-70D2-D58C-AA41-2A74BBCD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3A0400-248B-AC62-E85A-E035445F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6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6FB5E7-D4C6-DF11-1926-2E1452E3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81D2E4-4FD0-8D41-DAFF-3BA231E3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BC33E5-E421-89EC-1335-254C1B523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675815A-A7EA-18C9-6CEA-4A6E5D7CB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DEF3D6-288E-C143-F8DF-F8900178B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F5F75D1-879C-AC81-284C-B44242F9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067C8D2-88BC-EAEC-B8FA-1C4AA0A8B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818A95-5200-CF68-C2B6-10FF121F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80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31DB0F-AFFA-DCF6-61D3-1E02F43AF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CC041B-9E62-1BB7-08BE-B28A91E4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C506118-2042-1B1B-18E3-3F333954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324388-9957-EB0C-C9DB-4DB6150D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75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082F1C-C068-C31E-C5DB-2CFA536C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57AA90-F67F-5065-F595-2287FA00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018C68-3DA2-20F9-BA8F-B413AD36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10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1B59A6-062C-F0AA-4CEE-2A98CE36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0897AB-51BC-C719-200B-761CB6B9A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5C102C-D608-C1AB-972A-0D2CD2544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5C9178-D413-DD96-D836-9E63D9D7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606E04-B501-5F1F-66ED-B7959728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19EF1F-1DDA-B86B-F852-C3B42A4C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26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FB959F-926D-E41A-C766-D0010502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817DB00-5873-7F13-7090-4F0299FB0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AB0A72-2D83-AB00-8320-083B51121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9C0676-ED3E-424B-0F87-38F1ACA3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8009AB-9BE7-B964-CBA4-C5A971EC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C46655-6EE6-7D3B-035B-B36FF3F7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81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B0A1D-55D1-681B-494C-5C8DE935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BD55BF-B2C3-EEDB-9703-1BA249224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FB3455-9E30-D7E0-AD6B-DB95EA93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8DDA2A-0E39-328D-BEE7-21C81FA0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02773E-78C0-0839-C3A4-75F4F6E4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66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EFD5E7-CAB1-3E1B-2EED-6EA1332C3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67992B-E28A-339B-10A9-6D0F86671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49B219-4330-A5FA-0909-2198A61A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821F5-9C35-D468-BF44-FA1C68BA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3D6FCB-7651-7936-9245-472DBD76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90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C4D766-C169-A828-6596-F27618F1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73216F-86B2-157B-EF45-71FB983DF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2547A0-7F57-7820-9D8E-33E7616EE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F01F9-A88D-429E-BBD5-8F25B173AE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DBB9D2-7F75-2D03-9314-75ABB2E34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86F9B7-76E1-0670-BCBB-ABDAA02A2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66103-10B5-4441-8EBF-CBE261396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25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4BA80C-7C11-5F62-51CE-98463B7F36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6BEDC8-3C16-1326-45CB-2F9BAA013E8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Route Delay Stay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EDE5EE-C629-2EDC-DDA6-9D910FE6EB5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CF82CA-1AD8-DE01-3D1F-9E8A1AC68D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10B954F-91DE-450B-8347-24C7CC979B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71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D9B227-0671-8CF8-7C83-05B4220AF48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D1B2FA-859C-78AD-233A-648DE11192B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BC9A66-D823-B6F1-95FA-78B26FDD3CF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Route Delay Stay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高速バス・電車遅延・到着後スポット通知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route delay stay alert Domain candidates Confirmed domain: delaystay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3EC6A0-2E03-C174-C9FF-C392469785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52E192F-9AE0-E742-B7B2-4509EB969E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7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0306D45-567D-3900-4F36-BD8136AC627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13CF71-F345-709D-C389-B0DCBA780F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1BA7A6-5810-6E18-A314-D68DB5629EC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3F2C61-D6AF-8A72-8834-3D60C4804F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06EC5C5-B645-1E54-7A23-E98ADD2A30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97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5D290A-2085-AD29-4477-6CF18B2BD61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73ADBC-BD70-E15F-85EB-C5D7A7CA69F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DD037D-FA48-0F52-675D-038C363A8E3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57554A-A138-0016-23CB-4A7D287C854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E7FF8AA-7E67-5F60-9FC5-D714FE64D6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80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32C12F-CCA1-86CC-2ADD-CBA0B1337C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757764-1942-796C-C407-8743CA9B0A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B7D601-EDF6-6F52-74FD-9D57EDEFA68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9E9585-C39A-17B8-746E-5E17690D87A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F6F0D5C-6298-40E5-B878-1051734572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51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330A28-7246-0CE6-B671-468F8A4CBA7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1CAAF9-80C3-C941-7D6C-ADE4938DE45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772395-3A39-C7C9-42E9-5598985BAA2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https://syunnjack.dev/articles/route-delay-stay-alert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29CA7A-96B1-CCB0-3360-4E3B1BC9E24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41B2DFA-B8B2-91DC-A542-63A58C4F24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41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2026-07-30T06:47:37Z</dcterms:created>
  <dcterms:modified xsi:type="dcterms:W3CDTF">2026-07-30T06:47:37Z</dcterms:modified>
</cp:coreProperties>
</file>