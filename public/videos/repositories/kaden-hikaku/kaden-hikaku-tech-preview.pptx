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FE4B05-5544-D26A-5C05-E09E9E45C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4ADD57D-C880-E577-CE36-94D70F0B59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8B1198-B8B9-43EC-B81F-FD0E1247C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F17D6-7062-4BF8-B98C-E2985FD546A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DB4474-EE25-FC1A-868E-757D1CC57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706AB1-9C7C-45D3-C901-272B0BF69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F8C5-4848-4CD7-A875-AE86F1D0B2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8109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D3044A-3A7F-00DB-6B53-B9792DE46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F41832-5B6B-EE06-4D44-C7A02D54D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1786F4-65DA-BDA1-C353-27EF2462D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F17D6-7062-4BF8-B98C-E2985FD546A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990E83-3E0C-77C0-EC75-7247C96C8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AC7E23-4FEB-CA3B-12D9-39826E636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F8C5-4848-4CD7-A875-AE86F1D0B2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9565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00DAEF-B849-E77A-8236-CAE32C4A2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DFFFF0B-A958-8670-4149-B60BF556A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B2A7A1-169A-193A-626A-0E79077BF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F17D6-7062-4BF8-B98C-E2985FD546A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1D4F72-16D6-B53D-3F4E-BE82077D0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A5A01D-EDD5-0BBE-3A14-2DDF26955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F8C5-4848-4CD7-A875-AE86F1D0B2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6097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68E019-857F-A311-42F9-0F6E82424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7297C9-7525-28D4-8607-BFB50D3620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A36294B-2BE3-27BB-559B-9003C68A7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82FBBF7-4568-BA23-1364-C3BAFF3B6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F17D6-7062-4BF8-B98C-E2985FD546A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8032755-38E3-0AE6-DE2E-CDCC0BD0C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7E6C856-6F57-2EFA-DAC1-321C66881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F8C5-4848-4CD7-A875-AE86F1D0B2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8980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0A0A2C-D163-2FB0-67AC-16AB69606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BD5E90-AFD8-3E51-3498-59B4938DB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80A2781-17B5-5239-288E-B100BFCAE1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BD5FBCC-499B-B8AB-59B6-AA69F813B6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C92E53A-833F-9C72-A1D3-0D426DB542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FED4739-5EE2-B6A1-B97C-96FC82D51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F17D6-7062-4BF8-B98C-E2985FD546A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FB37040-E4D6-A052-AE9F-039B6FE43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AEED7F1-3C51-BD68-F674-1D502D4EB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F8C5-4848-4CD7-A875-AE86F1D0B2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1139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589C00-EE34-FD5F-DD53-619C40906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1148758-AC38-89F3-66C1-428D73EE2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F17D6-7062-4BF8-B98C-E2985FD546A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BFC8D03-72D4-C3AF-848C-2343C2CFD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EAD3DEF-FE72-A432-8ECF-113AF65B4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F8C5-4848-4CD7-A875-AE86F1D0B2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4001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F60C04B-4480-A612-C214-72FBBDF88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F17D6-7062-4BF8-B98C-E2985FD546A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F460AD1-9B55-ACE0-CA50-33AAAD211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4F2A502-048D-B42F-6EB0-DE7C9827C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F8C5-4848-4CD7-A875-AE86F1D0B2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050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CC39B5-232B-E5B8-0198-8F9F0A3A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1430F7-A87E-B616-D928-CB0A36C6F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624AAA2-38CC-3A74-4B14-C00B903FC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D9B9165-58D6-4C04-FFC5-6F606806E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F17D6-7062-4BF8-B98C-E2985FD546A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C8364D6-EBC4-73C8-DFEB-DBFB29C5A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8F9F98E-50BB-7180-1278-D3DA70DE0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F8C5-4848-4CD7-A875-AE86F1D0B2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3746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02FAB1-3D35-DA32-1988-9C667287E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9199C0B-FF57-6BC8-C374-797D7D13E7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045D790-2EE2-22F9-4B0D-379F903A6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01376C-D1FE-5148-5F02-F09A78653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F17D6-7062-4BF8-B98C-E2985FD546A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04D387D-1019-8E69-A78F-1F925FC4C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C5188EE-DBBE-67B5-FFF4-F7AC8B81F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F8C5-4848-4CD7-A875-AE86F1D0B2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3141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120EFB-194C-E17F-D96B-5C95C8325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DF7304A-EB56-733D-790C-527AE1BED9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F3B22E-2461-AF38-04E5-9C31D2121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F17D6-7062-4BF8-B98C-E2985FD546A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688CAF-3590-2D0A-A57B-06292D238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384A18-110F-5E11-881F-879C72581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F8C5-4848-4CD7-A875-AE86F1D0B2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0814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8E3C585-64DA-7FD1-34F4-9D4BA91EF1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296CB04-D8FE-EA45-EC66-4C9E53AADE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A10CCC-8EAC-DEA5-9F44-0A42567DB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F17D6-7062-4BF8-B98C-E2985FD546A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571108-6F9D-4DC4-A658-0744725C6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89C7AC-BD33-794D-BE74-37CAECD67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F8C5-4848-4CD7-A875-AE86F1D0B2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4369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734EBA0-C2E2-15F9-8820-6E44A75CA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E47731F-9DE9-9D87-E624-0D2BAB51B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3B4869-B12D-7BF9-55A4-5C45C06D80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F17D6-7062-4BF8-B98C-E2985FD546A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01CE9E-0FC1-8652-8EF7-AD9DD723C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039709-A400-52DF-4D41-08FE281E1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FF8C5-4848-4CD7-A875-AE86F1D0B2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3666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A1003E3-F936-85B7-8062-5F3AD6E4846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FD3E9AF-EC0B-68E5-0D18-7F3F89548AF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Kaden Hikaku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E7CF1AE-BBEF-470C-EB4A-F5505AFA9761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D5AD2A7-D70D-EAD3-5D1D-F24EE06E1A6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4AAFFE58-97E2-A06A-C76E-DEEB92E5994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4096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9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6F1F8B8-381D-D87D-1737-162DCEF134A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7E2C523-EBEE-05E9-012E-6EEE89B0098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A07CF90-623B-DF68-F1C2-8401D4673EA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About Laravel Laravel is a web application framework with expressive, elegant syntax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69ED086-0B89-70A1-EBF6-F139A582408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95040E82-FEB5-A0C7-B959-778A8920198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428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0DECA45-FF71-B4B1-8298-F13D093FFFC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08F03CA-B749-65CF-73E4-F9D5789A33D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85D6258-5376-91C1-B8B2-A4C370B69583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8F8A5C-9268-4C92-AD0A-27AD6CEB505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1A994898-BEF4-3AAE-FA82-476C505491E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0940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8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5E3423D-7869-1F00-C6FA-651CAF0726E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53E3F65-57A2-6EE7-540C-B0D76960E43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5A0EC8D-22C7-61EC-C209-9C1B8C8C288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artisan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1615AC6-7157-7614-F4E3-3DF0D79C413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92B113A7-3601-6C1A-F81C-EB73F3B7976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540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E87CD35-F253-38F2-4ABE-D4FCCCEE535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446F13C-7B49-488B-25A9-21CA7654AFB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777EC22-08DB-3E83-AD8B-D812D3295500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LINE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価格ウォッチ通知を追加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(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値下がり検知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)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9AB7CA1-994B-7FB8-3E69-886640AACDB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CE9C4ED4-145F-7882-954D-706ADC4994A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2519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16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24DC9EC-F127-C292-AD69-E5752DE64C1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EFD5FAC-3733-DCB9-9CEB-9CC9DF6FBB6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DEA75C1-387D-53DC-0632-DD43A9D82A1D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https://syunnjack.dev/articles/kaden-hikaku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A265B6D-5A15-3DFB-416B-F654FA4256B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675CE83C-18E4-3CA3-8CFF-6120ADF95D2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9059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2026-07-30T07:22:54Z</dcterms:created>
  <dcterms:modified xsi:type="dcterms:W3CDTF">2026-07-30T07:22:54Z</dcterms:modified>
</cp:coreProperties>
</file>