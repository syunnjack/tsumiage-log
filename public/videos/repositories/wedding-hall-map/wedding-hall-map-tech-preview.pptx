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D9F61A-748F-CF76-D6C2-79AD798FC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5B1D952-9FD7-1D87-1394-C8E43AEFC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6D9097-5ABF-86F2-A723-AA69A05B9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025EDE-0C10-4A5C-FBC4-E3327A15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2ED207-68B0-39E4-1185-A4C193A8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911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70E261-DEA3-A4F7-7B91-7B0C170E9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4474B8-8D9F-D314-09DA-B50BCF94B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98908C-4BDE-DF3D-2DC0-1D846656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B439E0-CDD4-93E8-4215-EF6F9AA9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E6BCD1-1B89-888B-DBC5-E540AC379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548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4550D-A0FF-8BE3-592A-75059E47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57CB55-1116-9F13-8E58-C0F1EF0FF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4FDA4C-B253-1AA5-A7FC-10457151A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3A452B-B80E-1DFF-4DCB-786B0CA0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B9D120-25C8-E7C0-7458-26E2966E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564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E320D4-2F03-966C-0641-743CE1ED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C2E773-E50F-3AB3-0F93-50BE077C5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AC6AB4-7A31-9306-0213-98F99E8E9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FE2DC3-FCF5-26D1-B6FA-38DB620A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767A0A-D387-0AE3-36CF-A1B245042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1A33FE-7129-AAF4-E2BF-D8B8856D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571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1A4C9-4EF1-0FD4-EF05-306CDCF9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1C8C39-2854-5030-DA04-D6D1F050E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02B2A1E-0ACF-2282-E4B7-ABEE1B364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6DC01F-3126-D18E-ABEA-2C6574BEC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9B460E4-3624-B16B-3C95-478EA82C8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AEAAD74-E2D6-50C7-7FB9-B061B5D9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1DF7ADB-C947-E4AB-CA60-97E3214E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CD2CF26-0434-2931-B9B1-80DC9D13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692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48D295-047C-9907-EF5F-22FA8965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6E2249C-1839-05EE-C382-ECB745F2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2D85062-DF6C-2D8E-4425-253A30E16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0369A3-B920-B0E9-7943-BF142419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37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7C4A334-8988-F426-E094-161B48EE7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01952DC-E6E9-824C-1BBE-A8905C7E7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4F6CB9-9246-60B4-B147-70E12720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3473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8DD4BA-408D-F2FB-486F-5829AE6D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13F807-2D46-0CC3-F4D2-4FB9AC2B8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18FC1B-2D18-F192-2968-73860BF42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02B583-D257-345F-7FE6-02EA30B7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9BE0C3-CF2D-918E-9EBE-B6F2AF73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914A0D-2FA8-E2CF-05CC-0D29C2E1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075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A348F9-0D58-EB71-281E-BFB1E9A6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D3F966-8D41-F4B3-9904-719D31472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557CB0-90CC-89F2-DF89-70D52CC0C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985619-0DE0-486A-B567-AEB1DA115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4EBBE0-A75B-A1D3-B33C-AFD7CC215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DBB51F-2F2F-4A03-7D9C-DA417BB3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344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D0143D-386F-C350-F901-3AF12F4B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5E55C5-C880-018D-B829-3BD4C4461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097122-F97E-1B4B-AC7C-615CB343F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507C9B-F0A2-5CCF-169F-2778CFB0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594E48-8789-98F9-0301-A40A1561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050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2BCF878-B1BD-C69B-CF2A-FAB76D4E2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F42C15-8CA9-E6E9-4C24-164977B5C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4C1FA9-12C9-7950-68D2-301CDB17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C76517-778C-6443-F95D-07A9C6F4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7B3329-9EB3-B041-CE9D-7C6DFD9C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172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562F485-EC6D-913D-7FEB-C105E25C7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10314C-CB4E-BCD5-7462-55EEBCDAC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E6AD59-1D26-A467-FB3B-E66F19435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00885-F7E3-44C8-81FD-6EEE2CA9182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9F4227-48B7-90E6-AC35-F781222DD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25E85C-4179-EB4C-5EFB-B6E39A214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C3399-F037-41EE-9269-792D2EBAF5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94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23AD99A-9B89-CEE7-5D37-C558E703500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ECBD02A-1DCE-39CE-6B88-B8D5E9AFFF8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Wedding Hall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ED71130-4BF1-BF44-8099-331158E6F5A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7142E4-85F8-AFCD-22CA-889CB98C51F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763AF1E-4A88-6735-7BEB-D631742AAF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10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99AE30-D47A-E57B-A5F7-0F9E6B33459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A4B12F-92AA-FA25-B577-DDDEB1CC9FB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1BB763-C58A-4C95-23A6-361DB5BF040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A74A73-E0B4-5E06-BDE2-D9CA9377B6F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F71DBCD-EFCE-66A9-3F84-FD13236F03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00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E757DD-2F5F-E5CF-A23F-023462699A5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DDDFD3-C26C-6FEB-0B40-6924EEA8771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8EF21B-32F9-2582-8CBD-3C28CC62B5E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7F2656D-BC6C-89D4-0EB4-76DB0049A19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3A9519B4-E7E4-6F19-D824-12E5EA1EC8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97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6738A3-E699-FD55-0F3E-E4AC4FDD398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217D1C-7AFE-9714-0824-C3786EF47DC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BFC1D3-AF41-0849-F55E-939192B55AA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10D978-C690-FC1A-CA29-1F869C55727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66806C22-99EC-03FE-14E5-7A41F30281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91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C47975-CB1F-6220-BDA3-A7F7549D148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6114A3-9822-7DFA-C4D2-C4942F15BDD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55D014-2793-880D-D116-BB613F12138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結婚式場マップ（地図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×UGC×LINE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通知・資料請求）を新規構築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832F22-5DDD-B504-1B9F-C2C9A6D85F0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725B6C7-89C3-28E3-83C9-E79E388AF8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11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5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DCDDA7-ED3E-1ADA-72E8-DACAF4AEA29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5B2C09-E4E0-6C9F-2B72-4A3EEBAFCF5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24111A3-2135-E192-E5B4-5852F6FF143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https://syunnjack.dev/articles/wedding-hall-map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A0BEDB-6ADE-CDDB-89A9-F55EE5F13AA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C57CD3A-8E58-413F-4D68-B2B0A27269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169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2026-07-30T07:19:17Z</dcterms:created>
  <dcterms:modified xsi:type="dcterms:W3CDTF">2026-07-30T07:19:17Z</dcterms:modified>
</cp:coreProperties>
</file>