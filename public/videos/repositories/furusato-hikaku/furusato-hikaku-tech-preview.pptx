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ED536D-0F28-82D0-2DF9-003B67A93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6DC188-DB4E-675E-5679-48FCBD085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FD6AA8-30AC-C754-0DCE-BD148DCC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10089A-80C3-E6C6-983B-15D97FD1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F23CC5-DCAB-71BD-4A62-BA5BB4DC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921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13AFB2-534F-16EB-E1F1-C4DE0206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9236C6-BF0C-1EBB-AA54-CBCE438CF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9BF84D-2A8B-EA47-9C84-0E827DB82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2F1410-F105-0F8B-2DB8-62C5A76B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A43C86-B093-7A77-0F98-3CC0BE4D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81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038191-933C-116C-117D-2FED5105A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CF57B6-6065-B74C-A589-AB0BD11D9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17088F-E005-980A-706D-65BA13AF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748D3A-0FC4-3287-3EB2-E3108557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147AC2-821C-3C9A-416D-4253AAA1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97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C3DB7E-38A2-31B7-E389-FC62602C9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55CDFB-F3D8-F7BD-93BD-29F7234B9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4F694C-D046-DD6F-B5A4-50B8073CE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8F825C-CADD-F538-E9FF-1EA37390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EADC82-D53D-1083-CB2A-AA050874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1F8938-EF08-9BA0-75AE-A0C641EB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3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F98A77-ABCD-D1AF-10B3-E9C4FD473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936E7D-6DB5-7494-BD3C-503D60755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726546-4C2C-AABB-6C33-D5FF7ADA6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E8B5EEA-EABD-6B31-0BB3-479C1CF14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0717873-F958-321E-259A-E78F059E29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C44DF15-B41F-6D7E-4AFB-514F1E437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C4D399D-D523-C7D2-C19D-A54B7263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CC8D709-C72A-09C9-1BC7-C0FAC62C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8539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DB9384-22E0-2CB7-4D5B-1011135F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048F4B-0100-86B5-BA2D-1BF78471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D4AB18E-8E1E-8B27-6276-4F73DD10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D303666-BE73-2A86-E1B8-23F3C0DF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8789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B72BBAA-1485-BEF6-A763-E20CECAB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FF4011-27C2-1FC5-4772-545EFFCD0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B0F5AB-E7AA-289E-3F1A-5933DEC7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069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3F046E-CAE7-9798-E70F-5449F2EA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9C9D26-EE53-ABC7-60F2-FB6FC117C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347724-3345-3670-9088-458C28384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2E8A12-8DF0-6CD8-3936-9DAE172A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37DC9A-C7C7-A8E2-512D-928809E65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085E55-B68F-580F-8BCE-E3F21999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9748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A4E7C3-CC5E-2FED-A4DB-0848988F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D9FB1BB-0B07-E00E-8028-9B2EACE5D0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F19554-6060-BE3C-8284-BC3E1E82F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9ABB3C-3820-630E-882C-D60ADBEC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1CA7E9-145C-D4FA-7A8D-DAE7DEBE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A18A74-F9AA-4C0C-A57F-6676BBB8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7916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B6A8EA-9943-D40B-BD6C-8F51BA7B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003154-FD2E-760A-D0E5-D0BD5EA1B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ED6260-14DD-50D3-6516-7D04AF51A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4888D0-3423-9951-CA6D-EABCAA3D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6E046D-98FF-FFD8-BBB5-A499DB57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575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7D5561E-603C-0C93-D3AE-A750766A1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C49C5B-E63D-50A3-3616-A2007DE21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1F74D1-84A4-95CC-8F59-401FD7CE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E49060-055D-C7EF-E577-43808D14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F54370-125D-9E89-E764-2510EF239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3893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435E91F-C40E-8219-C6CB-0AE7544C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A67B83-265B-A3A4-263E-2E93E5AE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4CC716-8B5E-1598-25D8-F39A76CD2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DA428-B679-420C-BAA7-14273AB10F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042ED4-D6EB-7BF8-89E1-CBCF9FD25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966B8D-E57F-BAAC-DB91-6E6C0E9FD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AF22F-96E6-4AC4-91BF-FD57DBCF7B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128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D72EC7-1B1A-A59E-31C0-230737B0C91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7779F8-E901-DC08-AED2-B8BE3D937DE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Furusato Hikaku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8886ED-48A5-FB38-52CC-E05A5F43A12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0E7764-5596-5C3D-99F9-9FC14B6AFA6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F04BB91-B8FB-0FB8-2DE8-CD55FFB911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787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380D5D7-6A9F-581C-8742-E332E0E40AF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1680090-B296-C871-1F91-CAB75098696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8E453B7-955B-25BE-6331-22016B6AD75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56D4A1-44DC-C8C8-F58C-FC54CFEF662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5BCEEF1B-D280-A39E-D12E-95368B72E2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79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9DD322-78DA-A6DD-44D0-188E6B4F7BA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626A0D-68FF-E452-572F-EF7FA860473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51FB06D-524D-4CCB-C41A-B2791E66F70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934A236-E68F-B831-68D7-C688B7F5F0F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C7E3908-FA1E-7E0A-4247-3C0AFCC9E8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55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C9D73C3-10D0-C8E1-2BEB-C7E598E7322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52260C-1ED9-1C19-F9FA-87D1966AB77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FFA0F9-ACE2-7738-46A7-1E2F071810C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720FD79-DFC3-C6C3-9130-F20BE06FA03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A258DE9-DF35-3B4E-7746-46DA3C3BA4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71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4AA9D3B-8FEB-38C5-CD7E-65BEBC8A437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751402-5CD0-FC0E-3744-080A87CDB9C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97468A2-49A9-930F-C32F-C61EB8E6403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ウォッチ通知を追加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(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新着・再登場の返礼品検知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)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0F2910-61D0-4798-B1D6-56634FAC9A8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ED602E9-D008-D2C3-9CC3-128A8C5B6A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06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737572F-59B4-9F3F-6366-2680034DCBE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FA9347-E047-8E2E-9919-3AD29D6055F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27C9E1-922C-79C5-E149-8B5412CDD92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https://syunnjack.dev/articles/furusato-hikaku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F3F2A2-915C-834B-FD47-156DEA8C798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78A9235-E45C-38CE-A04D-CED6AEF527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05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2026-07-30T07:23:32Z</dcterms:created>
  <dcterms:modified xsi:type="dcterms:W3CDTF">2026-07-30T07:23:32Z</dcterms:modified>
</cp:coreProperties>
</file>