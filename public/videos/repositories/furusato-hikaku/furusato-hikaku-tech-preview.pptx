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EE9F8C-1D20-0B4C-90A8-47706D831E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15A88D7-9242-6346-B15F-CBB4B521EA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EAB82F-BD5E-177D-2417-8175925E1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BB0452-0F73-BB3D-AA90-7E426FE0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9DFADC-BDF9-BD40-3C3D-153965F0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8395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6ED2E5-2CE6-1C1F-D01D-82F035AE8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32C81C-A143-F8E1-A69C-83791D6B4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AD1B53-4669-2F87-FCFF-BC17F81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D6D398-183F-AA53-6FA4-4610CB6BE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42E434-11EC-4607-0E22-69BBAAFD6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27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63545E-597B-32FE-EFD7-C377B06FE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010F91-4817-047D-56E5-BD5EA2E59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B38AEB-406F-03E8-645A-EB0E87DDD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327FEA-87E8-D977-EEBC-09F78A42D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DD78C5A-3ABF-31EB-05AD-67C48539E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1148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8675CA-0FA9-2A9E-B846-81FDCEEFD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32C423-0B07-FA46-C293-4F7DCC1F85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6C7298C-CC93-C98F-4724-2CFCE29938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F49985-6350-5957-D427-0A8FD8EFC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5EB4EC8-BE43-4E9C-5760-E968B70D0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3049D8-179F-7911-CD51-88D48FC22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634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E9EDE9-6C55-2999-9E5F-F2D60B36F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366452-4123-DDFB-F27B-E5982148C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89F55F-A11A-4E55-86DA-F4B807F21F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0D59863-6E4F-CCE4-C4E2-55D2A5C3D4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0ED1512-D3A6-5BD8-40B3-56A89838CC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1C13FCB-A03C-16DC-6D2A-BD327A0AD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2865FBD-7734-07D2-01E6-73FD1B0A9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C42D4-3A15-B16F-A145-99E53FEB0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718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CFB4F4-AED1-0543-008B-ECE50CF84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DA10B5F-0486-A6C2-F51D-C5489B8D9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665B03D-7E80-D9E3-F72E-454D06FF0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B88C211-0695-2636-684A-66E541FBA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5288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617698-599A-E1C1-6D36-8E1266D9E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7D393FB-C23F-73BE-8B9F-00DDF30BD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319808-C596-3A43-8751-B054B1642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073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5FE04E-3555-BEC7-D5A6-1FA63349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0A2971-9C88-B299-85FE-7EC5B767D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004A6F1-7512-C80F-FD9B-E540C3854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EAB666-CF1C-6B9C-A09C-0AEFAB66F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3E621E-C1E5-08D8-995A-2412F143E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FB134D-5F6F-4842-58FF-D741A5FE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8203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FBCDF3-51E4-2FBD-1D24-EF7E14763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33D7CC5-E200-4191-3A86-52944F652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E591D53-8F8E-5BCB-9543-0A63A3A558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5FABD9-E0D5-1F91-4A68-722A4165D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3AAA28E-32D0-06D0-3C8A-48AEC133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6FC25-931D-9E3A-1B26-D9AA003C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4481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DB7A40-8771-E534-F08A-EB387CECE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D4AEB11-1A3C-0BF9-2BAA-547BDDE8FF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CF3354-DDC2-8C21-355E-7F67043D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83949D-8F5E-13E3-71F1-D8B138B76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E48757-16A5-8DC2-AADD-1076D4E7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421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2ED8A79-6FBD-6CDF-4530-C5754E0C73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AFCA43C-5414-CFD6-35A2-085AE7906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DE312C-28DF-D51B-6684-F33E3001C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C5A8B6-2BA8-DBD3-A86A-4F2FB6D4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0BC424-6583-9B91-8A28-5C264AFF0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2937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751990D-78F4-5550-E39C-5E646190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7EDB5C-5525-5DB5-554F-19FA0E337E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AEBE15-B04A-847E-2E76-6369FFA345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CB8DC-15BF-495C-B498-E4EF98C118A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E60943-16C2-966D-3E4D-4665F37B85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7AF1D-AF3E-3F45-4542-934BC1C2E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49D00E-E6F1-4FD4-8C4A-E84958D0B4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276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24E7D23-6FAB-9A3D-A5F4-25D179D81FF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D62B6D-C042-E5E8-B72E-CA743D80095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Furusato Hikaku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BE89FC4-EB66-DFA5-1A73-30D7ECF302B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CFA8A60-88A4-7171-3555-59F2DD4DD28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53B99094-BF53-3099-9989-F229D28AA87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2701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7531AA0-A47B-5B5C-DAF6-2E4D3470A32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1C5A1E-1918-30CF-759A-5A51FA996C4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5EF2354-92A9-1581-099A-8AE4083E58D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Furusato Hikaku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54F026B-9A57-4AC2-D60C-2FABE7EA6B9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5A6AF74-94F1-44E1-F9E2-AD3C113E0EA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0076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F4DD0F6-2673-7BA4-531F-FE7EEC90155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739E9F6-7197-D5F3-4E8B-0CBB593C1F2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566BA8A-159C-20BB-3F0D-31A4F4B580E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5F32D6-93F3-6348-46CC-2909BCCDCCB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21A2A50-5FC2-E923-092F-6B29B4F6B48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2714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922481-38C1-B99A-82B7-2AD2F66D420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21E2833-8224-BC8E-9A5A-95E99786FF2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DFC6DAF-B463-BE5C-88BC-52AA206C65A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A7F7A1-43C8-D513-44E0-F28BDDF4885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7899EDCA-9ECD-240E-580E-3F3C292692E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2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CDC18D-CB61-6D3E-FD72-705DCCBC801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874AC3-90E4-BA36-CA4F-6BB8039C9F3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ECEA51-E2B3-E5F3-CCB0-7235508CB4E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83A7BF-FDBC-BC86-46EB-E648B1EE38D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71D5E3D5-8192-28B3-ED2D-A0DD97800B0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953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9DAC29D-F7BD-C5B8-5121-945C04E7B2D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80190AF-073D-3514-BA01-391064B6E30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786002A-7A52-E9B1-9AD0-4A215EFDE8F6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https://syunnjack.dev/articles/furusato-hikaku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617599-3262-70CE-84F7-C2EC6A82911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499975B0-F68C-612A-FEC0-97A3F74397A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918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2026-07-30T12:23:31Z</dcterms:created>
  <dcterms:modified xsi:type="dcterms:W3CDTF">2026-07-30T12:23:31Z</dcterms:modified>
</cp:coreProperties>
</file>