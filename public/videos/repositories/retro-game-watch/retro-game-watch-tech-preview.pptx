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573F8A-9021-8218-BBFF-4E5948AEAA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D83302-937F-3CE8-BE79-003C6E8BBF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8A950F-6D28-1825-3CCD-9B2FC4659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73464F-913C-74B2-0A46-A7742173C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10D04A-9686-B029-BF16-31DBDBCA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5878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1BC985-D2A8-9024-5EEB-8320B7156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3A808E-5BED-3E34-F410-DD0D441D6B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A076335-EBA8-4230-BEC0-CA3612C53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9431C51-18FF-DBCE-9CA0-27D35E383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94CC501-C75B-4895-6F77-C1432BBD6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3238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99B641-3BE6-3270-06AE-2989727B7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28A1605-D5CE-452E-69FF-0B36A8599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45BE2C-058B-D5E8-6DCE-562D5411A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D535A1-5AAA-2C08-84FE-3DBC238C3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22D6BD-00C6-A256-E96E-E5C1A956B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116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99F89A-3E48-31E5-A6B2-CAB0C7C0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44EBDD-FBD1-AF43-730D-DF625F37A3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AAD7CF2-BE22-A016-1429-111B2115C4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08969D7-1D31-5DC8-3266-CE2E129DC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7E93262-7FAD-5F83-A914-AD8219F0E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76AE8A-5B14-337D-4322-547A5A09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3229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254F90-EC35-5DE8-A4F0-0795501DA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6DD0CC-9E4E-E617-0C19-24DD672459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A3E41A-DC33-272C-5B46-E6BF44976C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D71E54F-B96E-ED54-760C-D042788D7C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FC89253-1814-429C-AABE-51E7651D1D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EA3E8B4-E3CC-92CB-9B9D-189E02BF5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D6ABE9C-E049-3232-964A-563D30143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83A2974-BC80-5B1C-7591-B7BE61A83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5629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C596EF-3F5B-71F5-37CE-FA0AEF4C6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EDDE9C4-6DD6-E9C8-431B-32BABFD10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C72F124-37FF-7335-7C25-C3464CE67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370935E-FB67-BDF9-DD60-6B95235C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5426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4280315-3EB0-DC9F-E0C4-1E270EA00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66E897-F2FC-BD99-0696-408B1843E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0B99CF-603E-641E-5136-A94F36D5C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2456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9C572D-01EA-D192-4516-2D715FA99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DC894C-797B-8812-1A35-FDC1A864A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47124D8-C9D9-E02A-960B-43B9411248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AE6820F-07F4-7AAF-5E05-276022C20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79F8BC4-9F40-B02A-3503-A132B72D2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A845FA5-5273-DB10-D48A-FDF48B7A2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5095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0B3C3A-FD73-5794-B44E-07E675BDA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898C2C2-562F-5A0A-4382-6A232A5AD7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B943345-ECD7-6891-0A28-265B9973CD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D14A025-257E-A722-6392-2DDB713CF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61CF4F-36FB-5769-52C2-B31CAA7B0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71B3CB6-01DA-3196-DC66-14FC829F7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4192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2C3C73-2B3A-CFF8-D362-C97DFB577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5822139-98D1-5A48-BBEA-30ED857ACD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EAD733-E22B-24E3-EF89-1D2BBD4C4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ACB9EA-CDC6-22B8-EF75-718A5286F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C6A60B-BA69-5FC1-0228-9780D3125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7990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5BB8C15-7717-91CB-FC08-D51E3C6AAB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3FD9B6C-C643-575F-0112-734B4F55D5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F5F7BA-DF5D-CD32-689C-A86528EBB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812510-248E-7A7A-29A8-67885467F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CE19823-C08C-87A5-3AD8-7C22B9599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8054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948A256-DCD6-FB58-CB51-D786D3659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D96D99E-B7E0-190F-C0FE-82F2059B92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F604403-ABBC-02DB-A02D-907E8C510E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8A0AA6-8141-4780-979E-310A883CB87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070DA8-F885-B0F7-BA48-3823E9F510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ABC54A-B1C2-84C8-E14C-EA0BB44F85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64FF53-8EA5-4F5B-BDBD-16DA39B13E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3830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C85D43B-DDA7-0776-F46E-FAAFE1344A6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80E2AEA-22EE-E92B-C03A-052D23AEC26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Retro Game Watch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244F670-BCEA-1EED-3D64-CDD24A0AE6F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19DCAD-CBD0-3707-B59F-2969A857EBB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2145B8B1-53E0-91E8-E06B-96445B527AC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81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7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41643E-65A7-0542-434B-62610834C76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163488E-11AD-FB1E-0377-BD5341DE241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AFBB476-FD13-34C3-0190-8CA24E9C357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Retro Game Watch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レトロゲーム設置店の稼働・撤去・大会通知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retro game watch Domain candidates Confirmed domain: retrogamewatch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95A6BE4-89FD-C122-C620-B98AC007A95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4B06402E-3832-9BC2-CF48-09BCB5817B1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8312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00"/>
    </mc:Choice>
    <mc:Fallback>
      <p:transition spd="slow" advTm="14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48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4597E63-0652-33B6-EE25-76738F01676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7251C2-2F12-9A5E-503E-E68CE944492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1270AE-3C0E-B466-8026-65029733056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0B8CFF-15E4-6A41-53C6-F7BE05A34ED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99F57C6F-4E37-9596-4796-F210E3269E5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5480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719E97-721C-D51C-4932-314C3A192C7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9F58AE6-3E80-7213-A290-1D965629AE3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65CD545-1546-6EF6-DCA2-0277D2C671FE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6047604-925B-C144-AB59-11BA807315F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B8AEAB59-89B3-8B07-B33D-382C9B3FB79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8258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3B33A32-B4A7-9D28-CF48-23739108C73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C91CB17-E158-986B-5589-32833783B3B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11F261-3001-6595-5451-3AD0E01AF5D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35A5AD0-72F9-2165-99E7-1073F1D1D42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295A7ED5-A5AF-D923-8011-05FEAA7EA98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5101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4249D06-7683-2EE8-F7E2-8D402B67E01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70A5429-80BB-BE76-7882-0686A1FF899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4D96E77-4834-B4D2-7966-570FAC6B519A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https://syunnjack.dev/articles/retro-game-watch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2F68B3-225C-CABC-CF9E-559542C54AF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50A51377-D9B3-79F7-AFD2-01EBF6874FE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7432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2026-07-30T06:34:18Z</dcterms:created>
  <dcterms:modified xsi:type="dcterms:W3CDTF">2026-07-30T06:34:18Z</dcterms:modified>
</cp:coreProperties>
</file>