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461D8B-FC54-9DA6-D68B-73838C8BC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6A1E20D-113F-CC1E-9D3B-51F1F77118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9966BF-59A7-43FC-4DF6-7AD75108A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E3B7E-E1F2-4F78-8443-C780D5803C9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F2656C-CA0F-2D35-3C2F-3A61CD268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980869-5E77-B47E-745D-8B9AACDE3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82D63-0293-4361-B49C-680D0399EA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250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183C0F-FFBC-AA9A-FC6E-41670E76F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225E2B2-E233-9496-C7C0-DCDCEDA0E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D1F452D-E1FB-CF0B-E8BA-20BAF2BE5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E3B7E-E1F2-4F78-8443-C780D5803C9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777FB1-0A00-0E97-1ED9-0695299EA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348E21-3A62-B114-F2E6-76DE38B50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82D63-0293-4361-B49C-680D0399EA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2355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392ECE-8431-D39D-14C5-E64719EEA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9565A0D-10D5-8A2B-6EB8-3AB18CC34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B66B036-B95C-2EA8-6950-21579DF4A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E3B7E-E1F2-4F78-8443-C780D5803C9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361E484-E41F-271B-AF4C-AF93D1519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4F5F269-1E47-B659-2EAD-661A896D7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82D63-0293-4361-B49C-680D0399EA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6593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36FE64-5B30-51A7-372F-9CA24056C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5BB3AF7-EDFC-F687-5AC1-A820850A92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D500ECB-6193-EE1B-BDCC-BBE50D6CD9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70AA92A-8261-8CA2-1502-3B02C6AED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E3B7E-E1F2-4F78-8443-C780D5803C9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72B84D1-F378-2275-39E6-C313B75AE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972231B-C58A-785F-B2E7-BC37A32DB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82D63-0293-4361-B49C-680D0399EA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3418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F24043-3CD6-D5D9-B671-CD7D87D54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E9E1654-7DF5-5252-24A0-C016B450A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5F0BE9D-514B-49BD-27B7-CFF001297E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735A94F-F35D-9FFC-42F6-5989B4FA42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8CB6A4F-8C1F-79E7-FAD0-E8F53A940B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64E2D46-B9FE-72E7-4647-213B8A39C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E3B7E-E1F2-4F78-8443-C780D5803C9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83C7DF3-10B3-5E69-25ED-449B8679B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A3FC54A-CCF3-2D41-3C89-0A78CE4DF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82D63-0293-4361-B49C-680D0399EA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1668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664E3C-4FBF-D2EC-C5D4-9521ADE80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164DDDF-C71F-D717-552B-2FBD753F7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E3B7E-E1F2-4F78-8443-C780D5803C9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921D51F-2AAA-5939-36A7-7048FF3A1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3A45E98-2E1A-3B4B-A66B-09B0D16E8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82D63-0293-4361-B49C-680D0399EA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2624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73E1F0D-5AE3-6545-F450-64BFF355D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E3B7E-E1F2-4F78-8443-C780D5803C9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3224D99-F066-1162-9471-289DEBA85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3645F4-3C72-C9D2-25EC-92EEB25E0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82D63-0293-4361-B49C-680D0399EA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2994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457801-1DEF-4BB8-E8A2-8F8CE9A2D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B58A4C-6E83-9275-23C5-EB7FEB0F5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AC65B69-B1CB-E8B1-1549-674C37B37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7BD71D0-D8F5-67CB-5222-BA9212A97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E3B7E-E1F2-4F78-8443-C780D5803C9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3190A45-BB08-9BDA-62DC-EE1C11437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8F29B0D-ECAC-18F7-8A88-FA507EF0C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82D63-0293-4361-B49C-680D0399EA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2675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D328C2-9BD9-58A3-7DC6-4265B2EA6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458F76F-9E7B-79D4-FEE1-AAE8F4E457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F40F990-F09F-9BE8-373D-71777F52E5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30DE065-7120-30BD-BF0C-724954A18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E3B7E-E1F2-4F78-8443-C780D5803C9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F340277-30C2-864A-CF9A-7AC1F506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A797B37-35AB-9B86-3A1B-333C6D78F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82D63-0293-4361-B49C-680D0399EA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521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86EBAB-6C27-1BEA-16FC-A01F3C29B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3527927-ABD7-9626-8140-9E81DDCF5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F4A5C2-F8BF-D1F1-0735-7D11907A4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E3B7E-E1F2-4F78-8443-C780D5803C9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2DBD68-2152-E28C-3250-E48761339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A0CF2F-EA1B-4588-743C-DF3CBAEE8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82D63-0293-4361-B49C-680D0399EA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2095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760A0F1-5AAF-5B6C-FDCD-5D7AA2A965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416294A-880F-B1B3-6434-09856DFE51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C75604-DD85-B39E-A89A-9F2B741D8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E3B7E-E1F2-4F78-8443-C780D5803C9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31BF0BF-23AD-7698-6D29-16DF34E53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E129F2F-F516-13D7-9C97-C325F7DC6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82D63-0293-4361-B49C-680D0399EA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8685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892ED81-6D4C-1E32-8BDA-5F76DF76E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FCADFC8-44B2-AFD0-4942-A12B8D205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BA78314-DCE7-B1FF-3A48-D1084AF4BD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CE3B7E-E1F2-4F78-8443-C780D5803C9B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B8D2E6-EA0B-6336-E12E-60EF1FB254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5686C87-C120-BA40-F85A-83EDAB209F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682D63-0293-4361-B49C-680D0399EA5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7900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CF0FFAA-5A79-9778-79D9-D7A469C9927D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7B28552-AF35-086E-14E2-F364C14D31D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Retro Game Watch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2892744-6222-7545-7926-0914DFB10725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A69FC58-4F99-BDC8-65BD-EA4B2BC2284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802E5378-EC9E-8024-E466-3A7902A2838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0601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7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567A9CE-59BA-D1D7-B0BB-9E230DCF42F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4AF86E7-9017-CD4E-E013-BA3830D740A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42F8240-97AA-6158-58C1-0649FC491C41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Retro Game Watch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レトロゲーム設置店の稼働・撤去・大会通知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retro game watch Domain candidates Confirmed domain: retrogamewatch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B25B42F-17C7-3E8A-1489-AC7DD47D629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1EF3D2F2-C725-37B1-216A-4AD565889C7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5480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000"/>
    </mc:Choice>
    <mc:Fallback>
      <p:transition spd="slow" advTm="1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48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8E313F-CEE4-A19C-63B0-D78ED0A6A6F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BA7FDE8-5B9C-5D34-3F9D-D51E354B2B1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6F701C4-D5DB-5B41-9CD4-C8A470316D7E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893E0BD-F59D-BD6E-087B-5901EE0C425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620381F2-39BA-615A-7539-4845A196406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5159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2A88F83-D30F-663D-8C4D-595A0AEEFEC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5BCB189-641F-79CC-C45F-C07908919A7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1A55D45-6626-3EB8-0D7C-F0CA2E9DC270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63F7650-4EA8-94A8-5601-531F25FD05F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0525E8E2-1606-E94F-6A7D-75D12693011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1322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1EF850B-06DF-319C-6B66-67B9C2FC2CD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EB32918-6E31-9AFC-DDF5-EDDE6C6B97F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E0D0946-10C0-9766-098F-8117C7A0A053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8F1A85A-F790-8B0C-127B-2A8C357F02A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022ED0FA-1295-E046-654E-8C2581EB499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4578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43A9B28-F076-14D9-0A95-129636A0898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958F2F1-0FC4-926B-51A9-C619D396DF8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27E8A3A-C201-BB11-72B4-7D1A76E9AC49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https://syunnjack.dev/articles/retro-game-watch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B7B32B5-16B4-FCC7-963D-DE1277F2162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C4D85C31-CB8D-6D0B-1833-88E1FEC7852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658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2026-07-30T11:42:36Z</dcterms:created>
  <dcterms:modified xsi:type="dcterms:W3CDTF">2026-07-30T11:42:36Z</dcterms:modified>
</cp:coreProperties>
</file>