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B49F79-519E-8330-B371-096B75FE7D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9CAF168-9F1C-81EE-B66E-EC2EF1CF4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9BF889-24E3-436D-D0B8-CAA031D56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DD10FE-8779-2150-0E20-063ED2842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0A2B5F-61D3-5ED5-1137-DA799C259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641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A1154A-78EC-FA40-D79D-3540AB8E6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85899AF-42AD-0C0E-5E7A-EF4DEC2B4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71ECDA9-F4D0-F8CB-7B0B-0858F392A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5E1D5B-D5F2-01BE-266B-92A7BADE6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21DB9-5ACC-B5DF-E31D-F65BCA92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1743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8E9221-00D6-21F5-24E3-8FDD47738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59CB16-212D-C1C3-4D65-C069EA4082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7D9B5D-3398-F427-B328-45DFCFE0C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288F30-4E9C-08B5-8F59-FCF015B76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AFB7DD-679B-0731-A16B-520E538E4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371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A5078E-15B1-A137-8BED-49E67512C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A2983D-8E94-EF23-8266-BF50548B8A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F388EA8-1DA4-0200-0E73-02824026B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26C868-4BEE-5076-7809-54A9E288B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2A09BB2-44E8-879D-EE64-CF176C3AF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61A7C26-83FC-C164-941C-09E1596B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0292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875C45-A2AA-0A93-6990-F23727950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FE87F51-4EB5-6073-DE3C-FD1D6A904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3411DB-99A8-2278-6A59-69242B685D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B023ED6-3884-9547-0229-8F6BC57EFD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737B6DC-B723-9146-0907-0780844AD2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D13CF62-48DB-A0CA-6938-EC54B8BF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BBCFA5-9B78-3768-C41D-E9AC7CA5A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B233D64-4B75-A65A-57DE-73F1A1D09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7040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88A546-C563-637D-5619-1DB4048B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CD2BD9-FB76-2169-1742-F18DCB604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04230E6-6061-B5AA-DEE6-DA0F82682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DC8B4C-992F-ACCA-89DD-219ACDC81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878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B22B66-BB57-0D78-8CF7-3D0D4EF2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259B754-2357-E453-E64A-A645D4CA1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A23CF82-5483-E665-9B45-0ECB1BFC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784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1A83C-F733-5981-0094-6660BDBFD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3C142FE-0D61-B466-2019-40E4BACFE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7F1274-4B21-901C-0B9D-9311479EA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1DD4C96-4ADF-7524-4288-A964F310B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F4BDE7-E8BE-8A26-BA5E-0B308355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8D5ACD-40E4-3508-9676-CA41D3BCA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245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BEB209-E733-638C-C1B8-A5E8F8C65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90FD3-55EF-56F9-FDE0-5CDBCA3D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3260495-731C-52A4-96C1-F5E4992259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5257DA5-E91C-1DC2-8813-0494605D4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4359964-6539-AE04-01B8-E7D4FB648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276B898-D69C-3B43-B908-F22CAC377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32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80C898-C219-4416-40AA-128CB182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C82D03D-6D1B-718D-7830-4F221F4AC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F21AEA-29F0-60D0-B908-AC59F40E8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CC5386-F968-150C-ECF2-6BA21CDA1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49F6E0-801B-B5AF-3A4F-787805C16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4587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32EBD9A-32AC-9625-FDCD-98C9F2B0E9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68BA14-3432-CCB6-C354-DA68B74D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5F70D4-6199-ABA2-5229-C1A2FD868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E7E7FC-DBCF-E8C3-2482-627140DE3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5E0479-4BC5-580C-2319-9357755D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989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36DAA91-4021-3952-916F-C8B79BC50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BCA4BB2-29D3-584B-8AA7-B76426936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20872F-5A44-74E8-7E4F-B476D2052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2EF84-B6DF-449E-AFEB-FAC94E7545E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0390B-96DA-8367-162F-5B0D98EEA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E497DD-D1BF-498C-8EDE-462982B06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2E4571-73FA-49EC-BDBA-3E4220AFBD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673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DBDCF86-DDDE-27EA-C065-4DB07AB12D4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991F48-5F92-02F2-D836-33F88927C62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Kousokubus Benri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6147510-04AA-7020-8544-C3664D5F465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8F6D861-715A-EE9D-8931-90B91580B44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63FD4874-ECB8-A3A3-F8D4-4CD0B01A152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8726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42B8CB-30E0-B9F0-9923-C5B7A37DE53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9DEA002-E0CD-05E3-A490-DD7769C137B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BF3B88C-5F01-74A6-7914-D4C74C4B87B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vinext starter A clean full stack starter running on vinext https://github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1FDC75-A264-B046-897C-675E363AFBD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D71915D-B93E-1E36-7BB7-083167EA34B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7031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2786B3D-079A-E3FB-A6AF-D8AE35E5B8E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34BFAE5-6ECD-A9D7-7FA3-3B06095687B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D02482-B35D-A7AF-6191-8CECB6E99E8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DF25C4-DFDB-B207-1905-F57EE4132A8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E61F5B31-6F9F-54AE-3213-CBD1D43DA19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5994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5B1D73D-35C3-50F6-E48E-08578286F7A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D2CDAD-027F-F784-FD37-487ED8BCB6B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F349DFF-96CF-00DB-DC4E-B90A165A6CC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8E9ACD-8100-617E-B8FF-4CA3477F2CA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E2E8E07-C218-C6F2-4CEB-79D0102B61F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2710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7E33EA8-BF20-D3E9-555D-113266BD760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3D3DBCB-30BF-D2A7-69B6-7B019A091B2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92D5784-1562-11C1-F03E-56B7F63C598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Upgrade GTFS workflow to Node 24 actions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58B2A6-35E1-0F18-834D-8572B0721FA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4D37F87F-87DD-5899-A9A8-F746AAA3643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2075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3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2650626-1BDF-ED72-A303-A2B14B64088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E25EBCE-723C-83FA-8689-EF291E11FF9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B46176-1AAB-498B-2F7C-E5A50D00CBF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https://syunnjack.dev/articles/kousokubus-benri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BBDF5A-6419-9457-A362-0935185E8D5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FF8D2ED7-D107-1B36-A763-A8C25F09119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1186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2026-07-30T04:34:31Z</dcterms:created>
  <dcterms:modified xsi:type="dcterms:W3CDTF">2026-07-30T04:34:31Z</dcterms:modified>
</cp:coreProperties>
</file>