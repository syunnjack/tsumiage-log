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5" d="100"/>
          <a:sy n="35" d="100"/>
        </p:scale>
        <p:origin x="996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38CDCE6-E80D-0B3F-915D-8352D939A2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C7EB805F-F7FF-7572-1876-0EB33832EA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D4ADDF6-3401-5B19-A43F-F2E9824B85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1F171-55D7-4860-B64F-9E59B446BDA1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C094982-B6BD-F067-6F43-37E0CC7592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BEF659-B93B-1E73-BEAE-B2489EDEDE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B16C9-B3C2-4640-88FF-2EC2C0AE79B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792444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FDF10B6-9B0C-3436-4B8F-A89E04CB04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FD66E3A-2574-6A3A-ACC5-89C9D506CD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E1D421B-8EBD-D7AD-12EA-CD215AD077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1F171-55D7-4860-B64F-9E59B446BDA1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ECA4BAF-62F3-FDFC-6A3F-E83CDFE174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21A0CAD-C135-E011-1E63-EA09D46F4B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B16C9-B3C2-4640-88FF-2EC2C0AE79B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852672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8462DFE-F655-C683-5B9B-FC728A1161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34FC11-DFD9-739D-E2AA-2B5B404B28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C7C161E-CAFD-2741-7098-1A421625B8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1F171-55D7-4860-B64F-9E59B446BDA1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BD12C4C-EB4D-C938-628A-A2835E5544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EDADA2B-4E2C-F917-E7EA-21B5677B6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B16C9-B3C2-4640-88FF-2EC2C0AE79B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438219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0366A31-C04C-AB57-C4B4-81B3E998EE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AE70E7B-A4F6-979F-6C99-F832760BD2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C5C7B27-5D10-2A5D-1E4C-3891C279AF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403C9E0-FEB2-1849-9C95-24D7C52942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1F171-55D7-4860-B64F-9E59B446BDA1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E3183B8-B8FE-8285-5AB3-97D91D290E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C17693E-0EDA-5464-7FA7-D9F0671F81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B16C9-B3C2-4640-88FF-2EC2C0AE79B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923036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70FACF9-4FDB-0ABE-E0EA-F524E17162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22AF378-E5FD-919D-734C-E0F788486C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589343B8-FF0F-21BA-CEC9-5BE38B6237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96928627-D33A-E381-BC68-0EE71325EB7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C8CF59EE-C73E-6643-352B-E2CFED32F95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4806C78A-5705-A301-54D0-1F417CFAD3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1F171-55D7-4860-B64F-9E59B446BDA1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9DB1BD7-3B52-6D2E-5533-B72A374F72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10807686-1733-B5D0-BDB9-71710D2025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B16C9-B3C2-4640-88FF-2EC2C0AE79B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779400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A5DB744-245E-497B-7C39-3A0D286FF8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0A997DFB-5B96-D477-E053-916F5ACB80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1F171-55D7-4860-B64F-9E59B446BDA1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4B96565-1382-7092-9E69-09628DB35D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39FF93A9-0D54-172B-C704-AA24DE29BE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B16C9-B3C2-4640-88FF-2EC2C0AE79B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57725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89A67DAD-03F2-6492-3343-2C807AD18A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1F171-55D7-4860-B64F-9E59B446BDA1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55042441-527D-1B35-B351-39E4FF7281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FF11A455-D726-A5B7-06DA-420CC1F953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B16C9-B3C2-4640-88FF-2EC2C0AE79B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962852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36D88AF-A298-537A-A6CD-17C5495A33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74B7BF0-A726-8416-4025-C1263EB4C5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2554C85B-82D1-6EF8-77A0-C619F4E526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43C71FE-6058-BC37-B1EE-911973B220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1F171-55D7-4860-B64F-9E59B446BDA1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C3C2731-EE07-7A75-9D38-57618BA229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CFFBD6B-8D3B-DEA3-9E9D-4F055AE6D7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B16C9-B3C2-4640-88FF-2EC2C0AE79B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365659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FF46A79-D035-AE8B-929E-EB7C6CF92F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F572E442-1D66-30FC-F8EB-75BE94EC3FF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9B7A2E8-3D05-9151-2BC6-9C05E9B3DB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6E21281-BEE5-FF8F-540E-BC2975FB67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1F171-55D7-4860-B64F-9E59B446BDA1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0371A83-F7CE-760E-6AD1-C4C98E57B4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266779F-4E6F-7B47-829B-651C8D96E5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B16C9-B3C2-4640-88FF-2EC2C0AE79B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966036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F65F694-73A1-0367-B4B6-BC31CF8B3D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81AEF846-6797-E6BB-0DE3-95A5AF9C34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FCEC645-2BDB-2DE3-76FC-D98C591783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1F171-55D7-4860-B64F-9E59B446BDA1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0915BD4-B23D-14B9-72E1-2985FE22D8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18E87D8-FD38-B18B-B7F7-1F9591C1CF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B16C9-B3C2-4640-88FF-2EC2C0AE79B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194690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3FBABB9E-7A07-C6DE-CC03-CF6FA408701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819F6D19-A02A-393F-8759-94A71AD946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F67BDFD-62A0-A066-25CA-E87628E488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1F171-55D7-4860-B64F-9E59B446BDA1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DBCECD0-37BA-9EEB-ED89-BB09B8DB65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B7CAEC9-67A9-8D1E-E76B-E3AD25560D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B16C9-B3C2-4640-88FF-2EC2C0AE79B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809862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92354469-C7A6-C600-567E-24C6771A2C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189A031-EDAE-7005-E242-91DFC76112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003184E-960A-9AB2-96A9-8379112082B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F1F171-55D7-4860-B64F-9E59B446BDA1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519158E-95B7-6AC1-BCB8-AD22394E01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60E6ECD-3B2A-D884-0FB4-1483F5E196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DB16C9-B3C2-4640-88FF-2EC2C0AE79B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693761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2.wav"/><Relationship Id="rId1" Type="http://schemas.microsoft.com/office/2007/relationships/media" Target="../media/media2.wav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3.wav"/><Relationship Id="rId1" Type="http://schemas.microsoft.com/office/2007/relationships/media" Target="../media/media3.wav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4.wav"/><Relationship Id="rId1" Type="http://schemas.microsoft.com/office/2007/relationships/media" Target="../media/media4.wav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5.wav"/><Relationship Id="rId1" Type="http://schemas.microsoft.com/office/2007/relationships/media" Target="../media/media5.wav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6.wav"/><Relationship Id="rId1" Type="http://schemas.microsoft.com/office/2007/relationships/media" Target="../media/media6.wav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BE19DEDE-DBDD-020E-318E-A2B25E005829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F3232943-C61D-D1FC-F4B3-48F42D316ECF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3400" b="1">
                <a:solidFill>
                  <a:srgbClr val="111111"/>
                </a:solidFill>
                <a:latin typeface="Arial" panose="020B0604020202020204" pitchFamily="34" charset="0"/>
              </a:rPr>
              <a:t>kousokubus-benri TECH EXPLANATION</a:t>
            </a:r>
            <a:endParaRPr kumimoji="1" lang="ja-JP" altLang="en-US" sz="3400" b="1">
              <a:solidFill>
                <a:srgbClr val="111111"/>
              </a:solidFill>
              <a:latin typeface="Arial" panose="020B0604020202020204" pitchFamily="34" charset="0"/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39BE14EF-9BF8-F894-0B24-2BEE32D846BA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Architecture, implementation and commit history in 75 seconds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E5E3D98F-C479-BA9F-AD1F-A97D5A7423ED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01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1">
            <a:hlinkClick r:id="" action="ppaction://media"/>
            <a:extLst>
              <a:ext uri="{FF2B5EF4-FFF2-40B4-BE49-F238E27FC236}">
                <a16:creationId xmlns:a16="http://schemas.microsoft.com/office/drawing/2014/main" id="{C566AE20-ABFC-E201-9F98-A7116732CF6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863574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000"/>
    </mc:Choice>
    <mc:Fallback>
      <p:transition spd="slow" advTm="6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587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8B9350E1-1A10-D86D-EC50-89208D4EBDD2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30642B1B-AC68-B978-D89F-A3E99FD4BF30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3400" b="1">
                <a:solidFill>
                  <a:srgbClr val="111111"/>
                </a:solidFill>
                <a:latin typeface="Arial" panose="020B0604020202020204" pitchFamily="34" charset="0"/>
              </a:rPr>
              <a:t>WHAT DOES IT SOLVE?</a:t>
            </a:r>
            <a:endParaRPr kumimoji="1" lang="ja-JP" altLang="en-US" sz="3400" b="1">
              <a:solidFill>
                <a:srgbClr val="111111"/>
              </a:solidFill>
              <a:latin typeface="Arial" panose="020B0604020202020204" pitchFamily="34" charset="0"/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2AD9742D-EF6C-87DA-BA5A-F55E8D9E9C38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vinext starter A clean full stack starter running on vinext https://github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CD70E613-C26E-BA85-F4AA-6514B1D87206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02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2">
            <a:hlinkClick r:id="" action="ppaction://media"/>
            <a:extLst>
              <a:ext uri="{FF2B5EF4-FFF2-40B4-BE49-F238E27FC236}">
                <a16:creationId xmlns:a16="http://schemas.microsoft.com/office/drawing/2014/main" id="{A8519C6E-0D8D-C478-2BD9-A5299A78F91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551627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000"/>
    </mc:Choice>
    <mc:Fallback>
      <p:transition spd="slow" advTm="8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955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4BE0E762-FD34-BC90-08F7-D3332A48DEA9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CE3654D9-C9BE-E121-58ED-08362FB6DBF1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3400" b="1">
                <a:solidFill>
                  <a:srgbClr val="111111"/>
                </a:solidFill>
                <a:latin typeface="Arial" panose="020B0604020202020204" pitchFamily="34" charset="0"/>
              </a:rPr>
              <a:t>TECH STACK</a:t>
            </a:r>
            <a:endParaRPr kumimoji="1" lang="ja-JP" altLang="en-US" sz="3400" b="1">
              <a:solidFill>
                <a:srgbClr val="111111"/>
              </a:solidFill>
              <a:latin typeface="Arial" panose="020B0604020202020204" pitchFamily="34" charset="0"/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D8FB1700-C7C3-9FD2-B8A7-3284D3B38C18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Primary technologies: TypeScript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JavaScript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649E8980-7A90-7690-0D48-57F57B605B7E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03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3">
            <a:hlinkClick r:id="" action="ppaction://media"/>
            <a:extLst>
              <a:ext uri="{FF2B5EF4-FFF2-40B4-BE49-F238E27FC236}">
                <a16:creationId xmlns:a16="http://schemas.microsoft.com/office/drawing/2014/main" id="{384BA867-D0B3-C3F2-6A02-C9B3EBD9C20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436811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9000"/>
    </mc:Choice>
    <mc:Fallback>
      <p:transition spd="slow" advTm="9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82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3393C3B9-5E3E-ADE8-7EAE-53229CB01F79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76A42CC3-8327-018C-D8B8-E69B9815D566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3400" b="1">
                <a:solidFill>
                  <a:srgbClr val="111111"/>
                </a:solidFill>
                <a:latin typeface="Arial" panose="020B0604020202020204" pitchFamily="34" charset="0"/>
              </a:rPr>
              <a:t>REPOSITORY HIGHLIGHTS</a:t>
            </a:r>
            <a:endParaRPr kumimoji="1" lang="ja-JP" altLang="en-US" sz="3400" b="1">
              <a:solidFill>
                <a:srgbClr val="111111"/>
              </a:solidFill>
              <a:latin typeface="Arial" panose="020B0604020202020204" pitchFamily="34" charset="0"/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1DE79FF6-B23A-B2B3-A0E8-A2068CBE5BA9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Public source code, README and commit history reveal the design decisions.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01791DD1-8F3D-BA7C-F727-C3071C627799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04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4">
            <a:hlinkClick r:id="" action="ppaction://media"/>
            <a:extLst>
              <a:ext uri="{FF2B5EF4-FFF2-40B4-BE49-F238E27FC236}">
                <a16:creationId xmlns:a16="http://schemas.microsoft.com/office/drawing/2014/main" id="{28B76880-FBD3-C838-B396-C510EE52812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800705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000"/>
    </mc:Choice>
    <mc:Fallback>
      <p:transition spd="slow" advTm="8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24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8C37E914-8118-87E1-B1A6-5883A5BB824B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12B7424C-4CCD-6EB5-6276-ACC39D5342E2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3400" b="1">
                <a:solidFill>
                  <a:srgbClr val="111111"/>
                </a:solidFill>
                <a:latin typeface="Arial" panose="020B0604020202020204" pitchFamily="34" charset="0"/>
              </a:rPr>
              <a:t>ITERATIVE IMPROVEMENT</a:t>
            </a:r>
            <a:endParaRPr kumimoji="1" lang="ja-JP" altLang="en-US" sz="3400" b="1">
              <a:solidFill>
                <a:srgbClr val="111111"/>
              </a:solidFill>
              <a:latin typeface="Arial" panose="020B0604020202020204" pitchFamily="34" charset="0"/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2C51717-D098-F916-ADD8-F878C57F53C3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Small commits continuously improve features, quality and release readiness.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C3D426BB-2803-C33B-9225-AAFBB0EFB2BA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05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5">
            <a:hlinkClick r:id="" action="ppaction://media"/>
            <a:extLst>
              <a:ext uri="{FF2B5EF4-FFF2-40B4-BE49-F238E27FC236}">
                <a16:creationId xmlns:a16="http://schemas.microsoft.com/office/drawing/2014/main" id="{5B43219E-2EF9-FDC7-8830-0B68C26A44E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772879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9000"/>
    </mc:Choice>
    <mc:Fallback>
      <p:transition spd="slow" advTm="9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36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322C4CA0-3AC7-4B13-B016-F6C8FDDAC2D9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C93D3B49-BFCC-E38B-1B3C-248B818EEC99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3400" b="1">
                <a:solidFill>
                  <a:srgbClr val="111111"/>
                </a:solidFill>
                <a:latin typeface="Arial" panose="020B0604020202020204" pitchFamily="34" charset="0"/>
              </a:rPr>
              <a:t>READ THE FULL ARTICLE</a:t>
            </a:r>
            <a:endParaRPr kumimoji="1" lang="ja-JP" altLang="en-US" sz="3400" b="1">
              <a:solidFill>
                <a:srgbClr val="111111"/>
              </a:solidFill>
              <a:latin typeface="Arial" panose="020B0604020202020204" pitchFamily="34" charset="0"/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251F4C0D-9A32-E120-1633-FB93AEA5A59E}"/>
              </a:ext>
            </a:extLst>
          </p:cNvPr>
          <p:cNvSpPr txBox="1"/>
          <p:nvPr/>
        </p:nvSpPr>
        <p:spPr>
          <a:xfrm>
            <a:off x="533400" y="3429000"/>
            <a:ext cx="10795000" cy="101566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sv-SE" altLang="ja-JP" sz="2000">
                <a:solidFill>
                  <a:srgbClr val="333333"/>
                </a:solidFill>
                <a:latin typeface="Arial" panose="020B0604020202020204" pitchFamily="34" charset="0"/>
              </a:rPr>
              <a:t>https://syunnjack.dev/articles/kousokubus-benri
TSUMIAGE LOG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64652809-E2A8-5ED3-EAB4-FEB9335FAC5E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06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6">
            <a:hlinkClick r:id="" action="ppaction://media"/>
            <a:extLst>
              <a:ext uri="{FF2B5EF4-FFF2-40B4-BE49-F238E27FC236}">
                <a16:creationId xmlns:a16="http://schemas.microsoft.com/office/drawing/2014/main" id="{5FEA70EA-FB4F-17A9-0DCB-39739F58C87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433972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42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119</Words>
  <Application>Microsoft Office PowerPoint</Application>
  <PresentationFormat>ユーザー設定</PresentationFormat>
  <Paragraphs>24</Paragraphs>
  <Slides>6</Slides>
  <Notes>0</Notes>
  <HiddenSlides>0</HiddenSlides>
  <MMClips>6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0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啓介 加藤</dc:creator>
  <cp:lastModifiedBy>啓介 加藤</cp:lastModifiedBy>
  <cp:revision>1</cp:revision>
  <dcterms:created xsi:type="dcterms:W3CDTF">2026-07-29T22:33:11Z</dcterms:created>
  <dcterms:modified xsi:type="dcterms:W3CDTF">2026-07-29T22:33:11Z</dcterms:modified>
</cp:coreProperties>
</file>