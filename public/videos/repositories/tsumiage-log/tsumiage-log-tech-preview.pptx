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0A86D-D788-DAB6-1259-D5B236909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6C91D0-12DD-95EE-69C3-FB9A623E5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6B0FBA-1938-6AAF-BB72-F52B6C4C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9AADC5-68F6-3D2C-FCB5-660D7563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0C47B1-C99D-A765-8CE6-6B97AF50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407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EC3300-6E94-7CB6-DA14-75A8AE1E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07AD79-2020-D4F6-E05A-D9CCC03BF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875AC7-64EA-3C2E-8CAE-CF52C8E5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35C259-79F7-17B6-179A-52E543C1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0B51CA-57EC-B1E4-29D7-E423267D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437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9925BD-45A8-5AB8-2DFF-619066F4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CCBB6A-F120-2F1E-9D30-A52A5B832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24588D-8F3E-7E99-37A7-00FDBFF4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93366B-9CEF-18D6-04A6-7A2A0088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172405-5040-FD6A-3C9D-EEADDD23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13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C7D8B9-050C-68E2-70B4-2EA16393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503870-9ED6-4712-B643-F342DE15A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0634D0-3769-2E9C-CBE4-048C70A0C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178D68-7ECD-BD2A-F22D-613473327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C3FA24-9C36-6A2D-DD0E-09BDAA92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098B4F-4EA5-5406-9C76-E6290693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65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F7CA00-5096-BD7A-9182-56CBB18B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DA295D-01DB-71DA-136D-6B4C46A3D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1E3881-BDC3-5924-8FFB-AD780B7B0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75ED9AB-DC4D-4A0D-DF40-7BF46406D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8E55AA-E102-16ED-D721-8FBB27B93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8CD326-88EB-45E1-99FA-1290727B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C16E91F-D09D-C9F8-35D5-118A2B1A3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DA0635-E949-06FF-F602-216FE588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54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CB3C1C-6BEA-CF12-7A82-BA0078C0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74F6C9-9FF7-CF25-0525-93764D5B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74457FF-B577-2492-18F6-D0D72256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133143F-1D78-431F-F4C4-46485B64A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33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4C7D919-4AF5-65DF-7412-566DFE60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8988CA-74C1-1975-ECF8-E37C0D060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0BFE97-53A6-7ACA-8A7F-7239D7E8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13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537C9-D686-207E-1F03-F84D809A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40F67C-7A48-6156-A7ED-8A72C841D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E5D82F-E8BA-AD3A-C500-D7B82D52A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719177-9532-039D-02B0-1FFAF5E2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B24FB9-D53A-EE17-A21E-C7B408A1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190B2F-5F3F-A6D0-145E-00154B4D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6486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E3D5BD-9F32-CAB6-E76A-4F56F3BA4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C82DFDF-69EF-82E6-AA55-2CCF62D91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451931-A106-C0F5-0953-80480CB87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9C5CDE-61AC-58C3-1FAB-F377EA46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DEBD8A-947F-CF13-C06A-821AE749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2BD3C6-D46F-3909-2F77-6854753CE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86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C21ABA-917A-B253-C4B2-9A2D1918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599560-0BF5-CB21-5DC8-527ADEA1A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68F2A1-1298-E49F-986E-CC6B4716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93F8F9-1432-DA5E-0B28-07E9A9E1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1B4822-3E83-C175-005D-20CA162B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04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98E6030-F6B8-89D3-E7A5-84C8B09AB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ED006B-DFA8-F9FA-09DF-ED87E3D74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C976B1-403A-F9C9-B56C-AC09704C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5EBCF8-AC52-1578-859F-0151C3E1D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EA0F4C-EE3E-C8B6-639C-A201A967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0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73E1561-5C47-AA47-9992-AAC11EC0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47D42E-6331-93DE-1EA6-0233D6DF6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4D1E0D-FAA4-ABEB-E70B-2E4B9AB4A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88098-F48C-4F8D-B97D-A35C42FFD6D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00EA72-D82D-9332-FD9C-ACBFA94AE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453956-B0B5-5D9E-D7A6-BBE876B5D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A2EAF-E281-4385-A315-A242EF19D0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4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A4AC46-26B9-D951-6E65-5ED376E3D08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BF8966-BDE8-44E7-82DB-CFA8A31BB98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tsumiage-log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7ECB51-3020-9A6B-86AE-E6A92B2EFA1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955704-3CF3-9FB5-94D1-FAE4684AEC2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7C5AEA9-BC46-FEC6-E97D-1642893C19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77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6BDFB9-B52A-1A71-CDB7-00A4D07E09A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2ECF48-643D-2215-C66D-CB848C7E068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12FAF2D-23F0-E21F-52C4-5691CD5C435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積み上げログ 「学び、作り、振り返る開発記録」をテーマにした、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syunnjack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の技術ブログです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4B81D9-503C-CD5C-1C71-4ADB91A98B6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B96416E-A6F7-7DF4-7C2E-3815FB094F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9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16BB5B-0716-36AD-9B1A-048E5E4B587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E47CF9-7ADA-59FF-6A6A-E56C9E59B46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316A5C-7E90-4461-9C08-7F149DA2764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FA37B2-D303-3BCD-AED9-1E2C8BEE102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B79AAB0-B75D-653E-8CA2-C60B7F8FEA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13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77F501-E1DD-CFEE-F98D-AD7FC97AAF1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BAFF17-6E49-C203-FE6E-4190888B254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F1D447-4FD9-DCB4-CB73-93474BD3999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882379-1614-75B9-D503-20C2BC32DA7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6B73F2EB-96A8-E25E-8F6D-D3DECFD007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99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7B1665-ACE2-0852-5FA9-6C1FA93C490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581BE8-DDC5-CD5C-F3CE-BEBED230EA7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06DCEC-04AD-8073-A27B-D52AFE874DD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657FF0-9A43-26BC-C709-2A1F2130D1E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C598D6E-39AE-928A-1515-3EF56058C9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63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FD27DF-1FB2-BFD6-4A52-0F4C520244F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BC5789-8A61-8E60-6481-07B99E1FCDF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43A13B-AC18-2CD5-26C0-CD597668B21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https://syunnjack.dev/articles/tsumiage-log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0BC7F2-F48E-DBAA-9942-46CEB2FC19E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743B76D5-0868-F5CF-F1BC-6AD3B702EC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78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2026-07-29T22:12:47Z</dcterms:created>
  <dcterms:modified xsi:type="dcterms:W3CDTF">2026-07-29T22:12:47Z</dcterms:modified>
</cp:coreProperties>
</file>