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9096898-76A2-DFE5-BB44-BCFB48F1E6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B2CD6A37-99D1-9DA7-4F77-738CD653602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C86134B-55E1-D901-83A3-455C7ECEF6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09ADDB3-F78E-442E-4150-59800E6EFD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BDCCF7B-3ED8-6A5D-B68A-CF1C8533F9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169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A05E73-F434-7EFC-D09B-7297007CEF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A82A81-B586-20BC-BDC7-F7FCF6CF6D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B33A0E1-581C-87A1-CB4F-B8A5A2816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7EE1C8F-AE12-287A-8B51-3F6EAF634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EC0B255-0E8A-52F3-1C1F-4658097BCD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518732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DA9A00-82C1-6401-86B1-3C0FCF9B10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BB9D3B3-3180-2619-77F0-9559B42C8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F5E1000-AFAB-FFC2-6AD8-8307CCED0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B9ADF95-AB98-3514-AB80-CAB13ED14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B482197-9BB6-A85C-DB40-5588D76F33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0716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DF2F4EF-0587-EB2F-CB7C-1ECF6C2826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D22D957-B87D-484B-9E88-F005704F44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6167B79-3487-5962-B361-3A45A27009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EB9210C-6326-F8B6-D7E5-804FCFD10D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F4ACCF16-2C2C-70C7-99DF-3345D70573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9B143E-0E9C-7905-934E-181B904D61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645294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DB700C-F713-6B0D-B023-AB0DAA113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7658ADE-450C-56FE-6EA2-FAD5111F86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B3B2E3F-7868-4B8F-5D1A-93E63CB261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721A297-B66B-E00C-F03A-DD2211833D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A5939D63-BBB9-DF77-AA89-32FADD8B837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58B5AFCC-7F03-C948-F7AB-F2A2C6072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3774888D-C4AD-002B-2CCE-E293E1E556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AD12CD5-6DBB-8F70-9F39-5C160B795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49338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ADEA043-6E44-CBF5-A628-4EA302E90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14FBF01-5F39-6911-A109-6D76D0B764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C42C3AB-B256-07FA-B22A-248FA4F14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5C6B29B-A6A4-CC36-321A-B26FC6976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30237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8AC4C42-57DF-4BAE-0DF1-F2C2C458F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D8FE030A-D24B-A985-6D8C-2EF8C9B70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C10DA9F-5F6C-795A-D3CF-0FC58ACE95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95778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702F2D-CE86-EB0D-35DE-8D7D4D4695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CB2F989-61D8-532D-0B03-9379537FD5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38936E9-ADB3-256A-F5F3-149F86111B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3006881-2F7D-5B14-AFD5-2B7818E208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355E132-699E-A148-7FDC-3187BDB920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0A52C92-8011-0579-4224-A5216FF642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75057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DF2ACD-CE3D-6A8D-4244-39780564C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1BC629-0804-0A55-BE36-9EA0DF94C1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448EB52-3F07-F57A-30FC-B3FD080932F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12CCD82-1A53-61E7-36CF-61A44569ED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4257B7A-DE50-2813-06B9-9EFDFBE1F4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B25C5D4-5B62-60BE-1237-5DC151FE07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08229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8A6020-2649-4A7E-A04C-8E4076FFA2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7DA678B0-3382-731F-DA9F-AEE57906D7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3F98A2F-CFCD-3479-D5E6-B5BFAE6DC0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FFCEC7-262A-A272-7164-D4FCA6845A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56F8A13-8D75-496C-7CDE-8649315A94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3400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2FA556D-C8F6-18D9-025A-015FDB8F8B5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CFACE19-9983-88A2-54AB-1303846254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CAC605-6FF0-990C-C4C6-F03D922F83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60A5B10-E19D-FC68-28E6-059F1E8F14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C3F9CF-69A0-5457-3459-656F70EC7A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2019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E4668464-BE4E-1174-E6E7-D6F21DC80F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171CBE6-902F-E9D9-D524-20B5D6A6D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9D06986-1397-4DBD-36B5-EAB35BA5DE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2A8C0A2-BA59-4CE8-827D-8EF6CB0A74B2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3D139B-A116-68A3-138B-DACB4D90DA5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6302F5-8ED8-ADB3-4F4A-AED6BBA45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ED1192-F97A-4203-869B-87C54365C7E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62919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331453F6-D72A-FCA6-BC34-288330EAC06E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BEB08A6-6223-567C-1CE7-C961F220CED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Tsumiage Log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D1625CC-FF13-ECD9-C1E0-41AF22F53D01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FF5459E-A2F5-AD49-1023-B722ECFA1CF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EC82F9C6-0955-0D69-08EC-13E60811D37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251472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162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3C035F0-F009-8C7F-B675-B7B9195E916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1BFA0F9A-B695-6113-D0CB-A7869B66FFD8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9C39B97-4A0B-43DE-6D2B-99528EEFFDF4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積み上げログ 「学び、作り、振り返る開発記録」をテーマにした、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syunnjack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の技術ブログです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E85FE382-F315-00C2-AE1E-B3773ECBC46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18B71C62-0A1B-9A6F-DA7A-0F5BBBDDBF1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802035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8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CAB6741F-1D5B-EE74-8932-D44F77DF3B29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FA415D6-1726-8938-0A92-B863B96C351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5FD2849-CD5A-7DC9-6F0B-FCE1F88963B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ED084B6-F618-F28D-EC21-48F75753172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F85E292C-836B-7134-EE1B-977BE4A206A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19495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13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5DE3A38-9CFA-821F-7A87-C67759C15D16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8E0BDD-B0B7-E85B-526C-AD87FE013EF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0FE96185-E239-5F95-476F-076AE022D725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AE7A4EB-8829-432E-BF74-8D2DA18015A6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A04EA59D-A356-7150-588E-B6B5180DBAAB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60816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91B4FA-0F22-DD91-8746-18D61B5AA54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95B8B3-65F5-AC90-2DAF-A2BEF565846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97DAE5A-6929-E958-5CB6-439A2642F0EF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fr-FR" altLang="ja-JP" sz="2000">
                <a:solidFill>
                  <a:srgbClr val="333333"/>
                </a:solidFill>
                <a:latin typeface="Arial" panose="020B0604020202020204" pitchFamily="34" charset="0"/>
              </a:rPr>
              <a:t>Fix repository article automation exclusions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7BAB587-1D33-2643-BD83-6A44F806B038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33D00317-5009-6D8C-A9D4-4A05DBCD156E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821597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67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D5A5A25-9153-2385-CFE6-43FA3DDBBD3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D01B69CD-6383-14FC-5EAD-BEA6DC2334F3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8811672-9848-0104-0BF9-88F4DB460CB1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https://syunnjack.dev/articles/tsumiage-log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9CA484C2-359C-1A3B-F145-CEBE96E7EDA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111A9BB0-7243-AD61-BC37-228239C343C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34116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166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2026-07-30T04:27:03Z</dcterms:created>
  <dcterms:modified xsi:type="dcterms:W3CDTF">2026-07-30T04:27:03Z</dcterms:modified>
</cp:coreProperties>
</file>