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6A82EB-6FAF-347A-904D-7B0DAC583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3C75EBB-934A-149C-969A-D5FD2E675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C13FDF-F45B-2635-3688-4E8E555ED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FD11C-CA75-40A0-AB83-419F1E813C8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74418F-7F92-E16D-9F2C-3AC07233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74B6A2-67A7-FD53-997C-81014D9BA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3A78-01F1-4F7D-9C26-7F9DD59D8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8818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199467-E3D2-E4D2-368B-79973DB2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780549-F5E5-513F-240B-81D4F4692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E02E93-1E8B-7E1A-FF45-728D7589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FD11C-CA75-40A0-AB83-419F1E813C8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E95367-D559-D41F-66F3-0D00E43A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DDC093-C6AA-C47A-1D6B-5DA3AE56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3A78-01F1-4F7D-9C26-7F9DD59D8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086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78F952-334A-73CB-AADD-EC7AF567B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2D9121A-C5BA-74A9-933F-6030B3234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AE0EE4-A260-6AD7-0B54-E5B3C3B92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FD11C-CA75-40A0-AB83-419F1E813C8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660052-A7FF-968B-0A67-B8539A4B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D162D2-787B-9364-5D36-7C8F1B2FB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3A78-01F1-4F7D-9C26-7F9DD59D8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8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2A96E3-51CB-4758-2268-02B18593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063D0F-3F88-698A-6F82-ECB74001DF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5A7AAA-403C-4BD3-0A6A-57EE2835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9FD1C7B-7830-7755-3BBB-7F820090C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FD11C-CA75-40A0-AB83-419F1E813C8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3ACE8F-C5A0-043A-0ED5-721DAFF75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D1FD25-9A13-2130-5B2F-665186471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3A78-01F1-4F7D-9C26-7F9DD59D8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7062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E0AFA2-EF47-177A-E725-E5E3768E3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173165-048B-3FAC-40A7-113F63490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0F73AD-ABF1-B07F-5730-7D20F881A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26576C-E820-E887-4804-3363E47C0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5F17C42-C311-DB19-0711-4F6F1F43FB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81A7BBC-05D6-087A-5F3A-42CF8F448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FD11C-CA75-40A0-AB83-419F1E813C8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26CE390-B946-08D5-128E-8A080ED82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8C2A9DD-3111-EE62-F49D-00EBB00F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3A78-01F1-4F7D-9C26-7F9DD59D8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698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C037B4-0AB7-2038-5C70-8B1FC17E8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9054116-3F22-5570-EE3B-9D77AD903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FD11C-CA75-40A0-AB83-419F1E813C8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A8E4BE8-8114-894B-3527-874AB0001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F28BF2-DD26-9B3F-4531-0A42B8286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3A78-01F1-4F7D-9C26-7F9DD59D8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988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B13DC90-1245-77D8-1CE0-267FBE844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FD11C-CA75-40A0-AB83-419F1E813C8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5B74BB3-F9F5-9006-CD65-86BACF12C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F687096-09D9-1B2E-2BF6-24F3BEA89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3A78-01F1-4F7D-9C26-7F9DD59D8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782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FB70C4-FDA7-53C7-8D4D-0D32DA79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D74ED9-329B-8BD3-078D-0A7F6F77B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90738D9-0343-C3B1-8BFE-B067E6F00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21AB3E2-9318-5E79-6209-626C4487B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FD11C-CA75-40A0-AB83-419F1E813C8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C63693-80B9-6608-5DD1-6B3B3E291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9838E02-7007-F425-027C-250A1BB8D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3A78-01F1-4F7D-9C26-7F9DD59D8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558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A3C793-EE41-9A4B-441B-C4E594F8E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F9B5BD8-6D90-A2CB-9922-3FB836528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630ED1-EA08-79B6-1C59-4415D1A06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41DD569-E846-0960-07D8-BC7AF84F4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FD11C-CA75-40A0-AB83-419F1E813C8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5AB5AFB-8FDE-6623-C3B5-B301CC47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4E46D7-47C0-E5C8-BB7D-58C4D7E9C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3A78-01F1-4F7D-9C26-7F9DD59D8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160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E27888-366F-4107-8EB2-635397577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68D4C0-DA02-4F13-71A0-654A2669F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D4CC60-468F-CAC6-BC7B-4C902602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FD11C-CA75-40A0-AB83-419F1E813C8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07711E-ABD1-9B23-C760-22EAD94EE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5C71FD-432E-2179-209E-1B172310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3A78-01F1-4F7D-9C26-7F9DD59D8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905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8129E1F-C9DF-75E3-FD9C-8D449D759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F4CED0A-88DB-F1C1-2E61-EDC0116D7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A27622-8F06-DA45-0D65-4CA809341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FD11C-CA75-40A0-AB83-419F1E813C8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6AD330-E405-EEB6-2F90-EEC434997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540618-A0EE-3E99-F326-D7E6DFCA9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73A78-01F1-4F7D-9C26-7F9DD59D8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340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A933727-6692-2E08-E966-121934304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346569-C655-5BD7-D4CF-87A3C3209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F01ED9-983E-2521-106E-626E506013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FD11C-CA75-40A0-AB83-419F1E813C8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5DF5E4-FCB6-F48A-5158-D6A0520705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373482-F528-1BD1-3229-622A1DB99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73A78-01F1-4F7D-9C26-7F9DD59D8F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714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3733B7F-7343-2F36-B944-34F8FFF3A16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D3EE5B1-3799-8CB2-BCF9-626D1AA1725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Bowling Lane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5CB9471-A477-F862-B296-8C97EE44A5E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B96DB44-504A-CE6F-7D83-FDC704C0366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C014106C-BDD8-207B-F630-45CF0CCD7B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370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CC85552-AA15-B873-61FF-EA82F10AC316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E398A8-46C2-C75A-B721-D27C7E2E137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363154-D83B-A92B-6BDA-C11F3C35DF9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Bowling Lane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ボウリング大会・空きレーン通知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bowling lane alert Domain candidates Confirmed domain: lanealert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79CE37B-657A-67A7-70A1-0CF9B03C312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9FEEAC28-7A8E-1E3A-F70B-6424E651AC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627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11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AB8ACC6-C933-E7C9-CF2C-B80105D0769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DDE0B6B-8110-86F4-A2D7-36173AE7AD8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8BF5F3C-FBB2-FF7C-79DA-4D130B8F6B2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08E92FE-2A7C-30A1-01F2-DBD7669D612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4D29871A-AD43-EA52-843E-57ABE868CB3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528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2EF45D-E8EC-AEED-6D24-B68C5EDC4AF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EAB9F9E-6C84-545B-079A-50593451391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9034050-3625-4AE6-0D1D-083E7B48F24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0A933A-C17D-BE32-F167-A636293450C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716E6FD5-C5C2-46E0-90C5-6304E0DAC9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914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CA10D26-F94B-A61D-4E64-68C4660DF89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EAEA6A0-00A6-4BE7-4426-43DF1CB1792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6BC180C-F670-9133-56E5-59A15DB67BA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C755C0-0CB1-0E30-0CFC-A951FB3D549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CA9B4580-6D29-3C04-178F-3E46886BE3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22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1056BD1-A114-DF4D-943B-8F5C702415C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69A6DB-B215-A229-D458-91FFFC3F30B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11DF3A0-67F1-8EC0-7221-7341B8702674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https://syunnjack.dev/articles/bowling-lane-alert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313506A-A0E8-AC02-5AFC-6959B2C780F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F53DC6BF-4C61-6177-BD5A-8C690C55FE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63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2026-07-30T06:33:08Z</dcterms:created>
  <dcterms:modified xsi:type="dcterms:W3CDTF">2026-07-30T06:33:09Z</dcterms:modified>
</cp:coreProperties>
</file>