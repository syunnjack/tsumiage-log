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4749C-50FC-A7C4-FF79-0FBB23676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62A670-9696-A0E4-D12E-350D3D678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4263B6-A001-40C7-9846-077DC492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4ADB26-A12F-07F2-4D2A-516AE928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6CB06C-55C9-F702-A964-6D2ACF734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69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C0D75-1A8A-C41B-5061-CBDA55BD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5451CE-3E75-69A7-994B-CD06A1270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E18FD7-7432-F56C-4520-8E8423F0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BD6C95-9802-E801-6826-0B37BE0B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953767-885A-479F-12A0-89A71F4F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758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2BFCF8-210D-91F9-F07E-E6C9F1A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28AA41-A281-7D55-E433-917835AF9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94D53D-3652-C9F0-4518-F4AB4EAF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FC2C83-9EB6-E817-6C32-C157AF55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C741AB-FBF2-11BE-8CE3-79A205AB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0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375C51-5551-0826-1922-9B310606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4902B3-2722-9730-5D0C-5EE2622AD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8D9BBA-84AD-6BFE-E235-2097B8A81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7E558D-02CC-BA2B-3254-054FD563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03EA44-37D3-E812-992A-CEDC6F0A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44107D-3D0C-CBBA-3952-609BC4F2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336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05D4E-9135-CFF0-777A-695F59CE7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57ED9C-755A-7F07-3D38-E3F12E69D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09FC91-D266-EE0C-B10A-528F47A49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7ACC135-732F-F265-2101-9509F0AC7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FC1381-BEFB-D8E7-0BB9-E9149FA7B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EBAA97C-AEDA-F46B-BEA9-7B12BC03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0E2AB4E-6F15-1A86-9151-078CB1F0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A1CB6CF-D67D-BE1E-1FA2-F5E8AB3D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47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A2D65-0046-A416-B45C-F326250A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0F8729-44CF-3D32-8078-D4A060A9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D9C458-27FB-E927-2A24-1D11EDA8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9240C5-E342-6D92-E661-03832AF2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22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5D82DD-9680-A6A1-BA47-93976FC2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1079E4D-8631-22BF-8D9D-6164A1F4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1B3024-1000-DFB0-2CD2-03420279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576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EE2384-CAA4-5AD1-0443-CBA65F90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3CC720-B5D3-5C73-B0C7-56F15D5CF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6FB6B9-A70A-AF82-E6A9-FE3A3578D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499AED-AA97-F57E-A0D9-BBFE0788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9E5793-C96B-EE76-24CC-20E355E9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C5846B-7802-9CF0-4B71-20A01FDA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90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3B4DBC-DE5E-7158-F209-4855108D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5D1C37D-128B-5548-C058-0BE6789D9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1DA4B46-8949-B72D-06B1-D8AD70799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6FF2E6-5D06-905C-9E34-BAEEDAFB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235EB5-4901-DB5C-F8DF-B5357EC0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19E7B1-B4AA-4C6F-8F7C-9B86BD94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9753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25E966-BB60-3069-2370-C02F3852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940A40-057F-44F5-5F04-6ADD6E09A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014940-B874-5FE9-77DD-C54ACBF1D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6DE944-8C88-4114-89AB-91C245FC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308614-841E-0167-EA9F-FBA2E6E1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0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96C52BA-AD44-EFFE-775A-F3C929547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464D88-9673-8E5D-2572-4A4687738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475D83-A8C3-7ADF-94C5-3562A0A3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7885DD-AE5D-7081-2C1E-D0DC03A7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287B43-D166-54FC-348B-88B19222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42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4A0C46B-E8EB-9B42-D689-A78379E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F214F2-73ED-6DCB-FCA9-898B33C8A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9C7279-0557-B4D1-988E-CF8F57527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2A2FD-1F9D-4B18-B395-8A6D1E752C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6A3266-F1D0-705F-0230-992634740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7DCC5A-32E6-DADF-B13F-36DF0EE49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9705E-E65F-4190-8574-29A797FEC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06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13C3DF-D9EF-38F9-A01A-291C2FCB6F3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76BBB4-F501-869F-B1C2-13C683AFC65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Domain Safety Checker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458C4E-5F18-8A6E-9820-10C4EB9AC3E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F193DC-F3C3-CD7C-409B-F0FB6545B72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4EA78F4-B4E3-3EFE-09D9-5D7AE0E23E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50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7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2300C4-921A-4CD6-D103-299F5E1CE95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CF0636-6D40-AFF2-38FC-8CD8C595994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9CCEAB-C833-7979-0EC3-813EDDB6E5E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Domain Safety Checker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874496C-9341-8A42-0309-3B5F19595A2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B268000-2CFC-2857-B1B1-9B6B533389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68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98E143-FFA2-A700-CB67-85F4610495E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1B8739-7342-1F40-65E2-C31E95CCC75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7C692F-59D8-4D96-8C13-359B447AA03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841A6C-2BB9-1B6E-9845-40016405563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8116BBB-F692-EDDB-8064-31237B9EC6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21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C18DCC-0B9A-8C2A-6DCC-23832E85819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AA6D75-6702-8421-919A-E15B49EE1FA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4CC8BE-EFFB-799A-4F8D-232AD05F9D2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2EAC6D-D452-06D3-B4FB-2C47AD0D4E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0C2FB9B0-79D0-FE4F-AE9C-FD5254E410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20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C6D892-492B-C5A4-6623-15C7623A197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CE1545-B0B1-68CD-A5AA-0F0855A5BC2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2F9771-8E53-0FA1-3A98-DD85C5D3BB9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Initialize repository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76586A-5954-5DE1-0A8C-4CC30DF5A13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1809A90-71CC-57FA-E579-47358CB36F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46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929BFEF-A8B6-CDAD-B8CF-8967C2A72D9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109A48-5445-F9F0-6E80-6A1AA77D3BF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CF71B2-6A66-6B12-F37B-321E72BE3F7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https://syunnjack.dev/articles/domain-safety-checker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D07017-3186-F9FF-0707-96A4C21647B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D99E4CC-C2A1-BF85-96F4-7683FB3A0B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04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2026-07-30T04:57:19Z</dcterms:created>
  <dcterms:modified xsi:type="dcterms:W3CDTF">2026-07-30T04:57:19Z</dcterms:modified>
</cp:coreProperties>
</file>