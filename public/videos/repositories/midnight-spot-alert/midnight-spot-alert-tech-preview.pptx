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6DB498-C088-A7B0-6182-D91CC9305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E7CA18B-1055-6428-B727-006BC14D80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C5F5B7-B4D3-E7B6-38FF-C53368442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252B96-800D-2D2E-1660-91708E154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77BD9B-1748-B57C-6745-E8ED19260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7373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BC9252-D2EA-BD27-8F39-B41FA7A81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9E4DE8-7C64-5EDA-2495-41EF68919F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8699CA-3E6B-51DC-2BEA-EF5CFBA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88C7E5-2684-65F1-A8FA-2EC362A1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3FDE912-A754-80D9-3F6A-10A1CBDB3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9915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1B09EA-D10C-4BD0-CC37-01F1691BD2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E7E1C99-6310-A0CF-3B79-97176FD567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6DD3A4-9EC1-57F8-69C5-F98B1BF6A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D31DE7-B469-7D04-E4EA-8844B637E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7EFEB9C-3C2C-8A97-28C1-D37D98DB2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2195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A02470-04F5-2FCE-B34F-CD01B6971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44F6A3-58E7-6F6A-A47A-237C8DD2EA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D44E0E7-65D0-27AD-402D-6A966D11F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F0A0-5A13-8E70-331E-6834F668C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7C54413-F98B-732F-0021-C63AFDB44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7FDEA08-B901-2368-A344-79F386D02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2158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3DF9CB-73AE-6D3D-F1FF-DD59E6238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83422E-CC6A-7490-7153-7064DEDF0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E10600-A039-0FD3-9742-0E04004AA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343EAA8-3DAD-D6C6-BD79-587E667001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0B558CB-5A1C-C70D-477F-0A5555AC3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45B3F34-96BB-16AF-993E-B31A69C41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30490B3-5AC3-DCF2-0DAB-E44C6B011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3338CA-9F94-DFB8-97CD-44DDFE72A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3088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10132-DFDE-0944-1607-CDB497F25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5EC1A7-B8BB-149D-9950-EE8F7FA12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6790A89-B918-903A-EFD1-B39765DCB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CAD720C-4BC0-E95F-4205-703755AB7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8044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3B28FFD-FDA1-E88E-3BB7-54D063CFA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7407307-9872-1893-C853-760260924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60A59D-817A-A7E8-300F-2CDCBB9F3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245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C0C41B-EFCB-51DF-95AF-1C3D04527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A93292-C35C-4F2E-1AAE-633F08A15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5D366F9-A81D-06E7-6446-EBCFBE6D64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BAF149-2649-50B2-6148-A06A22763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655DFE1-A96B-8336-EFE8-9E858F958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544343-6213-6DD2-DDC8-6502C5DFC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3601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0D6BED-D145-21B4-744B-84B460CD3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1233D71-A248-0928-8E62-909F801836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1DD1305-98DD-DD81-42D2-0A6ABD1F5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FE32DA-7D65-FA34-3B4A-C672AC50E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4003106-87C2-96C6-6BB5-6D7CB2B96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7DEF1D2-2B27-1643-5768-F65E3C92E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8642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C60795-A6C5-265F-317C-7077DD4D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5574C7-DB60-6C88-ABDC-95F5F4C941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87C020-9E62-B8CC-360D-DC0A28A95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3291615-A565-95A6-5823-7E19CE66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572427-2E72-371E-9E4A-B03267660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5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FB8DEA5-CF45-4A0C-6768-046585AF62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F11E6D-DCE8-6C55-6EB3-3008956006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FE1AAC-68C8-44F3-1180-E117021B8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2C0F2F9-C86B-3BD2-7E60-C187DC013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4FDB2A-08BE-D00C-1609-12919222D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06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97CBC5A-7816-3E88-75BF-18C7722D1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3EE759F-01B3-C8A5-87F1-22ECC03BB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88FE82-631A-2C21-599B-09BFE59C1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DDC502-97AF-48F9-ABC1-806ADDBCB28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01488F-964D-55BB-8D6A-523C64C0E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101CC32-741D-BECE-AB88-87554ECE40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DDB498-9CDC-4C91-9E4A-A27846179B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1641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BE94862-C5AD-C132-24E6-1948714BAEF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32F1235-7DFA-8DBC-A684-597928D695C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Midnight Spot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9E565EC-8D97-FD3B-9CD0-6F6D9D0D4E4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5E62B3-D652-5AB6-C9DE-1E6BE81A6F7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DE8B1C04-E94A-85C4-B5F1-52CEBE1D761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3949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94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E73BFDB-F917-860A-725C-9743403A4B4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1985DDE-2128-BBD5-A859-336D4B00909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96FD0AA-32BD-583E-328E-174286DF5CC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Midnight Spot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深夜営業・終電後スポット通知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midnight spot alert Domain candidates Confirmed domain: midnightspot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2153C9-FB28-55BB-AB3C-EE8CAD5FA0E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308947F2-4831-0E38-6327-553EE0F1F26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3703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000"/>
    </mc:Choice>
    <mc:Fallback>
      <p:transition spd="slow" advTm="14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2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93CA50C-CBAB-2A0A-F4F9-62280A10F70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EF24C5E-FC48-72D0-E745-D3B3B512D76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4B0A89-60C8-A94B-C9DF-0117B5B484F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D55DCC-C365-B671-BBB4-570AAF06497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EB48B5FE-8EE2-03B6-6228-91B93875477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72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B9CC9F1-B339-7135-761F-D07B84CEC17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931BE40-6214-7103-EFDE-CD8A8A13FE1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5BE1B13-FE29-D381-DD4B-982B6789A57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40F8E6-0D26-B804-3680-CD4B53389A5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3D4B7D6-A728-4E63-F9D2-5A76EDE96A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3163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8DB937-D3D9-61E8-1928-5A11D7820B8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CA86296-9B2A-EDDC-E040-AF17102DBDC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62ACF29-9F0F-2813-B900-B4DD145E90C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5EA111-5FFD-95ED-D84C-286BC334CDC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90631DC3-85B9-F23D-3DDC-C0100ADB469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870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C6B824C-9B10-D9FD-A527-31BD3663FAB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19F1715-9214-F794-41FE-F9973DB34B3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277A21-0522-6B6F-74B6-174561C87EE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https://syunnjack.dev/articles/midnight-spot-alert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255DB5-677D-1DD6-946D-8C18D6316C1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E6FB5781-C33E-AC02-2F6B-ACF6CB123E9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7505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2026-07-30T06:31:18Z</dcterms:created>
  <dcterms:modified xsi:type="dcterms:W3CDTF">2026-07-30T06:31:18Z</dcterms:modified>
</cp:coreProperties>
</file>