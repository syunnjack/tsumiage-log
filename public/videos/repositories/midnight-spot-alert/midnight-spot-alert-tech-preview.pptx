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03DB04-8E6A-4F55-207F-42E534D7C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ACEDAA-993D-08D7-98AE-7EB4CD270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ED13C0-287C-9582-D1DE-7CFEFD4BE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2B25-2D47-4433-BA3F-60F12F8EA5F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E9DE44-9B21-23C8-7F68-65F0D0DEF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421D0E-668D-EC2B-C611-E91E833F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84DD-D2C1-44C7-BC8D-A39D9FDADE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49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E6771B-4D46-A823-0189-025412A9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26B63D-E20D-BCC5-1C21-CF4A27D96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29DEBF-F780-07C9-BAAF-525CEFD48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2B25-2D47-4433-BA3F-60F12F8EA5F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00020C-3DAC-2424-DF0A-0EB1AE5F0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B26B62-E2C1-BB0A-31EF-9478433C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84DD-D2C1-44C7-BC8D-A39D9FDADE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958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A4D85B-3A55-295F-B592-199271CEC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8D5EF6-1B9B-AC57-9335-C27867CB4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B6D237-2252-F903-BF54-D77940A94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2B25-2D47-4433-BA3F-60F12F8EA5F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A4FB69-641D-075E-1BE2-C0F72F87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3F9C82-8752-2CE9-E4FF-EADA4566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84DD-D2C1-44C7-BC8D-A39D9FDADE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36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E72B0F-AE7F-7AA4-19E3-584444088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D754F6-48C6-42C5-D5C4-B0AA945B3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F206CC7-5210-3C60-E733-ACFD51968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76CF97-DA05-87CA-A4EA-FE5358372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2B25-2D47-4433-BA3F-60F12F8EA5F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09DE6D-973D-72BB-CA74-B9393B77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8745C1-5C6B-795D-A545-D103B2BC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84DD-D2C1-44C7-BC8D-A39D9FDADE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728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A4538-C39B-98CB-F27C-D1905E4DF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8D7646-65A5-AAD1-DB34-ECFC7FC30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2CEBF3-6FA7-C748-EA99-71373EBBA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08A3E4E-1F42-14D8-FB29-1766B9CAF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0D66EB2-2065-4F40-0BBE-40DC6E2B2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49FF9EE-38A3-1607-A405-96BE5FE49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2B25-2D47-4433-BA3F-60F12F8EA5F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E0011F3-BA62-1A2C-5D8A-0204C8D18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F9D47DC-1AEC-05F8-08FC-639E63EE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84DD-D2C1-44C7-BC8D-A39D9FDADE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6550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3D172B-0707-D53F-15E7-150982F8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932D602-563F-51A2-23EA-C914D8B44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2B25-2D47-4433-BA3F-60F12F8EA5F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5E129CC-A136-5FDF-2C88-B7509FA5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D7074FC-7775-20FB-B16C-69F709F8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84DD-D2C1-44C7-BC8D-A39D9FDADE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968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640D65-84E2-5C39-4685-4A908F5DE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2B25-2D47-4433-BA3F-60F12F8EA5F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128F85C-F3BC-5896-C978-02ADF04F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F19B64-CFDE-3BF0-1C72-66B252990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84DD-D2C1-44C7-BC8D-A39D9FDADE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690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398E99-6C06-DC1C-0D59-81353962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09A25F-AC2B-F798-D9F5-038AE3F88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7FD394-561C-BA3F-8DD4-BE9E2C8DC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9E1D84-7008-3B11-AF78-C46C5A0DD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2B25-2D47-4433-BA3F-60F12F8EA5F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4307E4-9F6D-7E88-E034-F527E041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E13EE7-6EB3-1A2C-6237-C31B59AC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84DD-D2C1-44C7-BC8D-A39D9FDADE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70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403E06-964B-F4C9-2D3C-D1843B868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360EB10-88C0-D31C-5D6E-2A1777B18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C053F3-F379-4718-58D2-4E0CFC13E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153D9F-2F63-836C-225D-ADCE3EC2C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2B25-2D47-4433-BA3F-60F12F8EA5F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C88F8A-7EAB-5B4E-E04B-ED2E8A572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0C6360-81D2-80FD-D043-E317BAB5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84DD-D2C1-44C7-BC8D-A39D9FDADE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136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F652C4-A16C-0C0E-9FE3-20428E9BE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2097AC8-BD0C-D846-8404-A928BA7F4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C31E04-CC85-09C9-0B5A-815BE003A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2B25-2D47-4433-BA3F-60F12F8EA5F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747E5E-B908-C239-362C-5A02A163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9C5CA1-D7EB-7361-7FDB-FAE0DC10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84DD-D2C1-44C7-BC8D-A39D9FDADE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009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550C471-7D1F-6981-4FD0-55FE3390C6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3064E1-C1B6-BEAC-340F-219945441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CC70B0-F0A2-ED6E-AA98-58207541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D2B25-2D47-4433-BA3F-60F12F8EA5F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DFB8AD-B1ED-0F85-3074-277E9D95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FAD494-4965-C829-C557-3C6E3587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84DD-D2C1-44C7-BC8D-A39D9FDADE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873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0D71166-615F-AE92-4828-D5518626E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9CE55A-7DDD-F528-A056-2E634CC8B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79B456-43DE-08D3-DE30-9EAC435BB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D2B25-2D47-4433-BA3F-60F12F8EA5F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B934B1-C2E7-FB73-A1B1-5DDBF9662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679E75-3024-E73F-793E-9F275DA12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084DD-D2C1-44C7-BC8D-A39D9FDADE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89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52060A8-0ABD-19FF-D8BF-19E54D87324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E618873-0F84-82BD-F919-1FCE964DDB5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Midnight Spot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D8EA621-21EF-C220-E96A-77F0FE039E6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AA3554-2579-8587-4275-F4B0AC962AC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A85ACA6-9D56-2A8A-DBC2-8E4F35E436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808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4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A40C52F-B6BB-B9C4-9CAE-872A7DAADF4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AE7C9E-A2F7-5C41-500A-B5170238B4E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55CF257-8A63-48E6-3E7E-EED4FFFD4DE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Midnight Spot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深夜営業・終電後スポット通知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midnight spot alert Domain candidates Confirmed domain: midnightspot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5E0B794-A63B-EE10-34C5-FFFF206CF04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B7567A6-0FB2-5416-B256-3D3C0EDAA0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105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2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3346A8-0E09-5B6B-BD33-08BCEB502EB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56465F7-8B8C-10DC-6732-30A6A9B61DA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3A124D-6683-B818-C8AF-CD366841E2B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0A8609-99D8-3706-C884-2E50C3911FA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2685A0B7-6259-8F6B-ADD0-07F9EFE7CF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820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07ADA91-0294-0AD7-33F7-F3C9EE07087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FE864B-9E23-53F6-ECCE-FF44BD944B6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34FB375-52E1-F37A-93A0-2F7D8C71DC4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2EDC51-ED2A-1102-E87A-493D85F443E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5414181-B582-E471-D86E-91DBE07591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88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5BF2A6-A4C8-151E-F426-9EF639C7C7F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3CFF21-99A9-78B9-C420-6BBCCC0FD42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AEA26A-F6E4-D21C-4F04-5FD31C30244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ACAEF6-414F-D776-29D6-232F250038F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655918C-D968-3011-141E-77ED031DC4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44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89DDEE8-2E75-76AA-643B-C01244773A5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77798B-B51B-E860-C76A-C5D67235685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08D991C-DCDD-9490-8207-AC18CC44AAF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https://syunnjack.dev/articles/midnight-spot-alert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2C871B-C050-26F3-D099-EBC06CE0360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C09BFC74-89E5-D566-9DC3-3C56237CE4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46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2026-07-30T11:37:39Z</dcterms:created>
  <dcterms:modified xsi:type="dcterms:W3CDTF">2026-07-30T11:37:39Z</dcterms:modified>
</cp:coreProperties>
</file>