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1E4B82-FCEE-1201-B223-650587EE4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4B6CCC3-E986-DB9E-919E-B281669A4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46C9BC-FD5D-80AA-4267-B6E11AE1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6E82-A5AF-4F83-A870-9792E322D5C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A11CB3-4A22-1399-0AA9-FE5C1912B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CEA79-EE20-2EC7-F34B-9F90B9BED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A9A-F8F8-4C09-9300-0EC11599E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669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E02177-8BA4-B308-920E-0A4FAF9A4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D0B883-3472-A897-7EAF-B8CFB1551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AF1F32-3818-1A83-55B8-D6A6DFEAC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6E82-A5AF-4F83-A870-9792E322D5C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C59332-EBC5-0CDE-978D-306193583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1657CC-D385-B6CE-989F-4AB4E6CA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A9A-F8F8-4C09-9300-0EC11599E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0124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89D23C-A727-50BC-2B38-89A1B240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8D1BAF-D3C2-368E-69EB-3C6295743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49B679-9CE7-79F2-6E21-1F346AF3E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6E82-A5AF-4F83-A870-9792E322D5C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55D946-4B63-A35D-010D-B6DDD7364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08B6B7-7C92-C404-A099-3FD86AD2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A9A-F8F8-4C09-9300-0EC11599E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99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7CAC53-4FD2-DF85-80D4-85622D336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3D4B95-099F-9C04-D5AD-32D9C51C4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0502DA4-C07F-52D1-789B-562E25EE8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2DD8D5-D46C-9EDD-78BA-B0EEB625B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6E82-A5AF-4F83-A870-9792E322D5C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CF710F-A5BC-31A2-0C2E-B3D74DE19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467836-00F0-379A-D455-4F5BA763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A9A-F8F8-4C09-9300-0EC11599E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503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C44FE-87A5-649E-62D2-B00D98BA3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0E3DA2-FD7E-DC17-0479-2DC37825E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E821173-063B-53D1-C8B6-B22D3862B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768A146-1CB7-45DA-8DBF-4F162EFB8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5EB5B54-49F9-7A00-23B9-AA9F7A9F3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5B7549B-A2FF-D98E-2E15-3272A741A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6E82-A5AF-4F83-A870-9792E322D5C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617AC7F-822C-FFA2-F3A5-5C89D4E62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E2EC311-BDA1-2735-9D18-392DB78C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A9A-F8F8-4C09-9300-0EC11599E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945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4838AE-2BCC-9C8A-6D76-98E98015B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48960A0-65F4-2EE5-CE10-23624732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6E82-A5AF-4F83-A870-9792E322D5C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7175BD-A4EB-A8A1-1D67-645B10CF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7B6AC4-ACE4-38C9-61C1-53D20AFF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A9A-F8F8-4C09-9300-0EC11599E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1157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72F9DDF-FF25-1BE2-C4DB-5B7DE090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6E82-A5AF-4F83-A870-9792E322D5C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392B43F-64C2-ED13-9E9A-F96BFDBA0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4056842-0360-3067-CE8C-159117AA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A9A-F8F8-4C09-9300-0EC11599E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404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87630A-CA6F-BD75-C31A-7805008A1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CD2069-497E-2D57-7C91-FD71BDED6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52A2D1-0D10-A3D4-DA56-C8E13D30C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9F6511-A0C0-36BA-9A5A-45320A29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6E82-A5AF-4F83-A870-9792E322D5C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B0BE901-3A12-C0A2-55BB-6D9880E8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1428E8-189E-036F-34FB-7010B040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A9A-F8F8-4C09-9300-0EC11599E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48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2FC356-8AEC-884D-7F92-0862844B6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7C3AE17-CFF6-918F-1933-0870F9625D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C1755C-6F0F-F6BB-7CCA-ECFC095E1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E19741-DC25-D9F9-C132-86A3E80AE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6E82-A5AF-4F83-A870-9792E322D5C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5E0CA6-1395-7D0A-1117-646F8E64F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DCC532-209B-34B4-21CE-0CB2E09A8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A9A-F8F8-4C09-9300-0EC11599E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5954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E1C3D5-1FC4-1120-43A6-63B5C76DD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05D5057-53CB-2CDB-AFE8-6B77F028B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CE4179-8972-E3B5-32F1-E57186DD4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6E82-A5AF-4F83-A870-9792E322D5C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B2D268-9BC5-9118-A06D-E3A24DFEA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95B4B1-98F9-162E-113D-E5941AA7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A9A-F8F8-4C09-9300-0EC11599E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557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7E55F81-6C81-A909-7437-1833E6E9C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31EDC4-EBAE-85CB-48E3-AE83578E1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B395F5-A5C0-3DD5-CB41-2666801DA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6E82-A5AF-4F83-A870-9792E322D5C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59A743-E4E9-7D9B-7131-FD2154D8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CC9666-44B6-26AC-5CE7-2BCEC6CB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DA9A-F8F8-4C09-9300-0EC11599E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711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295601B-B15A-479F-9399-E62F21EEF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164F81-40F6-D577-5CB6-86525AFB2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C9A47A-71D3-E1FC-6CF1-BE9BA93707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06E82-A5AF-4F83-A870-9792E322D5C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6A8066-110C-D5F6-2A1F-E71B691CE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ADF8B-2F68-3CE2-5668-CDA99BDBB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5DA9A-F8F8-4C09-9300-0EC11599EF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468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C3501E5-AFE0-10F3-1DB9-67B77056F5F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79398A-C5BC-2005-A96F-68CF6D9ED5F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Dart Portal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D3BA78-ABE7-E9E5-40D6-F9D966C519A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24FFC6-5A50-7202-58FD-C4C64F36F18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C98B648E-C32A-E951-3C78-C98C36EE4B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45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BD96682-25B7-496A-55AF-53311AF442D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49B9A0-0069-DCEA-AFF5-CF2E9AE0CFD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34C77D-3676-AB0D-F3DB-E456BD8ADC8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dart portal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ダーツプロ総合アフィリエイトサイトの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MVP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バックエンド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A3AA35-A6DB-5E14-AEB9-289B3C98D2D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5756C7AD-0D09-6EF4-E4E0-89320F80D2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65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DFB6F93-309D-1FB0-BBCC-2E0F9438173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EF68F1-AD48-EBCA-824E-F30E6F03247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CC8ADC-D428-5903-098F-86293F6E2E6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Python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BC64CA-B091-DA0F-4A03-639C9CFB1C0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3738E7F-75BC-391D-B03A-7EA256FB37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435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6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257E42-07A4-8800-C553-3CB5E8CCB77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ADAE75A-FB57-6EB4-8628-0436A32694D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9C6B364-2D14-EB29-92AE-A4EBBB9A0F1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docs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events.json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9321CB-775A-8620-84F9-F11E8348D07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9A041EC-689D-8C15-83CE-299863CF58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08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A399D0E-CA43-5112-8C1F-AC8CC6110FA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69164A-D8F5-729E-FD45-F13F8630203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7FB6C9-F910-64FF-8C66-48A8489966E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Initial commit: MVP API, event scraper, and site design doc.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D9B844-C2DC-2EA5-3C11-0FC56D8F462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2628C926-2C2A-8719-4347-5A5D311F27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30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8114B3A-751A-575E-BF85-6A37204369A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4E3C663-9EE5-F2EC-EBF8-A4E34D47947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0457A2-DE59-9545-32B5-8AE498A486CA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https://syunnjack.dev/articles/dart-portal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245ED2-E987-2E58-DC8A-73F47934403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D5E37CD2-F1C8-B6A6-6262-946A6F2C6A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039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2026-07-30T07:07:38Z</dcterms:created>
  <dcterms:modified xsi:type="dcterms:W3CDTF">2026-07-30T07:07:38Z</dcterms:modified>
</cp:coreProperties>
</file>