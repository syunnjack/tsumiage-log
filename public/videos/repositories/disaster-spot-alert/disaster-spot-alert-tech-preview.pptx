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CA3864-5AD6-E06B-4A84-48562BFBB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001EFF4-2B63-13C7-77F8-F8C142C9A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B1A285-AACB-E2A3-69C9-11F032815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557F-A6B7-4801-9173-6DB16EFAC0A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DA4393-A0F3-7E2D-E783-DA409C694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92BAFB-EE58-F30C-2E39-6BF0289D2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FF34-CFC8-4363-82BD-7F2DBF47C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56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EAEF5C-E1D4-CCB6-A2C2-D0413102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7794CA-B2D7-DA8A-2F7F-84F8DD576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5C7899-CF2C-6230-F8EF-D0151D91E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557F-A6B7-4801-9173-6DB16EFAC0A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BD6B57-F6AF-14CE-6543-201404B28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5870E3-7CF2-9C7C-AF60-D354F6BE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FF34-CFC8-4363-82BD-7F2DBF47C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4894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5319C8-1AC6-5E5E-595E-D72FFED9F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053F16-D29E-39CD-043E-C32C267A7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760F34-AB8F-895D-D51B-D44100DEE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557F-A6B7-4801-9173-6DB16EFAC0A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577897-2E7F-BA8C-D8D1-3A7458804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ADCEA3-C5E5-F23A-D438-CAA840CBD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FF34-CFC8-4363-82BD-7F2DBF47C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6810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29AD5B-FCE1-BE67-BD42-28EA1E5AB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5D408A-E0F1-B620-ED2E-2173EF845A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AF06342-A4FF-8513-A42A-08DCBE687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F5B88E-605F-95FE-BF74-F80DA3127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557F-A6B7-4801-9173-6DB16EFAC0A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A7C09E-B8FC-97DA-9E6C-BCD5FD60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BE8F8C-B595-13CC-D278-7DFFD76E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FF34-CFC8-4363-82BD-7F2DBF47C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762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AF0DBB-8BFB-203F-7EDE-CFBC05E20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B9EB96-25D0-F30E-8EB2-3FD1661B9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D4F80E3-31D4-3D0B-BAEA-C5A6CEC31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0C457E3-FA2E-4485-6DED-AD36C26CF1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E89EE0A-D6E1-F0BC-8886-0025B63743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4CE9054-9687-304E-E1E8-BE0493A7C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557F-A6B7-4801-9173-6DB16EFAC0A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F423C41-07CE-D93B-FE1F-807D43163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9F9D819-304C-6E76-496F-5BEFBA628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FF34-CFC8-4363-82BD-7F2DBF47C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4194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ED5066-8227-3418-FC82-26A976E36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6C16A42-BB75-76CE-412B-3F094ECE9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557F-A6B7-4801-9173-6DB16EFAC0A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18C54C6-1D98-8A2E-B28F-744CD4E45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164FDAE-4F1C-7E6E-B122-D61E89D8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FF34-CFC8-4363-82BD-7F2DBF47C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5930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C4A9808-5F05-556E-2573-B90FEEA3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557F-A6B7-4801-9173-6DB16EFAC0A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D43EFBD-2F60-8482-C4C0-41ED5E864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1B97B00-4BB6-3DDF-5976-7596B6DC9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FF34-CFC8-4363-82BD-7F2DBF47C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2680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C67C98-43D0-DDBB-D67B-0A3E53127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50F49B-3D2A-A8DD-852E-BE5810CD8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4738D99-90EB-1E3C-37E2-BD063EF5C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53C6E9-A056-5BD8-B824-F858C48BD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557F-A6B7-4801-9173-6DB16EFAC0A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0FBE809-5738-E662-8604-F07789013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B9B4FCC-9A37-8995-49FE-6E4D5228A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FF34-CFC8-4363-82BD-7F2DBF47C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7759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27C881-CEF8-6375-4580-E1CFCF099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18252EE-3D33-BBC8-7548-32CBB3201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FAA85FD-D39B-81AE-B43F-95989E769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5B82504-B011-703A-7FBA-56965A6DD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557F-A6B7-4801-9173-6DB16EFAC0A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17F527-E55B-C6D5-4ED9-5B1407C71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2A37C28-D55D-5BC4-595E-8F83BFB84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FF34-CFC8-4363-82BD-7F2DBF47C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8182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872340-BF54-30EE-683C-B96D70A4E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543FE24-9DB0-BD54-4589-86666BBA8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724E4D-4904-FD40-F8EA-A7259E27D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557F-A6B7-4801-9173-6DB16EFAC0A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AD533C-61A5-F6D7-36DA-AF9797DF5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DD0791-F198-6A75-6F47-E866AC38E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FF34-CFC8-4363-82BD-7F2DBF47C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9042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5082FC0-B1CB-5E63-8A1E-CE6933B504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D504681-D936-D92A-FCC5-B20564FCB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ADBA3A-4688-24A5-0380-E2BFE2C77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557F-A6B7-4801-9173-6DB16EFAC0A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992823-CC52-10F4-ADAB-C33B82E5E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6C5363-66E7-A596-026B-24E4B9AC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FF34-CFC8-4363-82BD-7F2DBF47C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3971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5D9D1E0-C509-7A8D-6AA1-E9788A249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C1D3B1A-8615-FC9C-884D-1759A0095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108FA3-786A-1EDF-F26B-4754B6A9AA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B557F-A6B7-4801-9173-6DB16EFAC0A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045115-F09C-F92A-D96B-5E2CA4B87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489D26-DE7E-6933-F539-79B1F1BC1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7FF34-CFC8-4363-82BD-7F2DBF47C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2905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BC12415-4B25-1125-C07B-1FAE6A46E74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572E7E5-1E3B-8542-4389-B123CEDAC88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Disaster Spot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25F0565-44E0-AED2-BEDA-AC4550D4869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7A39017-3DA1-C0C9-904E-318A084E169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95B7A3F8-B48D-DB94-B73D-B1AAF62CC0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754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3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E6E977D-8A80-488D-7214-64C0E51F664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BEDE351-9303-329F-D20F-8FC4C532523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0DE60C3-6046-789D-8443-DF0FB87027B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Disaster Spot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災害・悪天候時の避難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/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営業中スポット通知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disaster spot alert Domain candidates Confirmed domain: disasterspot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16F23F9-041F-5A00-5535-FEEC86BD0A5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2CDF7E9E-090A-EEC6-A864-9634C574CDD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0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00"/>
    </mc:Choice>
    <mc:Fallback>
      <p:transition spd="slow" advTm="1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20478E2-5A14-5ED8-DF86-4AF88107A7D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93BB24F-5FE0-EB0F-50DE-77C1BA2FE68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02D0500-70BA-0BCF-2DFF-ED5456F3362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71B9186-F3DE-A604-859D-A0B9059F84F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88F0354D-9F57-1040-6C7B-E4ED74E307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172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9A01A2A-155A-4B1A-7912-4865565B421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CF8A371-6070-12DB-01DC-44DDF2EB704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C219065-D73D-1428-884B-FA7A259207C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DE7235E-2626-DF1C-C5C9-309FF7B1FC0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F816EF5-614E-C116-7079-5A769138E2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851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767DA86-71E8-36C5-11B8-7F8043783DA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1CE5B52-AFD5-5F3F-4637-B5F0AF7784A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83BF184-B417-02C7-2441-4130F279E08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75D6F2-48DC-607B-74CC-4C00892BD21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DE37A6D0-CCE6-4D87-FFC0-16A8001A70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314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778005D-AE2A-D5F4-6DC4-B95D97CCA50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ECFEE9F-CE5D-C20F-A682-22C640D3673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EC9F323-9CF4-2597-4847-D8B9B6F37348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https://syunnjack.dev/articles/disaster-spot-alert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80DA7DF-0780-5023-32A8-D98DFE933DE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27AAF210-A2AC-A514-6151-F533E832B2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28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2026-07-30T11:25:34Z</dcterms:created>
  <dcterms:modified xsi:type="dcterms:W3CDTF">2026-07-30T11:25:34Z</dcterms:modified>
</cp:coreProperties>
</file>