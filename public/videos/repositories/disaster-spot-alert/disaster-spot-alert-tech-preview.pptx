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03ED92-6F24-9571-CA46-B92E7356A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9B8F910-4E3D-2747-C8D0-AC0B179C72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B4F6C9-624C-8AD0-BE70-FD0AAB48F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62B8CA-079C-62F5-1E01-7640BBBE7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50437F-03D2-7A50-A3D0-BC2EE9F79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339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30156C-A4CA-5608-F64E-986E7C2E7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F60D35-A481-2E19-BB4F-A19DAE212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759E9B-842C-4A06-1494-B872B831A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918A0D-B159-14E1-0FCA-8E79983D8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F3C852-2A87-76F4-06DC-8D635A41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5303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8432AA-B148-E795-5D00-65A5FF779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4A0395-5C95-B940-19BD-F4574899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053600-994C-F90D-CC14-8CF3B0C6B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433E86-9D34-78F6-2FBE-696998302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569D19-4F57-781B-196F-2E7A7867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09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841F4C-4B1B-4636-37C8-9FF364CB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F148FA-AF40-16A7-C683-8DA961A58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E7E5E3-B1F7-8147-58FD-20253D901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9DF710A-C40D-7282-3557-756B859F7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7DB1D1-024F-9CD2-AE81-D3A99E366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F8242F-BC02-4B66-517F-0DBB59F1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5827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2B076C-B844-C06D-63AD-88E204334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D65973-BC72-2633-946D-96F0ABA46C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A5816F4-DB4A-F9F4-398A-E21F0D223F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CFD1F6-6C5F-546F-C391-0D534945AC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E653CED-5E4E-0571-EA0E-2FD1D9A3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F2320BB-780D-F465-0303-C50A2D7A6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8CB379B-5455-E994-33CA-6598FC9E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8DB5109-846A-7381-C2A4-38223C10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5011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22D8DC-E8E8-63AD-1686-EA40CBC3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58FA90B-78EA-C082-8257-D513B9E54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C0B607-4F00-F926-2FD2-D9D3CEEAA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BC7894F-71B4-7D1A-62F8-C929CCE2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220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A5F20D0-C3C7-6AAD-A2D9-77640B8B4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972290-5E27-D6DA-CB64-7A8330A26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E9804C-719A-BAFB-1D32-30CDF730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6733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4ED637-529F-39AA-936C-A0D902535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D16655-F05B-6D1E-7078-00D66A2A1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02851F-D0BE-76D8-16F3-04CD41D5D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B20B09-8194-5D8E-6366-58BC7799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70C582-1707-188A-93CE-00AB59B5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423A22-67EE-511A-CD7B-5B276418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536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433F73-AF4C-B9EA-123F-69A675BF1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6F8974C-436B-02BE-C008-5539243E47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0416464-25E7-F58E-F59D-96D05C96C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BDCEE9B-D299-7DF7-7F12-3AE83B9CE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59FA410-CF53-A005-45AE-84BAD1B2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861AC9-936B-BE7C-9D49-5EEB3034A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66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8669D-C19B-9650-3395-F357AE2F2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8E2E0F5-9430-2EE7-27A0-B359A319F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4991DA-4366-8999-1709-29F213343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480878-CCC0-BC84-790E-B338E2555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5FC8B5-B597-00B0-57B9-B5F2CB047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737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334FA38-F3F0-05B7-B7A0-E897C50A7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3D9BB43-02A9-7393-331D-27513A3B7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B795E5-A5E1-B84C-B434-81C51B0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BC73BD-CAC4-63BD-A4FF-AF5834AFF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13F5E8-C3F9-FF4D-341C-7133E52D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888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6EAB626-57C8-EEBE-292E-3E61B26A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424042-4EAE-4942-4DB5-DF4F5E0CE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1E4369-0E05-FF83-3990-84CACFF553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7BFF6D-8500-4101-BB44-2ABAE8972F8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440AAD-3466-56EE-B4BA-2C8E4E67F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3DACA5-5393-BE37-C992-BE8F225C5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854763-0B84-4190-A188-9CB2265BD69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6677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F3D2DCC-5930-229D-80B9-66A3E6233CF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1812A2-6E17-D205-A706-D5C4604F98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Disaster Spot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ABA2EF7-559E-BEFC-6077-A7FDA939F96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57FA80-8971-AAE9-653A-FD81F5D06DD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78F4152-DE52-A57A-3AA7-9B367C4CC81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15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3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D56B126-1E0A-B8E3-C012-2541F3EC5EF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F1C3221-2879-D31F-3295-77EE38AF4C9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DC6E6B-A9B1-96AD-D937-A87EBA6CFB7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Disaster Spot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災害・悪天候時の避難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/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営業中スポット通知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disaster spot alert Domain candidates Confirmed domain: disasterspot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02B36B-3343-C84A-4BF8-6204ADB03B9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7ED57FB-7688-DF7F-5497-C267D8C8FF4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4819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00"/>
    </mc:Choice>
    <mc:Fallback>
      <p:transition spd="slow" advTm="1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F9BAF24-FB8B-E429-0FA0-7F0B29DC9E1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989024-6955-6B02-90F9-E87D34394EE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2BB1B6-6C53-4702-6C8A-B3CA2D348CC1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F00947-8DCA-305E-3AEE-132FBB00A19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741484ED-AEE2-FBF7-3C69-070C80680CE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295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62CF5B3-AF5F-7D9E-DDA2-B1A03D18B24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AD62617-6D76-E0E9-BA15-089D1B342F0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4E63C0-9C22-B861-1A6C-503D4785864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B0D7F9-8B98-C642-2705-76082422C49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D497DBD-0B5F-F722-4E14-464F3C2BB9C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813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E881E84-C353-A4A6-8D74-7B8F893CE88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2BF6A0C-92CF-D804-3544-A6337298386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59CB4D-A7B9-F7DD-E2B9-FB029532E4F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FF437F-F8A2-9CCB-1334-D7F26159709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8753EF7-F7C3-F85C-0308-D571D28C50D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19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9B675F-2B9D-9C02-B5B9-B874F4FEA44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035FCE-3331-8E34-8699-7B203C5A116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EC7DBA-D688-E910-D5BF-2C2B6C842D06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https://syunnjack.dev/articles/disaster-spot-alert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99E4D5-C734-5F00-B279-DF2F91A9CA3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2568B5D-8CC7-F0D8-5BF6-6E73AFE961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9733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2026-07-30T05:00:09Z</dcterms:created>
  <dcterms:modified xsi:type="dcterms:W3CDTF">2026-07-30T05:00:09Z</dcterms:modified>
</cp:coreProperties>
</file>