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AE2DD-63BF-165D-DAF1-21C83A1C4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C94CE7-7047-6A56-C108-0D4A299C7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1C1EC2-77C2-295C-86DF-82EF4958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1F5AD1-B34C-2C65-820A-341159B0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007F1E-3700-52A7-F6AE-1DFC0FFA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94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5E21EA-C9AF-DC61-3412-8DE6D7B0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F11F4A-C749-6043-F3BB-1B7DC23B4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6DD97D-7476-73AF-0CC2-924B9F2F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578F2F-429F-3F4E-D690-BCA71C1F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8587B4-8AA2-CFEB-7B3E-B5B6AD29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9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34E50-9C98-21C4-9DD5-53CF14B9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C47A6D-36EE-924F-1FC7-655D0EC24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D6491B-4134-DFC9-4F7B-2EA1BA4C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48EE5C-E471-1DF3-88A3-92A5827E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B7D23-9FC7-BD33-C39E-B24AA128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987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13908-3813-6C1B-1277-C6F6DE88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BC9760-D916-97A3-D2B5-F581DBAD7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3F456A-B64F-F515-9C57-C0C24E84F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8E2074-034B-B971-8FEB-B5D047F0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792759-330B-57D4-74AE-6BC9CB4E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A387D2-E586-7E0B-57B4-C0B3895A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341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3FC7E-422F-C394-179B-1428615D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417A32-B31F-8FA2-EE08-30F396DDD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25935B-04DC-515B-D2B8-78EC49B39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9162A0-13EF-913E-8999-F61CF10F9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32C496-600E-6ABC-1195-10D3FB76E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D7ECDD-A0C5-DE37-878E-8762D886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C60152-75DF-8552-DBE0-173C1B83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1018A23-901E-E511-E608-2E25D46B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919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6C505-20D4-6397-C514-E494C478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38061F-4050-B329-5FEF-C889EFF4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1742B19-78AD-C29C-5DA2-62B20948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BD1D03-C489-4232-C86B-F39D5F5E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02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9B6069-52DC-F6BE-51F4-4717517D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D23776-F357-A6DD-0D7D-D38779A6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08917B-E59E-1649-2D4E-D1241A5A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16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21476-1B21-4E4D-B956-3A532BF4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5F5616-A48E-0D73-4815-FC2A1F1B2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B8A6C9-72B3-2B06-EF2B-BD3A9BC20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CAC21B-3C74-0475-FC37-FD3657D0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1D25CC-2EFF-5DB0-0C24-946D42C4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18C228-D947-FD5E-4AC5-411C86BD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56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8B0A8-FB33-34A9-5B40-A80AF9DB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411104-B9E0-D39F-4EE3-C6D459602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AEAB2F-ABFE-91AF-BAE7-EB555A27E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0AB7B4-7F42-1A94-F65C-AA21131A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4CE0E-77CD-BE02-A10E-149F41D2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A5778E-DE40-B6E7-6179-AD8B4675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28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42672-BEA5-7245-BAA5-6CE157FF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4A64C9-16D6-86C1-888F-299CED81C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394E8B-05DC-802F-5993-59B49EEE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F210F-72A3-D74D-B0C6-472FA37D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21778A-CBDD-5B33-A679-160E765E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523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6ED306-14FE-30BD-315D-C9DC21C9A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209790-4935-4855-4DC9-AEA489AE9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BE469E-E821-5ACC-BB92-AC8678FF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EF60EB-CC30-0279-8D40-965A6B04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13B91D-C7E0-E25B-5F28-09646E5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922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7A515B-03A7-4E27-2DD8-3231E8AC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9DE40D-0F77-C49F-28E9-E3F879A8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194FA3-583A-0132-2DE6-C8BC33542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92BE-38DD-4152-9E8B-A4D8DCE620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720430-907D-A87D-B043-F90C0D106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CC5E02-39A9-CC92-975D-04AE515E3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DB7A6-B724-4084-9325-B8E8EC2C1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17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51CF40-DC88-ACBC-4CA9-31E3F62D3C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BC5ADB-06B6-DAE0-684C-2C8E5D4B1F5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Subsidy Alert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E2D1F0-E064-9A28-541D-D7A7716C39A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D8B8B8-9A81-2B4E-AF80-036B3A0F337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020D999-D96D-BC03-3ED3-C7792658C6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59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32EAC5-8CE8-1FD5-1C2C-F1C60F90D5C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F974A8-980B-7E41-6826-3F5E80BBBC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8FF96A-92DF-5A9D-B234-7BEACCD9C96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Subsidy Alert Hub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補助金・助成金・自治体募集通知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subsidy alert hub Domain candidates Confirmed domain: subsidyalert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9BC1C6-2700-7ECD-371D-5123026532A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A1637F7-AE70-2773-014F-58695FF86A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33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B515D5-A864-F942-280F-48D5384F386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EB583C-6B7C-071B-3029-602A8152B72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83DAE8-2175-C2E4-2575-A433F77AE03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2BC68F-37FB-CEA5-CB7F-A5DB798278A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B1A8B4F-7686-5E80-85D2-AB0F053468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21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898482-E602-8BBA-CBBC-588F0CDF9B3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83BA3F-FE6E-A095-D98C-A6695692698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D03804-18EC-96F3-1B08-0763B653B6F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36DD2B-62F3-755D-9D65-55333D6A8B5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4624A76-714F-4000-1492-C3C5359516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78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4243AB-4D5C-FC7E-7DE1-2878DB763D4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E6F829-6DDB-632D-5E7B-0D2BB783D1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CD9B88-6E1E-7BEA-4BB4-9FBC55C7A76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5098DF-D81D-1C4E-DFDA-78A03D082EC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FD7F358-BDB4-D2F0-BB66-86291E5A5C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8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AE7802-3F66-DE69-9304-62D92FE51FA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D30AAA-F101-B897-0BD1-FB550F7A1C8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14B417-CFE9-C431-AFA8-D5FA26FA8D5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https://syunnjack.dev/articles/subsidy-alert-hub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E904B7-E17F-84DD-5E2D-A76D146A197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EF53101-C8AF-22E0-911B-FC75E69FC9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40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2026-07-30T05:08:16Z</dcterms:created>
  <dcterms:modified xsi:type="dcterms:W3CDTF">2026-07-30T05:08:16Z</dcterms:modified>
</cp:coreProperties>
</file>