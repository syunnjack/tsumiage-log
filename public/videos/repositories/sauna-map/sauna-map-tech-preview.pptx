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839923-383C-1DBF-60EC-1176BEA7A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5255BA-4010-B768-FCB3-69A4201C5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03B2A5-F24F-CD00-CE74-BF2C3E85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994084-6442-F2A5-B6EB-5E3BC823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6EED2C-4441-CF01-AEC6-01056E0E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19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CD177E-AB72-42D3-7D99-E97E9C68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7F1F0E-3761-1E59-1F02-C7160D915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53EE96-C456-2F71-8199-EE657A9C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DB7237-81BA-B08F-9CD0-866DDF5B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14F7EF-3D0A-706A-AA1C-DE45FDFB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2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ECFAF-0F55-4362-FBEC-0EEFB91A7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6FAFD6-6DC2-87C8-2B71-719C147CB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F472DA-5F6E-191F-8CB6-4EA6AB57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C23CB0-36CF-1E93-F5B0-7B77EFFB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7CD868-8084-BDC2-ABCE-BD8ACFA5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443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CCB1B6-14E4-6A13-AACE-49EBF11A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303AFA-745C-CC11-A970-1C94D021D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79AE5D-1D75-6FF8-B804-D7D448EC2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7B0860-E2F3-41C3-4563-B0A1DCED0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69688E-4A7B-EF8B-9AD9-40948AE2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EE2550-2EA0-1A2F-FF1E-0FE11EFA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468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6C3F02-9F05-DD08-FD1D-35E0FEE8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09B333-3512-4F41-970E-4533CA5C0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D23F22-8D16-D408-EEFB-469D1529C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5B6A0B-BB8C-40F9-F9FD-9DFDB371F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4E7D7C-8A69-9808-DAC2-B467E63DD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2E07558-C4D6-7E14-5531-A7EAB9DE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C604D2-7124-BCCC-09A2-2C4F306E0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80150A0-5B80-2DD9-0B5F-8958CF33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69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6DED9B-4276-0B17-471B-24843F3A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598229-48EF-5075-2060-72A804FA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F43E584-CC3B-BC4C-2AFE-B148E506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6DA8960-F309-5364-C833-10B68634F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11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4DFE6-4C52-4292-62A4-95B359FF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5CC2FD-4278-BFAF-57D0-09F1CBAE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FCFB31-516C-72DB-68E2-81BDB2EB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04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C66034-CFC0-5EC1-7C16-94E22C65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DEECE-00FB-03B6-DE09-2B8EC13A8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D29F31-784B-E76B-8EB3-BB476706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30D6DC-7914-751D-2F21-BB9D96F6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23E3B8-B763-39C6-03E6-E6AC3840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3A1CA5-0C52-B817-473A-413DAF0F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274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992E9D-753B-B40C-7817-BA17A632F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D3142B0-204F-C1CF-0B31-6EF80EC54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3FE3BD-D80D-44A8-F3A0-5647AB569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A6FC7D-66A4-679F-47AF-9DB02109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709335-CC84-0509-E940-2D1C9993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7AC71-E80B-5F81-087C-22B12AA1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95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9E5E5-C7BB-A2B7-983C-993EAFD69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AD58E0-311A-5E53-5508-B367059E5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8ADF44-F5B7-F32A-68D0-739D445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746765-6B88-E87D-323D-5704E477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679506-7EC3-2B51-7B7D-D3DC2C605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27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AB815F4-0C3F-5BBB-0192-CE0623441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3B1A37-D329-F16C-2171-FF62E5760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0551AB-B033-0A99-AAAC-A71BA725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624CC4-A414-C4F1-497D-309D3664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A7A4D3-C9F1-182E-468A-A6CCB99B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97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94AEAB5-C738-74B6-CE7F-AAC82EEBA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2E63D7-4E4F-6653-B5EB-7A865A9F6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35423D-5407-C2DA-AED5-8F00CED62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E9DB3-D6E0-4A1E-8EE9-71F95B4242BD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071E94-3C07-B872-1663-C7E47E103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D32565-FAD7-B3BD-9B00-E5CF0B9E4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2984F-2DCF-4D3F-87FE-96960A49E2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55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5F092F-2AF3-6FDD-962A-3DF99FFCD1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7A1B8A-5998-19AC-CAF0-DD80AB51361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Sauna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92FAB0-D259-D126-6B56-79F29E749AC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F940F5-F877-987F-3D3A-1897641FB2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A29E2CB4-C419-8E6D-1760-8CF9A1BFB4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75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803207-29EC-27EC-1FBD-C9B3D5939DA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F71460-B659-4FD0-35C3-DC398DB0EB1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2B98E7-47C2-0230-7C6C-6430D4D377A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DD2C1B-4341-74D2-1FEE-5FCB07E29A8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61DF501-6839-AA9D-4F9B-4485B95EC6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01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883DEF-C744-498B-CC71-F936F19B9C2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3AC3CE-A007-7075-EFC0-5AF2765191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739454-75F3-662D-C52D-7602AF6659A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6723B7-9373-B468-F7D5-B31F1AF7E42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48D9719-7BEC-3D71-5F27-F45981AB5F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95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EA1352-2F88-F9F9-5059-9B7D112D65C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ECDAB2-48D5-3B90-14E6-8F2513C8277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BF2437-18CD-68FE-BE3A-2CF1E7FEDF1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CCD917-845D-D835-B3BF-57D2E531DD7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AA00D58-6534-EEE1-1A7D-AD097B8AB9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98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028CC9-70BB-7751-63B3-3481BFFEB46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66E446-BBE6-6D89-0646-0F2CF9B887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DADA8F-B165-706E-C878-E02510BAFF8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サウナ・銭湯マップ（地図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×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混雑度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UGC×LINE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通知）を新規構築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8E896D-A3A2-CB8D-3B93-1B02DE9EEB5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DCB8DFE-449B-EB90-36A0-7E9413B6A5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6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D6E065-7C3A-1D35-C63D-0D982941020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8C802C-B3D9-CE7A-83A8-B9C0BE52343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795997-C32C-A794-7D00-FE4FE36293F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https://syunnjack.dev/articles/sauna-map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7E3608-8234-F1E6-9C91-F0E39E5908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D49FA9C-F2AF-1518-273F-1809ED68C8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19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2026-07-30T07:10:03Z</dcterms:created>
  <dcterms:modified xsi:type="dcterms:W3CDTF">2026-07-30T07:10:03Z</dcterms:modified>
</cp:coreProperties>
</file>