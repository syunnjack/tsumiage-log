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2BE8A6-DC56-E8D4-AA86-0198D2B912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8688CBA-B089-0573-FC48-918C50F6BC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517C0C-4CE3-D8E9-F180-56388C545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66D54A-F6F4-FEA3-FF00-284588C60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4A5C97-EBF3-4F47-3C73-954F29BD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0649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8BE4B8-0339-9D0A-AC17-C124D5625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C694EB6-48C9-89F3-1B9F-5B9CBDB02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88F93A-6EC4-5978-A757-3D84F4A63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3CF2E8-92C1-23AE-900C-23057F241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D83CB9-FE16-03FA-7FA8-4F9148676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7631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5ACF33-7A05-87D3-E555-F33292120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8E31E7-74CB-6385-A390-D24655AA5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008B08-438E-9F2A-B56C-79B254BFD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2CC84F-49FF-B5D4-F25D-C79F396FC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A40D01-69EA-4D23-70B6-4A69916CA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7151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58E6CC-5A31-0D67-5FF0-0C1896DA6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CF4313C-1EC9-0087-58C3-1B9B6F1581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FBD9E7-DC7D-EC14-3853-CAAAF2564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15914B-7508-5E3E-ADF1-7AD69C24B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C388EDA-77F5-055A-3E11-0E2D7B032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DF6BC8C-2392-3C91-D37A-982E4CC26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054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FC87AF-B9E5-9FCA-5295-942C90058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678479D-CE38-51B6-C434-FA85B7E51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AA49DFE-F919-F1FB-23AB-AFF787C428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90C53AD-EA09-5A90-CE42-A4ED38A074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35F5112-D3E9-7B0A-C0F5-1F80958DCC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4F28656-96CD-06D8-E171-4F8B98F6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A5C9540-B0A8-8E9B-05EF-2DB3AC2AE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9D82623-544F-2B78-4AC4-EB2D58610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906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687B43-164A-5D4D-810B-577425E7D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813CC9B-82F8-B126-1421-456EA3F17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93D3CDE-E152-ACC3-1AAC-3175B43CF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9BDDA55-C879-1F73-4DC7-23F2B427D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440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FBC4E27-117F-AFCC-74B5-722C9802A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EA9AF80-D094-F549-B0F5-B017123C7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388FBF-4850-D667-9CA5-498B048DC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083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DDD5E2-5A3F-75DA-C5BD-5647413CA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33A801E-9030-D31E-16EE-65C17D789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1E602CF-95CC-488B-E533-A1BE9F688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048FA7B-40C4-6C34-67EC-CFE8DB36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853A4D-7163-9E6C-9EA0-96E164D7C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E826DF-2F2D-73D2-EA25-88B55EDE9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0177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169634-8CB4-A640-635D-BEECB5326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9E3028D-1213-E07D-395A-D03507D3E9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D3F67E-54B7-488C-3A44-31172EFD21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6692C6-4B1A-1761-7192-6F9963F37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E4B6A8B-B9F2-02F9-96AE-228AB6330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5C8C0E-0CEC-58AD-CAAD-7C405DEC8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44170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18259C-9E27-2D2D-6F4C-C88C0184E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BD9FFE3-87CF-8211-0BBC-522E0EDB49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87C6263-9317-CECB-C7DF-AA23CEE7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392B72-017D-2F1E-5A2A-559416FC4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81A843-ADB2-1AC8-CB56-D04E933B0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59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FCF2BFD-CA50-6C97-BD77-452423BDA6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9C88C2B-5825-13CC-097B-659B737C2D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7AFB061-6A64-CF03-430B-4B9320EAC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BCFB71-D5E7-B4A1-022F-5D82E249B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7439D2-B8AD-17B7-AAFE-BF3208B11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650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32A831C-E678-8E1C-429D-C8445737D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5B8A55E-B8F2-EB0B-100A-D8F475DBBF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8AB2CF-FBC2-0662-8A1A-2ABF6A14D2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8859A6-1FE5-4288-BA83-4A670086B26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94562F-7585-1560-BA0F-A58176927D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A51191-1EDA-8F11-78E3-75D0A120AE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7739A3-EDF2-49D3-990C-7DE66E176C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7211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5029580-4985-582D-1B11-E5AC0D9510C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8DED55A-E906-FA45-5698-80B681FC077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Sauna Map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E7300C2-60CF-7620-C6DD-3BC4E2888BF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2E9995A-FDED-4D16-BF76-80820A57E7F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9675C87-7E90-351C-A5FB-A84E1619BCB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1611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1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4DB4CD7-337C-08CF-2662-3709670766D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2860261-BEAA-A160-3C71-404C4084FE8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5ACB0C9-F26E-0D08-3A81-138D9C75DEB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Sauna Map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A0F2EC4-2249-978A-AD36-5853C3DA9DB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B12E99F7-6F03-3EB4-BF56-4CC2A8A72A0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3905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1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3186A28-44D8-E67E-E709-049EAC2CDA6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2568C4-BC75-D59A-CEBF-E60F80CC448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1C9AB6B-E99E-5B21-354F-6F4F6526179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6F08AFE-BCC4-E17B-6404-0D847552162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AD5726C6-900B-4D23-2422-4E09AD9DEBE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7467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8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E356840-328C-AA38-7058-AAA7B412646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9D6ADCC-5DDA-ECDF-FBBD-0A6B3DF961E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C00EE7D-7748-5763-BEC7-1430FADD3A4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F2874C2-0B85-D60A-BA85-CDE593EF10A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D96D01B5-236F-D04A-AB42-780D298F828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7049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95A37B0-1D48-4ED9-0D08-531A2448B62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FBDE6B3-135B-4A44-A806-AF9EB56CA10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ECFA974-9578-9C23-0B23-B92BF47BCD2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C84B7E0-E4A9-B95B-FDF2-111E120776C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485A379B-59C1-6947-1EB8-01243306BBD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2729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D91D96-098A-BD5E-F44F-E267263176E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791CF0A-E445-023E-1C86-15317C42721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BEBE62-FAB8-EF8C-E98A-0D9D52D49D04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https://syunnjack.dev/articles/sauna-map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409E26D-987F-DED5-9144-FC150E80042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1E6EADF5-FACC-EC7B-DB6B-293342CD1D8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0095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2026-07-30T12:13:09Z</dcterms:created>
  <dcterms:modified xsi:type="dcterms:W3CDTF">2026-07-30T12:13:09Z</dcterms:modified>
</cp:coreProperties>
</file>