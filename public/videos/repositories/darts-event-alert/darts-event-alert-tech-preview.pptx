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4179A8-B3F9-5A00-7AC2-33A3C49DF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D7E41A-DF5D-3F11-9982-EC6EE0942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14A14B-DA4C-1672-3876-6A83D09B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80AEAA-914F-3DF1-CA55-D8030E65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1992BA-19C3-A9C2-F9D3-F99D844B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76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6FB2C1-8791-9B45-211A-899E620A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6C7740-83FC-BFDF-1804-83EA91CE9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DF86F5-AFFF-D34F-C00E-FF70FD66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85FB92-D089-77D2-3853-DEBE9B7D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5971B1-7897-6289-429D-7FDA0178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48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B051EE-8291-B45F-15D4-00A2DB50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702F5D-866E-E7D5-D3A8-2A1E2FB0B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C0A851-FE62-D809-68C8-C0CE8791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BE9731-43FE-9FF1-D7D6-40B4D96C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878723-FDC5-D345-D39E-F98ABB34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7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50FBF-1FD4-3682-B553-44EE9FE7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5B4AD8-2DC6-84FC-0EEA-8C253AE1F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734830-0DA8-D245-86D6-690329BFF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559092-B0A9-8DCE-7560-D283D816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EC9023-2DBE-DD2E-F411-DEDE764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F462FE-E84F-EEFA-DEAD-3CBB7B24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989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59C827-3D01-9ABB-138C-0474421C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751D32-E2EB-DBC1-D554-08EEB335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79531A-C773-A5B7-0AA4-DD1FC7AC1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6B6673-87C7-96BE-38BF-4DD8D1609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2FF0576-5E95-11A5-6C96-E2F03D6EE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6AC526C-604A-7D28-198F-39CED48F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48FA9A-5F42-93A0-B5A5-145B7D4C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53E299-0189-546E-0EA9-D86C9FE5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97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2BDA44-29E6-0126-B520-05C62D1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C52A75-434E-14BD-6B40-0A236474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C7F5294-4AE4-9DA9-9F5B-4E67598B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D3325A-9C34-E1BB-7311-30DD2D99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662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8C8791-D42B-3A7E-1694-5BB2AEAA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74850F-358C-BB8E-C917-2298B20B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CF4CBDD-2561-A092-4E5A-D44A2DEB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6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1DC8D-7EC8-FF0E-15EB-39D3CBE1A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A517D4-8AA6-3FB2-1A19-A5FBB5AEC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E51464-E93B-F1C3-F073-D78FB3E54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083E75-4E16-831D-34DC-C88BDDD3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0D6FE7-1D88-ED84-D4CE-DD1E5C0FB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D7E9FB-1BA8-422D-FB48-42BE7027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15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F845DA-068F-10BD-9BF6-418077F5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084000-FA7A-6D18-62EA-33AC0C58C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34D7EF-8843-4593-DCE8-B972F5E9C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936C4F-AC36-3A82-5AD8-B5B4ACB1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D6617E-4363-0E6C-D1BB-48F22ECC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57D929-A825-2A47-656D-8D490A27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27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36C614-E876-6348-41D7-AED4E7C0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A8356A-ECE5-6869-5576-EC60139D4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61CE4B-4198-4CD6-47A2-9F2ECDBA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FB64A0-7E00-7368-B81B-F9EF0602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712080-0406-0455-5864-6E20746B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88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E53AA1-C002-CA31-C087-E346F6FD4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800C59-FA7D-189A-69EB-4FEB7EF71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76556A-2771-F1F6-76C2-CC1670CE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881A3-53D5-38DF-1779-8292DF34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D37E10-2ABE-1CC5-CC6C-DDA9B93F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47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958413A-EECD-F541-F38D-125B638F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180429-7336-7669-EBE6-1BD057439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A1A5F5-E91A-54BC-339A-EF398570D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BD7D7-2CB2-4624-B8BF-4AB23DDE74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DF223F-11E5-361F-E0A0-1C7BA9EF1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A9E074-CA02-4FAC-9773-A4B76385E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6EC2-24A0-4D7E-8FEF-496A3CB3A3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96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90FC6C-1FAC-4FCE-CCBF-37E2BBD14F6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C49937-7C68-9A7E-AAD1-6B8B9AB952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Darts Event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8F28E0-482D-82A9-4946-B3B2052496B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69353B5-B55E-F040-BFEE-2BC15B8A54C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1425608C-A77F-1A12-C9DE-E6DE66BD1E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78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6316CF-A88F-4A64-8314-71C114F2908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1A20E9-2362-7E41-2183-E98C117F836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7026B4-DBE0-E2BF-53F4-168CAC96F96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Darts Event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ダーツ台・大会通知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darts event alert Domain candidates Confirmed domain: dartsevent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E05BE2-F01A-A76F-2F8F-5AA8A81F916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A813A22-A8A1-281C-8B44-A378D2851C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12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7BCFAD-B396-EDD9-A6CC-D906D83CE71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466C13-E953-514C-7BAE-B8F4A7D2FC9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668F2A-D310-2E68-0ABF-FA7914DBFC2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E47618-E5A6-6BBB-EA09-DFB2A80F79E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8B94D02-08F3-C827-3BC8-9A9567D9AA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71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B279D8-931A-309E-4523-AD0513FBA5C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D32F74-8DCD-4543-D740-EAC89619545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9B5875-2004-3CCB-D3BA-F715853F84C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3E0A26-AED9-2076-F45F-1F26BB440B7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2D58E85-51A2-BD5D-0D63-CB2A54B124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61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C0B0DB-D5AE-5A77-2E38-3EBC7622D4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7EB00D-3A15-A6B7-F65B-1990C84A3AA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F8AA39-1F96-4764-D259-F58EDBD4F55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72509D-81FB-D218-1338-43C2D80727E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A95B114-DF21-BCAC-9FE9-031F814AC9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10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EA1E1E-6D6B-B478-41B3-A766A31078A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806FA8-0383-88B5-D898-F008B165B95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1FD2E1-9582-B052-19AB-49629E80A95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https://syunnjack.dev/articles/darts-event-alert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81236E-2FBD-0D22-E86B-14C4A758F8A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36323B5-B7F9-70E5-B83D-09BCBE5FCE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44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2026-07-30T06:33:46Z</dcterms:created>
  <dcterms:modified xsi:type="dcterms:W3CDTF">2026-07-30T06:33:46Z</dcterms:modified>
</cp:coreProperties>
</file>