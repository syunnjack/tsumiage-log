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CB240B-7828-8393-636A-BA55A24E99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B2C15CF-5892-3F43-FE23-7A7D33C2D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62A78B-08D7-374F-DDD3-91C748CD1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2EF5CF-B44E-8E45-3995-ED18BC64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1D53B3-519F-D4B7-65FE-84C4965BF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2901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7E4322-7096-E410-6A45-6FC17D06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53F384-862A-3998-65A5-29B2F5A0E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28534B-23B7-9BE5-726C-7C02E4B04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45E52B-250D-E55C-B028-BC77B89D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B7CAD7-32CC-A19B-B2CA-24176FDB7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253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99D4D3-8EE9-F3ED-EEDD-245041EC8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5DF203B-DFEE-CEEE-5E92-20AEE437B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FBA7D7-9FF5-C201-FA22-7E9DDF10A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888562-5B1B-557C-9BFB-8E4E9F6A3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2B3D5A-ED8F-ADDB-044E-3AA6820B8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5639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244899-74B5-490E-ED8B-1F8D6C10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5B6D56-D72E-7113-FC08-452634BB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4D69C6-3CEA-BE4B-2379-6986E567A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89A8924-FEB2-5294-1A3B-661CFDD1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20A972-0010-A95A-5CBC-7B9693627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6DDBF2-011E-5277-5344-8BD34FA9D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6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356D9D-01CB-00B4-CF64-AE09AA53B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608413A-529B-C189-1900-2A4FB2F14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F641906-0D53-2EF1-758F-96254EDE96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5F98B0-A292-367E-CF48-ECF80DB846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D81A11D-A108-5095-3163-AAD71302EC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2BAA087-86F1-6A5B-2963-86879788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9E3AF99-8A36-0F5B-05BE-11F398AD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3881244-D186-AFF6-BE24-AC594435C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2010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8EE321-C0C9-06C7-207A-D66A1CCE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20EA99F-9B2C-5773-7C8E-AE0AB3824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CF526E4-1E14-5DA0-E87E-43CA3D701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424D52E-1A81-0FDF-06B6-85BDEC70D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6131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913CBE-A7FE-1C94-8E0D-C165385E9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24886E-188B-7148-946C-5FEAEE147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6A517E-30C6-9A1F-C62F-5B9C4D2B7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421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82CFA-C837-0642-9D0A-765B93D52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FAB090-E286-076F-5FC6-DB3023CA0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BEDE0A4-E676-DF1C-0D6D-C494DA273D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F0E55F4-B2DA-BAD8-0823-870193BB1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D06DCE5-5235-E77B-F125-1CED5A14D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1679B4-AF43-AE72-B4FF-8A770DF82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693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091EDA-8535-583C-4A6F-86A6509DA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C8221FE-99DF-E9B3-D912-E7FA28D785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6417307-A0DD-E052-6E2F-FED07DAC9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9E6BA1-29C7-8BF9-BF1A-58EC2E189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C70A0-1035-94BC-4FCB-B5B386B21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151673-297A-7FBD-ABA1-04EB986CE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8226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F416DC-9EDB-4C27-61B5-80250608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CF8C75-19C3-8E8F-0AB7-16135BD997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CA6EFB-C1B3-2A8C-BEA9-6D8789872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E38FA8-B7A9-D1C0-18F0-3E01253C4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102BCF-4AFA-2EC4-4F21-B0D3C92D3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7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F1F0662-2F7B-8B2F-5018-9FAD06DC0C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133D547-8FD3-0267-4BA4-2394D52736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C9B65D-123F-5AE5-15B0-E8760E945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1DC978-459D-6A6D-0FDA-67F41AB97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8A2E6B-26CC-55FE-AC99-A2DA5DF49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4277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CACDDAB-6F09-2EA7-5511-9519E6427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5932DC2-ABB5-C516-D2CB-212361266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F73F0B-E23D-393C-3557-21939D690E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56D98-5E46-4070-BB64-A0CF120B6A6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6BD24A-64E2-51D9-EB1B-927AAF88A7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74EFB7-C04A-592E-2FE5-9F679079A3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93B2B-97C6-4A98-80C9-AA2D2E6E44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129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982AFE5-FC40-2842-D8C0-7E6973CD59C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2997323-8759-A82E-12B2-2AEA2396C23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Foodtruck Map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D268FB-DA47-CE72-82E0-ACCD60B9DD7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CC02B9-1DBB-0679-5B31-14DD04E9308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C33722AC-8061-F938-468B-BAB4666E35A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151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8EDD470-67BE-5CA3-199E-BB9301F2275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08B2F78-E0C8-790A-C686-26013CF9532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AAD3A7A-BC8F-7A1C-CD38-EDF4C0C9FD4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Foodtruck Map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792C61-6C37-931C-2FE5-0FA781762E1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2D5341B-06B6-306A-89F3-2E5C678729F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7009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3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0BD61BB-251A-C301-E336-5035E4B9DDD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66548FF-A073-21BC-FED9-6D6A3215827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12B2FC-B106-5D94-4894-7CEE0345FA12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14582E-D3FE-720D-3BD2-D2324E3272D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3208A96-E1CD-C08A-294A-6862CC80D3E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4104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18D972-8790-0C8C-8971-A8863D69F5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C21BF1-CA66-536F-24F7-97D873F8CEE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C6C1BC-3900-F899-A646-AF40D7A233B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E2AFE-44E8-59ED-CB96-3B7737F9A90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CA13679F-A856-FC32-F869-9957415A37B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9633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3691C7-3409-040C-ECDF-852B0DCE02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834CAAF-C7C4-B319-9183-3F6CE5DBAEC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4B3941C-E63B-C977-A3F1-704B546F8CC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BC13553-ED4C-A77D-625C-EA25933FA00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C442DDB8-2405-DF2D-7656-C78EDAF3128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4665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2876020-E59C-27C1-A1E7-A155004DBE9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C79CF7-9B95-1089-9D1A-73681027125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10ED7DD-DAF3-3F92-D6A3-D7E5B0EA26FE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https://syunnjack.dev/articles/foodtruck-map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D37033D-CB07-2ADC-44DB-C2729ABCD6D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F7E85D58-9A9C-0BC4-6BAF-5079DD55464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6793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2026-07-30T12:10:33Z</dcterms:created>
  <dcterms:modified xsi:type="dcterms:W3CDTF">2026-07-30T12:10:33Z</dcterms:modified>
</cp:coreProperties>
</file>