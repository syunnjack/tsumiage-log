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4FBF1-86F4-1E9F-54B1-1672BCDE7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6C850F-1081-5528-0862-CE1F5AA34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D1E6E4-5E92-B080-511C-BB8A196A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064C16-7D04-4F16-FB3B-4D4C6A7D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E043AB-862E-BD90-2482-62082E3F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4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6FEC9C-EEC4-C83D-7B0F-10B70DFD7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D014BC-4995-BE22-3F9C-950B3C032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8A079C-2DBE-3FF1-71C5-0CCC6EDF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23983A-C9AA-8BD0-755E-2ABEC13D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65CAA4-2DB6-708F-56CD-417141A2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59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DDB8F-2120-9FEE-5BE4-92FE42C7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EEDEA8-0291-76B6-E8CE-22690A23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B6388A-C5FD-5602-CB98-301C1B35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131C03-4722-9883-0410-B79BED93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FEA0FD-36DA-DD73-6AD0-9BF1EAFC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55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B8A50-1F6B-45CF-ACEB-8D67F605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9DF66D-DA1B-4BB5-FB3D-B89835E82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0C5D0F-EB49-A745-1F84-66E90921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6DC9A0-EA43-F6C8-030A-4DF95EFB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877FF7-7990-17F2-DBAC-31FBBAFD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C861FC-7F11-6ED8-DD58-616278D2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90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7A737-A2FC-3375-B03E-8B919B044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4C0893-BE83-6759-FB6C-536B60F4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D6304D-C389-4E51-A6C4-A62E62BCE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BB80ED9-FF70-4067-8526-060D9FD0C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591ADD-4DE7-C62F-F224-ACFFB9E8C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3D5F17-CF81-9E06-484E-C371B7E6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9CEA047-ED72-8852-9E6F-84BDB969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0177CC4-98DB-0569-27F3-2543630C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71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75E97-BD96-8114-4669-16EE3644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AF886E-6888-2645-A5A6-BCCD8AE1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D4F8D3-C45D-88B0-3CD5-4D263680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92B885-35DA-D7D0-5EAB-769C03ADC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92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8E3F86C-02E1-24DD-2883-5CCE025F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827A758-2C77-8FCD-7092-CC3D21C3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AECA38-751F-CFB1-C460-6823585A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468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93D5E-7292-69BC-AD46-C6025196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C94DD-1D5B-474F-CF63-4509D4D3C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7E566A-76ED-2037-D4C1-4B4BDD59D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4CF398-4468-7DB3-FFA8-3472208A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5A0A2B-C72D-0FCA-D674-205FB7DD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233C4F-0815-FB53-B94A-13D9C5D3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56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DB21CB-209C-0BE4-8746-ADB44944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3985A4-6DD1-233E-EB29-77737DC60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C70C0C-3D25-D30B-6EAD-DFE0B791A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9AD132-362F-8C77-1A92-BF0FF623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C6395C-8924-DED6-E701-7D3A18E5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5F7028-D1D0-7BFA-721E-B639F0EB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112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23F697-0A1E-E511-93EA-75265C2C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38D70C-0947-CB87-053A-389B7131D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8B703-3DCB-0B55-E72B-06046552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BDB87E-F87D-0154-4045-DF250CE4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C57CE5-30DA-6C17-206D-0F68DB27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9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A8DDD3-5E07-98A4-210B-F7CFD891E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175AEE-D7D5-F077-56E8-2CE2BFC56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216360-A776-7A18-FC34-DB93638D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A69F9F-4CB9-4194-BFCF-BA872845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CAD854-CCBC-C799-D73A-917DB4DB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93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2133A0-A21F-070E-9F6B-695BE230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66CD53-3390-C9F8-CCA4-0B0E9CBA4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0F6993-B43D-6CF4-5DAC-1D14FCE33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FFDC3-8FAB-4C9F-82D1-9E12C85EA6B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773E31-CB19-5E41-4120-AD017CEC1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165ACC-6E9B-5BFE-B8C5-63DA49367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B11BF-5DD5-4531-B735-ECDF5ECF92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08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E6F4F5-D286-10F7-75B7-63EA6DA1308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49AA97-0BCC-D58A-16B6-0C2AEF3E74C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Foodtruck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E1995D-E9BB-E304-625B-8D6AAE5E936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42A085-0E2C-1B52-F400-E07D4ED6DE9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3071BD7-E9D4-FCE9-BC90-5FF09991A2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2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E42FE7-3979-0B3B-FC0E-F3E79DA4F2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C92DBA-EAD8-9049-F432-C8AB40A6C3C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D1A63F-BC06-15A4-E5ED-00319132CF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B127B6-1F9C-30E0-4FE4-4E6F0B835C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C0F9BF2-0D63-C812-941A-AA3C259073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04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575515-8932-6156-4D7D-52F125C56EE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565A6A-5E7B-36C8-3260-074AF4D5D75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5EF14D-FF3B-8F4D-4FF0-77F9C4B5D7A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C3B13C-EA24-5D69-DAE9-F28A5E0047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695EB64-C1A2-D708-BA32-50F4C4FCB4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2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9ED71A-4F86-A0FD-7D3E-298004B0CC9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006BA5-2388-940E-6320-8E6BB6A2A16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D6E730-7EE4-389D-D19E-62894843831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398374-009E-C855-120E-38C0702684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9D03862-8D0F-EF00-53E3-4DA8C50593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824746-FBF9-61C1-7EE7-4C9689FE8B8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FEC3F8-148F-0BFF-2B3A-89DD25BDDF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FA81CB2-3DA0-B894-657B-141D1648FDC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フードトラックマップ（出店情報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UGC×LINE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通知）を新規構築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1CB621-92F8-5517-B7A1-0EB0237291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B0C8109-D643-A8B1-831D-BE8CBB329D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39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ECE63A-52B5-BC9D-362F-8973C1763BF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3EB603-3469-3E56-E95A-7A3F90A60AC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0A1D9D-DD42-2B4B-350E-E9217DD4CA4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https://syunnjack.dev/articles/foodtruck-map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1AC7C2-93C0-15E5-8694-12DF0C5A63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8A655E6-77E2-2512-D93F-E5F9979F19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2026-07-30T07:08:13Z</dcterms:created>
  <dcterms:modified xsi:type="dcterms:W3CDTF">2026-07-30T07:08:13Z</dcterms:modified>
</cp:coreProperties>
</file>