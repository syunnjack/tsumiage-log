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1102AC-AB78-B807-1560-BBC9447F8C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88F588D-EC2E-6F74-C0E0-FE1513B37E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4C51AFE-0F12-7CDB-0B52-1DBC8B7A8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CADF0-1665-4BC8-B3C5-0BBB871F125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175A98C-854E-4403-3BDC-1C14DAC86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7A1922A-B767-E700-5D9D-137ADEC70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7599D8-0CB8-4E5D-BC9F-0F9D371EE2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99992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35CE2A-B6AC-E8B9-38FF-B38006770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6F920EC-7459-5B6C-BFDD-99DCB3A972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3CD3A7-BAB8-BA69-2E35-FAA0D5E54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CADF0-1665-4BC8-B3C5-0BBB871F125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3E83038-76A8-C2C0-5CED-9C4054F4D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6119BE9-962B-2FF7-8BD9-F601BF564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7599D8-0CB8-4E5D-BC9F-0F9D371EE2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10217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5A32AB-D8C4-303A-D44C-CCD8F7FD8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D735234-9B38-A17E-B2B1-8BF3AA9564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30C1459-4F02-3EB5-F8AC-899475478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CADF0-1665-4BC8-B3C5-0BBB871F125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787E84-DDA6-BB0C-B453-A3DA5EA06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7D72EB6-66D4-D973-1FFE-C2F0A99D3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7599D8-0CB8-4E5D-BC9F-0F9D371EE2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0230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CA7AB1-6766-6678-98AD-720459085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70C7B5-EFD8-5086-4A67-0EB0B65E3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471C3CA-7283-CBE9-96F1-1B2196AB5D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942D9D7-5EBD-9A31-3B68-922B95865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CADF0-1665-4BC8-B3C5-0BBB871F125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1E3C54-51EC-742A-FDFB-EE38A6C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57134F-022C-25A2-6FE1-9229A60F0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7599D8-0CB8-4E5D-BC9F-0F9D371EE2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76983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9E5D46-CDC3-04E0-C6E3-873338E1A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95E2E0E-09D6-E0ED-C785-376619D51E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3C6C41C-E915-B947-70D3-C32D111ED0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AB3CD5B-0936-8DA6-F16E-ADADD01941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D8FEB19-6129-DF84-43A3-2F9E2BE366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0002289-A9A2-237C-281A-26A6506586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CADF0-1665-4BC8-B3C5-0BBB871F125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710ECCD-EE5D-B96E-8387-A2E36435E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F5498F6-89A0-07AE-F497-DBAFEC108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7599D8-0CB8-4E5D-BC9F-0F9D371EE2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559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326128-0534-4A1C-6938-FF1812B52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15608CD-7961-0D6F-451E-E889D49BA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CADF0-1665-4BC8-B3C5-0BBB871F125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30C743A-DD82-A675-23D3-46DB7B9C6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A164D7C-7FB0-6B7A-6B42-6F9DE5DEA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7599D8-0CB8-4E5D-BC9F-0F9D371EE2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6194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FE6ECE2-0D44-F30F-F1E3-28CE6E62C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CADF0-1665-4BC8-B3C5-0BBB871F125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B6A3D9C-E2EC-B28B-317B-550C75E1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EE6DF7A-ABAC-85F6-7BFB-D3802746D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7599D8-0CB8-4E5D-BC9F-0F9D371EE2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0699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8EA8CE-15D4-EFB6-9B2D-499FE2288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49E3DD5-0F68-01DC-1447-5C899603D2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9FA700A-0A22-0A4D-5045-22A00EFC51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00B39B3-4B0B-5DDC-C6F2-C49B51530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CADF0-1665-4BC8-B3C5-0BBB871F125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46695C-DDBF-AC92-506F-E4470A3AF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6B9197-FE07-C6D0-4513-E050D3DFB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7599D8-0CB8-4E5D-BC9F-0F9D371EE2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48470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AEB8FB-99CD-0021-ADB0-E76EFCF66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5C7B454-B5D5-A5AF-7797-C049FAF114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7A1C8C0-8180-8CD0-ACAA-154F82E118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F8951BB-F8A1-3D86-99E5-B4944C8B4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CADF0-1665-4BC8-B3C5-0BBB871F125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ABCE7AE-F874-0397-BC9D-DDF772501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C12C7A6-DC49-1661-5482-E90E9A630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7599D8-0CB8-4E5D-BC9F-0F9D371EE2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8527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FC29DE-2C6B-A8BD-88DF-A0C12D606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25CC2A3-8843-C722-43CB-3C5533B5CB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678FDD4-3A43-D29F-40CA-320E1161B9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CADF0-1665-4BC8-B3C5-0BBB871F125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E40E31B-19A9-5C67-D129-78C0D8072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F01E48-FEEA-44B9-5DFB-9E438BFD4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7599D8-0CB8-4E5D-BC9F-0F9D371EE2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2581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29E3321-6195-424D-209C-A924FC6D71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40DA2CF-7801-BA8F-65DD-8AF5121A0A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B3013D3-C061-BFE9-C69C-AA81FD9D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CADF0-1665-4BC8-B3C5-0BBB871F125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4ACA5E1-E11E-8DE9-BEC2-C2C3650F9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B2E02CD-F13C-036B-AC7F-770384B29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7599D8-0CB8-4E5D-BC9F-0F9D371EE2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6423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29DA470-BBD1-A5F2-BF8E-250DF4FE5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72294EB-810F-5FAD-77CC-8B5264387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F716D2A-FBA7-BA9B-F3BB-C1DD50D0AA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6CADF0-1665-4BC8-B3C5-0BBB871F125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451E9B-8877-6A57-4E3D-BBB8EA0E1E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0DFBAF-8DBD-62F1-68E3-76D7497739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7599D8-0CB8-4E5D-BC9F-0F9D371EE2F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2270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586A8AC-1D27-2E07-B521-E0CCC794458C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3C93041-2CD2-9AAA-E586-2F64050B196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Like Mangavi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5F92E7B-4501-A962-8755-364F0D15A82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1838325-937C-C1A4-24FA-914509D108E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385FA767-AA1D-6230-BC88-AF4040798E5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5900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19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C8DC73A-A6F9-6AD2-7CEE-65B5F3F0D00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B559D20-E308-9A54-8CD6-BC858D2FC0E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ACFB2D4-4069-D656-7B56-0A028147CED0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Like Mangavi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の設計と実装を記録したプロジェクト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853F8D8-FAAE-1688-465B-F2FBBB1ABBE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0FD2B530-F9CD-FA1F-C934-B45802E0AEC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5376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18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01012E5-E344-1DC0-BEAC-356BA330FFE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9F15457-5F84-8EA5-2C6B-605C3A502E7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B8CA1A8-6C33-C6C6-F323-25C746FC8036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PHP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Blade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358593A-EAC1-4DC6-4E89-FE4F68DCB83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CAE1ECB0-2AED-FF04-02E4-55C34324BE9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5222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99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05B0C57-81A5-028F-D232-98D9246DD6C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EC18180-EB05-1CB1-01F7-C77937E5A65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7AF46AB-4AF6-51F4-2D8F-54294F9488BF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laravel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DF45E53-A020-8C52-FA1E-AA4A22B636EC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F346E785-121C-A825-4EE8-B531BAB79B9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0279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99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04FCE0F-3E25-4EA3-D2E0-3D5C73D0462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5E69CAB-371C-042D-F046-56F081A129A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985958A-E3CA-DA8A-020A-7F9A52168720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61F2AB3-42E0-A88F-53EB-4EEFFFBDC13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E354BA48-D46B-6AE7-DFCD-68147127723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3102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5A0E7FD-12F7-5CAB-0F69-B24D9C3DF84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1D5583E-892A-943D-5A39-AD16F249466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B7A861D-A055-089C-0DB7-0975B0C15DE8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https://syunnjack.dev/articles/like-mangavi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FEBA1D0-454B-9570-8E94-6E2CA500E30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81B09919-F59E-6DEA-75C0-9207151029D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7567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163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2026-07-30T12:49:18Z</dcterms:created>
  <dcterms:modified xsi:type="dcterms:W3CDTF">2026-07-30T12:49:18Z</dcterms:modified>
</cp:coreProperties>
</file>