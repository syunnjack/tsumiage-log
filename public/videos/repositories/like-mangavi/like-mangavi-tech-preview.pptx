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9C326-9F26-4BBB-AA56-321FD82E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7122A06-155E-45DC-7126-11CF4E227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B5507A-70DD-E1BC-4197-E4C60257A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7764FA-8E14-375A-C63A-E7E62C49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FD8A88-ADB2-1A76-934B-F740A15C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6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DAB952-2DDD-564F-5221-66740D4D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BC9496-C964-E594-FAEC-71CE42D73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30823A-B36E-CDA4-11AA-9597C6A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2D8322-389C-9D4C-0BF3-9AAB8846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C08163-F1A9-C183-EEE9-D41AA866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84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C7C0B7-C64A-7459-A388-C3F3700F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0E7B8F-E012-E8E7-E0B2-EC34C4EAE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A0603E-F4E7-149E-ADA4-4D6DEE0C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59DA0F-5E70-C641-AD12-AA64A2CF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F71922-B524-2386-F4FD-41264C7A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6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D9BF6-EEA0-4130-D449-59ADE223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2E0FBD-0CD7-750D-49C4-A105EFDCB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00650A-5295-5BD8-15BA-2BD227A0B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1876F7-62D5-1237-6651-D7FE62D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4B9DD9-28ED-B2C0-3DBC-1CB9B248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7569E2-138B-8CA0-7B3C-1BDF8854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499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389D5-FEB6-A5BE-B0FF-5EEFA2444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4ABF3B-E31B-B2E4-4501-E1DD0C89F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C8CB86-40F3-C327-2EF5-557D93CBF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7D7A16-28D9-182B-6C4C-2DC4765E9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63FB645-291C-5489-0BDC-9AF066A66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B6D6F0-DF1E-5327-7700-9C704533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665E70A-B08A-C8A6-7925-9BBF15EA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CBE446-CBEB-1E99-479E-B97C9697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467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45C2F-78C8-B213-5D64-D88CF7CA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64D24ED-F3C2-F196-667F-0F684F9D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78230D-F1C7-45F7-1A1C-DB5EDF5C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4525598-5C96-2FA9-18ED-B4767F50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74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258D5B5-46BF-03AA-F71E-78299F6D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631402-959E-1B4F-4540-95202654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993382-D4DF-3EF2-0365-C50B421F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507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DACA56-CA37-FB52-312B-39BA1B905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A9D846-608B-1C17-CE16-C49A9498D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9141E7-2E5F-B066-37D1-03537B877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605F9E-1D71-3620-2A36-F8B4E487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E393DF-6494-4338-6B43-42F76C7E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430EF6-E83F-0925-3B66-58ECE869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5420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9BE9A-A69A-E34E-3C62-C2F34E9B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6B77D4-C45B-DB67-7B1D-A9074B1D3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28C0B2-EB2D-C8D0-F2B7-1F86081BD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E08725-DAFA-26A9-D085-D7953622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C5E28B-D482-09B3-602A-229DC575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8DCB17-86E4-3BF9-F9C7-C04B2BBE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720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57F68-DBF9-F1C6-49FD-FCEC17E2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707334-CA69-5D76-5E2B-5B3B6AB7D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323702-DE4D-E702-C864-D808D822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9214E6-E876-61C8-1BC1-39A0CFBC4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43E4DC-DD8D-DFA2-DA73-278370CFC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84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C22B34E-B620-DA68-E569-9FE6CFF07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456DC-9397-A27B-B296-A5C78DC85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631D3-8456-9595-E4FD-FC019E4E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F6EF7A-0CB7-3CEE-FE9D-B796CF82F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5F9770-F373-64AB-DA61-7DB7A6C5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543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1A2AF7-1225-470D-AC69-AA2307C5C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B0D637-6518-69FA-83A6-AF293E872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3403A1-DCCD-B1CF-F3F0-1D5C792D0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E8F79-B99D-4E54-A19E-CB4CEA7E403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4E9669-0018-D42F-5A2B-4DA0AD718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FA8AF8-2869-6AFF-7389-0438107C4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A63A-9CAB-4E2F-8172-2D3D695CD3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86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7699C4-4F33-600B-3AD0-2FC316F520C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F1D282-4447-DF35-DAB1-34E8EA526F3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Like Mangavi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C9B25A-792B-08B4-5937-9CB09B529D9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5C4D2E-A89B-4CB2-3404-E7A8BE70511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6334DAE-28D4-25CB-9921-25CFE81CE3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95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4CC7809-9EEB-44B8-2CD2-A660BAEB62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8834AB-0E83-2B8E-1AA6-F60FB39270B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F89A75-6487-0656-96B5-B192EA799BD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Like Mangavi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4352EE-463F-E212-B9F2-93CCA3C727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180E858-72FE-D773-75E6-686D387B57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2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CEF16F-1DA5-EA45-64D2-E5393243929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A4EF76-A770-54E6-6299-2CB8B4209E4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D50745-AE24-BFA0-B5A1-AB923B4246A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CEBFE3-9618-7211-D44F-452DD272668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C49D2E8-3113-324D-1014-4DA105F539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64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8ED2F5-53C9-1090-DA8B-9A09B9876A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8FCC41-BA02-0D21-3B35-9BF76FFB27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F0E07E-B938-4DD2-206A-4708ADA332A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laravel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7F5A7EB-C07A-87A0-CAB9-369BC80AC3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CFDA1C2-C884-ADC2-3C2E-70542269F2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55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F1F565-F5F3-33A8-2DD5-3107E5AD88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50F78A-D446-80D1-2668-8FAF331A0C7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3B139C-CC4E-BA0E-5323-53E282B10BF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JSON-LD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テンプレートで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@context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が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Laravel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の予約ディレクティブと衝突していたバグを修正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6B4014-5426-894F-131E-B8A3928168B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F22E16B-8E73-19BD-CDB6-28AE23F797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8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250AD7-5617-FA4C-1C2A-63C62F339EA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6AB6BC-143B-B74F-F0BD-9DDA8C565C0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4F8CE1-9A77-BF7E-441A-955BD09FF3E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https://syunnjack.dev/articles/like-mangavi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A2DD21-D051-DCED-56CD-CDDB7B46210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9B9E3A7-EBCF-0CDD-DBF4-783946959D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0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2026-07-30T07:26:04Z</dcterms:created>
  <dcterms:modified xsi:type="dcterms:W3CDTF">2026-07-30T07:26:04Z</dcterms:modified>
</cp:coreProperties>
</file>