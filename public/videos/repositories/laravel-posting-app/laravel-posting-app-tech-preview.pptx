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598A04-4C8C-3410-E6C6-A14F5EEC9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43F289-F3F9-DDD3-E1F3-4D7FF1057E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26AC97-1E96-6742-DD6B-ABCD62FCD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EF11E5-C36E-5EC8-9ED8-361DC15D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FE750D-1F41-5F17-4E5E-F5CC507B5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695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E1FF6D-E19C-11A5-BFB0-1E8AE4F9A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38977E-1EA8-93B3-CA57-6E320BFE8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CA30CA-1032-05DB-0A02-A4593A400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FB6F2F-E412-5E4F-53BE-3AF767D2D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02DABD-5667-6E5A-7AA0-107CD02A4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382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FAB923-7455-1E37-19F9-E494062C1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B205697-B5F3-1555-1F11-B9D7485C3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0E0113-4800-FD03-48B2-BC7E666C7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0D3CF4-137D-A9E6-73AD-13D88207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5B9E79-F107-4A1A-CD92-EF9B88338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8306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4BD3D5-0725-624F-691D-29E806221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9005CB-4170-7309-5859-23B75DB829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956163-D66B-3C39-4CED-E9B552481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27FB07F-1C2F-8B7D-AA2D-CFE8F1FB9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F1B30C5-C982-605D-B7D9-FAF2E929C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C61715-1E35-80FB-8979-3BE654A24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682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92BDF6-AEB4-53BB-AB50-331D4F2EC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246492-3604-140E-4245-B1A18365C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6C0FB51-2A1B-DF8F-348E-A72F7E591A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C164B5-765D-8482-CF69-FC5C6AD65E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294F21C-2AA0-C6EA-F0FA-CBA4D9C5D7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19C34DD-09A2-6DEE-3C9F-EDFD6FDEA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39F0C0E-08E0-E7D6-562E-FB459C1D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750E738-51C6-FD0C-604B-E5D5B8C7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0362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41ECD1-C8A2-E589-2D6A-D34A25F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33B3EE-401B-55FA-F40F-E04768E69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E694EE-9292-F1A3-029E-41A4C5A7C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B39A70B-A28F-048D-C188-557C876A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5880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E609508-3617-1C3A-41C8-05D9BA5BE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F0822F9-0F08-FBEA-727C-E9A9A4BD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DDB469A-8052-223C-DAED-A7A905058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04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03066D-4A0C-4D01-513C-67F8CED27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F3CF5E-79A0-F93B-C579-E8A02670E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46745C-B753-DD4A-6C1F-48711C6C0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47831-E681-B5CE-FA5A-B717D7A5F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58FFE2-BA89-E67A-65C6-663732D7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E519FD-64CA-4911-83CE-15F25A7BC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9841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DB87F0-F358-CDD2-BF5B-CA678FA80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F6B5413-4918-FF77-0A91-551231FB38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6D87704-4CC0-F459-624E-7EEC6BF1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14B10B-A0D4-8FF8-B392-EC36F80B0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7933005-6294-84DE-1148-804239E29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927057-7CB8-E7D9-0B6D-B82F758D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669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D776B-F1B0-526F-24C7-F9080F6E9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975B0C-8678-023C-E6C5-6EE5FF005C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70AC7-A64A-2E8B-5162-CD7D0CC8D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5C3D90-8E88-21C7-3842-D366571F9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397FB8-81C8-D71F-452F-75E9F4606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9082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971231E-F9C8-E0FF-576E-65261AF58D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BA6ABB-1A3F-C4EF-BA5D-26D4B610FC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22E395-1980-7540-E52F-41D03D26E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1EDC38-5B98-2F70-3F32-3EAF54BE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14E1A1-BDEA-777E-F85A-D18E184B1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8618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6E3A622-7C2F-6761-8F19-FCC52B9BB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A7F1F09-9DF8-82E8-70C5-D0D47B5C7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430674-21B1-1C7D-C9B0-D743839166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8D11BB-60A2-44D6-850A-31AD77DE6E7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6CAC39-A83B-259B-097E-63E46CC476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6C9604-512E-51A5-0D02-3506D92ED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50D7FB-1E61-44A1-BEC8-ACF57906F33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709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E44DCE-7F33-DC6F-CFF3-741382BB5F6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9EF2A81-EF44-0804-AE9A-A115927D42E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Laravel Posting App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862D6A6-18B7-DC63-7059-3A423C0DF75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68E992-151A-5588-6111-15C75172555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FBEB901-5C1A-A4B4-A287-3B756303B82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807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6D9C9F-0ADB-3F7F-7DC8-0277796C25B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D07175D-D486-1F3A-7F03-663F724EB2A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C5FE491-7054-D632-7FF4-6D808D1FB6E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Laravel Posting 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23734E-4CE0-CAC2-7EDD-81861C0B57D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6A4385B-83A0-1351-B359-8F4840402D8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195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6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06E74C0-29BF-5B68-8389-69D37ACB414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D32B305-B41F-64FD-897A-B9D361EEB12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30068C-9FAB-2A6F-1248-4F63643EA34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DF4FABA-1028-4DBD-27A5-34EBFF1B787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389EBF7-7A18-AE59-131A-A69EF0097E6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1288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2EAD23B-B614-7519-7764-A785D746C4D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C86DE92-04B8-74B7-2F81-D55657E3B5F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7C76C6-7869-8920-1532-5AF1EF0A6E0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A3C51-0AC9-02DF-4436-0B6F9914ACC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BEA4FFDA-CFE9-07EC-EBAB-8F2C2E30AE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7640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E15AA4A-F499-312F-4B28-DA8B7AA1F34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0D1034-4B33-DB91-C4CA-A4F46A06A1D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29D888-6855-795D-CA2C-6A454489EFF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281908-81ED-61A0-3A05-FBE7E6D6CD6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0627CE71-8DC6-FE33-B20A-4C626A0BFD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4130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489E73-0B98-C843-A813-4219DF7D905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A577A3B-47D5-3959-C276-B6CD5C61124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36FC42-1BD8-4980-F33D-22C91035C9B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https://syunnjack.dev/articles/laravel-posting-app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2D8766-014F-F592-2B88-D1388CC21A5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BB7B6888-4B81-D28E-2CFB-2346304253A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460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2026-07-30T12:26:04Z</dcterms:created>
  <dcterms:modified xsi:type="dcterms:W3CDTF">2026-07-30T12:26:04Z</dcterms:modified>
</cp:coreProperties>
</file>