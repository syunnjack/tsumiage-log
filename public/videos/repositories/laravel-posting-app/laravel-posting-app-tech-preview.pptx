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5870E5-BCB4-EE21-6621-465F95D3C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C9D9DB8-7813-F870-F08F-2F023B7A8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C241A3-CE7E-8CBA-EAB2-252FF767B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8C3E9-62B0-4913-9FEF-24C0F66CC6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6A3333-0073-474A-4D7D-5EFC44C80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50F07B-BF4C-715B-C008-2C6F5A170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66816-3BA9-466F-9365-FD6AB95032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019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6A4E23-DD3B-F443-130C-3B0DC6BE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34A275-1818-49D6-C671-F7F042216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298E4C-39C9-A24B-461A-78794FC9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8C3E9-62B0-4913-9FEF-24C0F66CC6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8BFB72-F374-A565-4BAA-794FDA4A6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67C488-3A60-22DB-E683-30541AF49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66816-3BA9-466F-9365-FD6AB95032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0936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B04C1D-D7DC-3C8F-DEBA-F21BB8B83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411A8BD-8790-CA2C-B8F8-F3BDD7DE0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D4AF2D-8832-EF27-4781-FB55DF564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8C3E9-62B0-4913-9FEF-24C0F66CC6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4471F8-3E3E-A1F4-AE25-BACBEFC60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3EBCFA-F1D4-00AB-D962-BDDBDE001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66816-3BA9-466F-9365-FD6AB95032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323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23B300-24DA-F032-F732-0DC580C1E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A8206C-C831-CC2A-D3B5-792A603F9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97C6971-07F2-2A41-18CA-1DE2670D5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7B78D74-DE88-5EF1-9BAB-CCFA53E72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8C3E9-62B0-4913-9FEF-24C0F66CC6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1CF5940-FAC3-9F16-CF3E-E0079887E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62194C3-3BB2-B4A2-1651-979C5CCD8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66816-3BA9-466F-9365-FD6AB95032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3570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F6A860-48FF-C218-CBB1-409A1D607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4E5490-63EC-B9AB-3B14-9A5349B2D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DF81E71-793E-3934-0D7A-11E595B0F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5FBA829-327C-14F1-D74F-011FF376DF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606D875-ABDC-0B68-5AD8-FD13E301CD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72B28BA-3139-AA05-1468-34AC5FD14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8C3E9-62B0-4913-9FEF-24C0F66CC6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8015C5D-8A5F-F9D5-B667-F34262996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BDE42E5-F796-8143-5DE1-DF604A25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66816-3BA9-466F-9365-FD6AB95032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9248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85147C-68E8-61DB-01BC-DD5779256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FB3044B-9A44-42A5-13C3-6010EC5D4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8C3E9-62B0-4913-9FEF-24C0F66CC6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EDFFA84-5E1F-66D8-8D2C-E70FF670A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5879C1B-7FD6-475C-C049-CED5D8FC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66816-3BA9-466F-9365-FD6AB95032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8970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B62F7EF-1C42-7CDE-8B1B-153EC40E4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8C3E9-62B0-4913-9FEF-24C0F66CC6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A6F4493-333A-88B0-C15C-14709EE6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F6EAC62-F2D8-A230-CE59-BBA08C946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66816-3BA9-466F-9365-FD6AB95032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418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203C63-41D9-AF14-F1CA-C45FAAD56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181213-36F8-3C43-00EF-82C17FD48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221527B-A491-4C1A-47BB-B9966CAE9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765C50E-7B62-5062-9F74-FF6B72908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8C3E9-62B0-4913-9FEF-24C0F66CC6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F61D805-67F6-A00F-72A9-FB706D2AD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B04CA0-08B8-5318-EF72-841DEFFE1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66816-3BA9-466F-9365-FD6AB95032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752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20AA09-F37B-D9AB-7DA3-D780F2220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A1EF59A-DD89-C176-8949-3B8AF3619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A6D9CD9-445D-21ED-B15A-FC668574B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098747-9E4D-34BD-C825-E61B4882F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8C3E9-62B0-4913-9FEF-24C0F66CC6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2A00DD4-FA43-ED38-F57E-9FCB2D077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1EC92E-6184-F643-00BB-C8D6909FF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66816-3BA9-466F-9365-FD6AB95032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292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CF74BA-B85E-8C90-218F-F73A8E022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507A842-BD8B-F190-A8FB-22D04B171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BA9157-36DB-E327-D5E8-11071B91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8C3E9-62B0-4913-9FEF-24C0F66CC6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494460-4461-510F-5A56-3A9417EEA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530C6F-E1C2-EB66-7AE6-D775D7CD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66816-3BA9-466F-9365-FD6AB95032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0667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07BC232-FBCB-F16B-3257-739401051E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F4FCFBE-6DD1-CA22-7242-B45F2E091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7CDEBC-8D8E-7DA3-69B1-612E574C0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8C3E9-62B0-4913-9FEF-24C0F66CC6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1BE1C2-2AD1-D6E8-7853-12420FA32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C77662-E539-942C-32AF-632D53B56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66816-3BA9-466F-9365-FD6AB95032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4357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1984BA0-2781-C352-43A2-B17945DB3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406276-E5AC-3FD3-E2BC-0210439DC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523EC0-A02E-439F-1855-971D60EFB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8C3E9-62B0-4913-9FEF-24C0F66CC6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D49B2D-784A-D916-7192-D34886CAE0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733CCA-C90C-8856-16B3-A703BF303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66816-3BA9-466F-9365-FD6AB95032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1723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A481D01-956D-F4D6-F775-F6D969523B1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067077A-A535-D063-F29A-63781309892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Laravel Posting App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8439C8E-F65D-286D-4E49-E08A69ED1A9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929C8F-EBE8-5313-C98A-46110752A67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9CDFFEA1-34C8-137B-767B-E905936133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847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0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1E27BE7-39B0-CA72-BB7E-06485785958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EC9D90C-F9E8-9C8D-752B-2470DD48AD9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975737C-D0DF-41DB-3765-7F3D2113969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About Laravel Laravel is a web application framework with expressive, elegant syntax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57837DE-4511-1420-3371-D4678F6A1C6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162E8A2A-9607-5014-5AE4-8D24430D2FB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739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2BA65AB-8CB0-0E10-E3AD-98677E19AD2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A0E5734-4C43-0773-FE71-E1D6C3E94ED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CCADDC4-DBC1-1126-F7C9-42BD12BEC48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1C5ADC-4927-1F09-B5DB-4362AF11325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C8AB7791-8910-BB35-ECF3-AFFA4CA73F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496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3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4F80943-1EA7-CC57-5C41-AAF95730FEC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F4254ED-8D3D-B6E3-1BA2-AE1A983A65D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0A51342-A1AE-7604-6983-3BB363ED8AE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4597988-3A94-AA70-09BC-F826824C6CC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14CE870D-B42E-F6F9-BFCF-ACB440859F1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412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294274D-37F8-D549-CB54-1A8F26EEA4E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A06CCEF-4A1A-B39A-2E70-FB7411F85D4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03BC59D-8E13-FD82-A645-94E113883194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JSON-LD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テンプレートで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@context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が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Laravel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の予約ディレクティブと衝突していたバグを修正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0EA2488-B5BF-0C45-B47C-E6C15494F23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50887CA5-6926-90B1-F915-CB088715EB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7619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9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F547437-FE90-9380-BB3D-9A19D474FBF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D808CAB-CEAC-5082-8B9E-F37B5F34BDD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C16E711-06A1-869C-3603-A356118C3616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https://syunnjack.dev/articles/laravel-posting-app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0EE9794-0755-0C3C-8062-5A5BDB280E2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ED00AE14-D973-D1EB-2A2A-D3C6BA1B5F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97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2026-07-30T07:26:38Z</dcterms:created>
  <dcterms:modified xsi:type="dcterms:W3CDTF">2026-07-30T07:26:38Z</dcterms:modified>
</cp:coreProperties>
</file>