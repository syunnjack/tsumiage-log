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5BDAC2-3ADA-5574-9A49-74E881D89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0A400B-EBB7-094A-1C71-4539C4541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9569BB-4A7B-B0CA-FFF3-E6C3116A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B76A79-84D5-0070-25AF-EC4CC9C8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D9432C-6821-2EB3-0C80-0E516594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652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18313-9BEE-F6D7-BE52-625FE44C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354263-2251-4426-26E9-9F935D117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86C929-933A-689B-5E70-053EC49F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F2BA76-B9F4-175D-3D24-1AE91657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E12551-A2CA-4EC0-CAC2-4435512A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01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6C007-9728-9900-1B48-6F1FBBBA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9D01E6-BE14-E5EB-B149-F6520D7AB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9553FE-BEF1-8CFD-D906-987220AA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2E3B3E-088D-971D-82DD-F3B06B10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59CB48-770A-21DE-0B02-F56EFB2C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77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180093-DA54-E29B-2DDF-6405BC2D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047D4B-0A3C-A353-62A4-106BFC75F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E9EA62-89A4-762A-89A0-34A4B2C9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0FB920-AC9E-C6F7-2487-A67F761F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D85DAE-A035-31E9-6C49-E7D4C694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A47E54-91CA-8395-5F38-DB09CEEE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20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E0C76F-0CCB-DDB6-2843-49EA8C86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41BEF2-07FB-1CE3-1B44-4C935BC3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D75FCB-25EB-34B5-F522-5BE7C0343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EEEE18-AE0D-8E46-6EAC-E7DFC5414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E514DA-2234-6413-DC5A-BE41F6FFC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33E4F4-E4E6-395E-4183-D0DCCC80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638E88-02CD-327F-5D17-1D4A4BFC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9D61D5-74E5-AB39-3BE6-23A8E08C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35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828224-CFA8-77A1-2440-A95B7D92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B2C5EE-5450-6DF1-FD0D-8A8A1719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20DEE8-1DCB-175E-9A2D-2BE97F1A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A3F4BA-1351-2EF8-6A69-5E22B8BD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86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AC72D3-99BE-CE43-B155-0CFE9C5E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BC140E4-AE2D-A6F8-2A3D-A89F97A2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E43A45-919A-82E5-3F5A-5015B642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66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9BE6B2-3F07-0541-15EF-232D1002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280C3B-AB87-D0DD-555D-86AFF040A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17A3AA-68C8-37BC-D2AB-BBFFF724A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4D53B0-2BCF-D282-AC6C-CE947E58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5DE7D3-E0E4-DA46-7460-74860A50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250164-8E03-86F3-16DF-780A429F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66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CF0FDA-0ADB-F5E7-9B2D-DC14D5EA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CF67A1-8E7E-6B91-BC75-01225BF61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411862-67FC-FE9D-0823-7905428E4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D3D1E-91A9-D1DD-2FE7-DECBD97D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D41539-A68F-F6ED-DCF7-7342897D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6AD56E-5D74-8844-4D43-111DF63E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26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5626CB-E2D8-7A12-58EB-B59A0F98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09F191-B84B-DE62-400E-0F710712A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002AFB-0E7C-38A7-FF28-0CAC5E26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33F6A5-646D-5850-872D-F5903DD2E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8A668C-D27A-5993-3872-1FBBD5CA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04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1781A5-F695-5401-49EF-7B9C0455C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22CAA0-4C00-3D1A-3B21-A2AFD37D6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0B5BD-2170-7DCE-9298-411072FA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E8624-A1BD-0BB1-F22D-AAE975DE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B3B417-22DD-7D70-EA1B-BF7AB86C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10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45B6F5-D127-34C7-8861-A6A23B9A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3E2328-769D-B375-D049-40392607B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853658-96D9-BF80-3DFD-A1D66918E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E2D44-5919-4708-808C-4760681CF9E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2C501A-BA3C-883F-7149-F975A7E9E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B52000-DEF6-B550-9A2E-6F44B17AE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A9620-509B-40D3-8AD7-606639AE1E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71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9B09A3-1DA6-0354-EA5F-8339A023DEA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25F88A-3753-7614-86CA-5299A527D05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Cat Cafe Etc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C6DAA1-406B-2DAB-895D-1709A438BFF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E062FE-FB65-F1F7-7694-E236D01A6DF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3A6BB9F-3977-0CFE-C36D-0651124054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52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4A13D4-9B23-9A89-2FDC-A57978688A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12CE23-C0E6-2904-D96C-61FAE9EF089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29CADA-8CE8-1AD1-DF3D-E9DB36DBFA8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A7587A-A057-5FE9-CF55-49D174F2122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485B5D8-A090-C061-551B-57FB04555D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3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23E6A2-41EB-B66F-172A-58527B691A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6A1089-4284-96C0-A789-4D806998D61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068C50-31DB-861A-70B8-0DCC471785D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6D6F50-E94F-59D8-0ED5-61B0C33D524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1F207A9-D7BE-048A-1A3D-4B89987C59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51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05FEB9-46F0-97DC-D53A-B5F07621E6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6492C0-4350-EC91-C80F-040CD231F62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A4620A-A1B1-04E0-6D9A-630C7138629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7239EC-12B6-D22C-81E3-EEE14D47C09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6A46D79-1D8A-58FD-B1A9-F6DAF8BCA6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13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316763-EB84-7D92-B86D-9054CA5A63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63C838-4188-18D2-6444-E127D93BA9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97B853-327D-24B9-072A-DC638C85E53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verified venues reviews and revenue paths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B53178-8A06-CFC3-FBEB-0927E9B185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3014111-8386-720D-0BA5-C559C61A50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4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8DA95E-DEAB-9B88-4035-9825465BD1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C8CE25-17BE-8CE0-8902-1953E8D575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3C6169-736E-3E11-D336-4E2DDFA79B7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https://syunnjack.dev/articles/cat-cafe-etc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A17CFC-847C-CB5A-8D8B-0BA681C566F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15AE68B-5D88-3CE6-E3C6-6FF8EA8C1B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63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2026-07-30T07:18:41Z</dcterms:created>
  <dcterms:modified xsi:type="dcterms:W3CDTF">2026-07-30T07:18:41Z</dcterms:modified>
</cp:coreProperties>
</file>