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CAECCA-BED5-D975-53B3-CEFDEA99D3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791711D-0FC1-3981-DAD9-C2F0C4596C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51DD3F-C750-F36A-C281-332904975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7F90FD-702C-0DD1-69E5-08323A4A8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238CE66-A591-CB5A-4551-252013D89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8203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2688B1-D5D6-F905-E115-0147E8703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6AF902-C8F4-8C53-73B1-DD749EB89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E5F773-FE71-1929-F27E-36892691C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465E6F-0F38-C6FB-BDC2-D80ED7C05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ABCBB7-E73F-F1FC-FB9E-C9B9BD74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086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97B5A3-866E-6D94-ED30-824DB50DB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AA5B6D-2D6B-B21D-D01E-33188E914D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CDF9C8-171C-6C5A-6EF4-DF75A31BD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9725C0-6F4C-99DD-977B-EABE778B5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D8DD5E-CA73-BD16-8101-D76F1051C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3785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C5F60D-BBC3-079A-2BFD-43F3835E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368B47-AC71-B2E6-14CE-61790AEEFC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6915C3-8B05-96AB-938D-179F4FB51B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3C1F12-5CC3-E1BB-CBC5-25EBBC99D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71DFCC7-9D4B-2327-D711-E76E8BB9C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05544DB-24E5-A02F-32A5-EB20BF6DA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4772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921186-0D6B-CD77-3020-0C28315C7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B64B8F0-4F66-49E7-A6A4-9A887B6883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E1769B3-C806-1A63-11B8-2F4E91B73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006F241-6EEF-06E2-42A7-5D7B801FA0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07FFC50-8B76-981B-4FAF-B9DB275E4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8EB03F2-1F09-3263-74B0-7E15BF9D4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1E45DCE-AC05-DA60-501B-9648802FD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AF727D-43EB-6451-230E-5D6DF0C5C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136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B0825F-833A-A822-2940-8036574A2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7F09F25-3338-AE44-7692-3663C1E50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7DDFE23-60B5-1AA5-47DA-D1A1C234F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DE0705-0A30-A0F3-4F30-0A87EFEA1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8505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93AB5C6-B4C0-F945-E08E-0D336C071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8C580E-389C-A612-2F3B-928301FDB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67E81D-2729-05F4-9AE2-7B0BC332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37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E124A0-99CD-38A3-DA69-88C06EDEA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0D75651-60C0-048B-DFC9-AC3EF7E19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C50E83-E83C-EA9C-CDD5-48B73F993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2C551D-F926-5E40-68C3-B59A191F1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A67FE8-BD08-9339-13E9-2260A1E0E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E9F3AC-77C2-C0CA-67AD-583A599F2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8241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E95EF7-E225-11F2-D1A2-1E4D9AE26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167678A-6581-8E34-D350-2944E9346D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A6560B-B22F-DBFA-78E8-480A46AC5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19A000-2A2A-04C9-C0C4-8602859DA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4A14256-82F6-2D29-AA65-A04639E5C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8C43736-0D97-7323-A76B-475478856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3086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A73B07-58F3-C513-F92A-068C89B91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21B0886-DBB6-083B-F9E3-6AECFB4936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A4EFA4-49A5-A93B-6131-238D99D6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241C0A-F878-8CDF-DEA1-B5C39775E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A8BD13-DBA4-87D7-035F-6947D2B5A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511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CA4089A-58D6-CC81-2F90-7D709F573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045714B-C753-A274-BBD8-113B8252E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1B6B42F-E53E-8BA0-07F2-EE2CC83FF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0A65DD-9C22-9220-D8BB-73542EB5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336324-A14D-F0D1-264F-BE5E957AD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12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CC1F396-417D-E25B-79CD-3C9684642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4ED8C1B-5F95-5071-B21E-148CFB722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9DE4A7-E562-CF78-D617-EECEEB97E8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65686E-8822-4A28-B208-F23F055F130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BA14C9-7367-14C0-676F-5DA00D63DF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13D555-1FF7-D102-584E-010A8E352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389CBB-EF0C-4A2C-B9F2-0FF5CD377F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6315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AEDA68-F0FB-EE4F-4D20-2CF3457D818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DC506FB-4FE6-D5D6-4706-589B4157426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Showa Retro Route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649AFD1-6C82-D1DA-F58E-C605C64E0EC3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DAF813A-5A6D-90E2-6C27-226D4C5D163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B8FC530-4CB6-BA9A-48DC-307F905D8F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449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7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0ECB800-6983-FD57-EC72-3605B68DEDE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43795DA-DAB9-FC8A-204C-F7873309B19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5041F91-D013-9C1F-FB00-CC71C936E56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Showa Retro Route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レトロ自販機・レトロゲーム・オートレストラン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showa retro route Domain candidates Confirmed domain: showaroute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286C474-1881-EC4D-0734-159E5F9C475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CDCDE431-50EA-C24E-6142-CB10834BA01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4042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48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820A86C-88DC-7E7C-E5EB-98EC36E0E00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3CDB03C-8AB1-534E-C121-365BE852675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F063EB-45B7-4D5E-F10E-A0FF9E916DF2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67C7E6-3810-514C-B3A6-1BFD538B4CD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B5BCEB47-6EC4-A291-CEA8-1BE20DF8ABB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3851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AA6DF5C-C826-5B46-A13E-87EB0B9A9ED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4A57AC2-5AB9-F527-C3BE-044BA0E59BF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82EE838-0D86-3BB6-F01D-9CA26AB89C6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CE65BA-1F7B-4C1B-F7E1-0CCE94D5490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E45DDC9-C30A-2F81-997A-105F28185D2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2843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B15181B-68A0-33F6-0FCD-1A386E110D5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24F18A3-8F03-1237-3B5A-DDFFB18AC55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C2F0BCF-2212-DD28-49CF-7F682D7F694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C258164-0883-FCBC-8DD4-B1749291C5C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1B32BC92-C19F-30A9-C1F5-85135681ECD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32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2795C4-6EED-60FF-68C3-AFAAEE7EB34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011C9D5-1CF5-20FC-ABDD-2867514CD23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F75FDC9-DACD-D84D-EDDB-3B91EA788126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https://syunnjack.dev/articles/showa-retro-route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FED52C-A87D-E4AF-ADA5-028EF656763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73D7BA2E-9BD2-70AB-71AB-D56C48E320C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9617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2026-07-30T06:50:16Z</dcterms:created>
  <dcterms:modified xsi:type="dcterms:W3CDTF">2026-07-30T06:50:16Z</dcterms:modified>
</cp:coreProperties>
</file>