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1CF97-6CB1-94FA-A62B-98F69E149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2F5C4E-D805-03BB-506A-E703F17C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E686EC-5F02-5A04-05EB-4713B2B9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87C8A3-8513-5FA0-AD9F-A171E761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7E9776-7E91-7D34-7D5A-F3723DA7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94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D61A36-9BD7-33AB-29FD-ADB76D14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4A2B3-B94D-8406-FB12-B297D3244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9E43D4-F841-C7A4-E737-B8F43E1D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1CEF20-3662-F5E8-113C-0047C428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7C30C9-B0E6-BC56-59A7-9DCFB48F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60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478FC-8E77-A5EA-2451-B10C764D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7BF82F-BB1D-6E34-7C89-5F333055E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F09E58-6F5E-77F6-F5BF-ACB2D2EA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F5C909-0294-C53A-D1EB-D49F388D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2A9B97-879A-3269-E136-66F8BB11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25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963B46-42C0-E3C2-8044-58BB7E6C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44070D-9C27-CAD7-BDDF-B5578261C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5A456B-4A8C-5675-1610-064A3E475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B8BA27-807F-C8C8-C745-A6088D00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0B4ED1-57EF-F09B-4E97-53474147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3D150D-B7B9-DE43-8ADF-EFAE3708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75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3A1797-43A7-247D-2EB5-F4120CAD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0363C3-B582-039B-4579-B555DA00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F3A015-E7EA-1C08-290B-E06F9B6C4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7ECAD6-2C35-1489-0229-B991D9A69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95A3C2-36FA-389A-63DD-ABA75D249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0104AA-C891-741B-4616-29D4497B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607677E-099B-A89C-09D0-29BC4A4A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360B3D5-FA39-818C-42CF-8543ECFD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2E80BD-5409-D59E-402A-DE4B03E0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5E1DFE-5EAC-1869-EFFA-DCC84659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B65757B-2F9C-F36E-516B-F9F1E1AE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8DD172-5BBE-BCCE-B7A7-79BA1324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53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2329F3-58C5-5E08-585F-F9C413CC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DCE712-793E-C43E-4175-CCE81903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C6846F-E2D8-0390-3FE1-B752F0CB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68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3FA41-6EE0-9334-0369-02A84086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989F3A-1727-699F-5B66-07DFB801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CF7A76-6825-9EE3-C3BF-F59B700CF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CB04C3-42E9-CF05-FEA7-717E4219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0CBAD-5010-3DA5-3ECE-6DE69D9D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D36D41-F78E-F810-1589-D8FF1FD6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98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AE424C-5FE3-13E6-ED8B-C73DF69E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C9D590-B857-12DD-D45E-A8C65905A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D2832D-9667-0724-C08D-24086DDE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3CC9C1-B6B1-895E-5F38-81D021A9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86CB2-B00D-974E-8648-6990B2B0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DF9FA-CCE9-1255-FEE4-2A1D6AB2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3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6A468-C8F3-1F02-E09F-CFD31CFD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8A50D9-2139-A5C2-4A29-F670965F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17FBF1-4015-ECBE-78EC-1E98F969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508380-A8DE-5415-413A-58FA1088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6A512-B9D5-A084-1007-E9D95F02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38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37001B-272B-A236-3D35-56AD6CC6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5E6214-0291-2C3F-A7F4-875A98676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49E7E-2FBD-78C9-C4E6-9743A46A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7F14F8-27F3-E4AA-F255-812A0579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BD07E5-4D2E-9F04-C9FC-587075CA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18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0B4A4F8-AF92-8666-F467-484366CD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7268E5-ED14-6DFF-6A54-4AB00A5B7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2180FF-9193-FEFF-8771-9C080009D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2A274-EF11-4717-9D30-D04587E20F8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CDA9AD-58CB-9A55-50F9-BC8C50342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65063A-DE42-9F85-EB92-CD3E63BD1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D4659-9C11-485B-A48E-C3D39A8104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10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FED15A-2523-92EF-CB3B-6631487EFC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DE9C70-F084-35E5-EBDE-8D8CE6FD9D3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Showa Retro Route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F17B16-EC02-086B-E299-A8EF3D93180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F2F38B-8839-10E0-D7BA-08ADDE508B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75BD8C8-E838-0788-CA29-1DD250012F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EBB8CD-1DCA-54C5-396B-44F76AF68E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41079C-9A16-D443-4A58-E88AC02E5B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D16397-C104-24AF-6F13-50176293C0C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Showa Retro Route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レトロ自販機・レトロゲーム・オートレストラン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showa retro route Domain candidates Confirmed domain: showaroute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DF26B7-8CE7-295D-034E-0ED001FAE24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D24D73A-B87B-6D30-8514-108D41CAC6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94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8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9A23F4-96B6-7AC2-ED79-E107CD1D17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76A568-D427-E2A1-DC5A-3BA97DFF4FA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C3B9C4-3CF0-E565-65DC-DADE4BEAD98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71A8B0-C266-6B30-853C-99F36F01BCD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B3AD58E-01D8-948F-C8DF-A9AC1BA18A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87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B05D4A-5009-8999-DA4E-CFE24F689BB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313E49-77BA-2E34-6B01-3E9A785DBCD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05E3DF-E021-4449-9AD3-B4F5753CEA6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F891AF-77D6-DE73-D329-70870BE4086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01A88D9-E70E-5A01-3E10-81721DD1B5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90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060ED1-68AD-D764-20A6-9F61F7520F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C02F25-1F68-DD4E-33A4-46F14329F69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7332A4-D080-D3F8-0138-CDACF30B6CA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F5D5FC-71B6-4198-566E-61AF7F14248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13DDDAF-14B5-43D2-E5DC-72F35EB6CB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09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B1F1D8-8B1D-D1F8-2E37-783353BDC6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53615E-F682-9C37-D635-E2AE3802F93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86680-5645-7711-CBB6-D35BFC609C4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https://syunnjack.dev/articles/showa-retro-route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65CDE7-5E41-3F45-123A-3050646756A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066C2E6-2495-E609-44D7-7F2E672284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5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2026-07-30T11:50:47Z</dcterms:created>
  <dcterms:modified xsi:type="dcterms:W3CDTF">2026-07-30T11:50:47Z</dcterms:modified>
</cp:coreProperties>
</file>