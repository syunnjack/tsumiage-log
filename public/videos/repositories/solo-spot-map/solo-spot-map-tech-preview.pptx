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58503A-9CD4-840C-BDF6-93E6C2FCB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59A4FD-27D6-4AF3-2032-F3DE7522B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2C77F1-ED98-0871-D5FD-07C08041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322882-EB65-8DA0-099D-0682837B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740100-9909-51F3-E70B-B37CBAED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353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4459E9-7E3E-5492-4341-06DB81B8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88BC93-EDBE-92B7-56A4-1D9F1AF29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8C59B9-71A9-FC0D-96BD-B9FB1828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31A4BC-B244-8268-9F40-8E358425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68C60-2B51-6C17-D503-C79D8325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81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CE5A1-430F-6F33-0F7E-8EA53406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42BCA-FC19-FD56-EFEE-DDD39B9E3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7F10CE-B0DF-A921-BFFE-4DC22C5B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3D6363-EFAB-EA8D-35B3-ACB6CB84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A37E12-41A3-BC87-F663-D60DA34B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523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9B5F1D-3978-AE19-F52A-2A3D5BCF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D66FD4-B193-AB0A-F279-0D5226CB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9FC7AC-9145-C330-FE5E-5EF768FBD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9ED062-8626-1024-E312-EE9C34D4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F50D01-F21D-E23F-0F62-34E43464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0BC002-0DAE-4C53-349B-0F092961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5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5F620-0A23-8939-DD70-D749AF01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B98F86-13ED-B7B6-113A-35C409247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167919-D6C7-7F55-79C7-43474BD5A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7290036-E4FE-2387-C910-3A572469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C62A36-665D-7CBD-F926-D07A0A3FF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0E327F8-C368-F270-DC32-902E459E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362E074-74ED-768C-5533-FBA04A90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0FB968-A4DC-3D9E-205D-BD07A2E0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55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D09A6-138F-2FE8-F169-464B02CA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1F5065-4AD1-E8D9-D4A0-1793C5A3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98FEDC-E254-373F-EFD7-0276D042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8DC486-1D10-30F3-7021-963D7B3B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62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EB46F9-F8B3-5EF9-3855-13003A1A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6D79B7-1B39-75F6-9804-D0486BE8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6D6F5B-33CD-C6F2-3677-712734DF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658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74AC4-D024-C95D-BEB6-ED08A245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FE298C-259C-8929-69D5-D2E43585C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B103F8-4F52-836A-6159-746DD473E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DAC1B9-86A7-EA51-A599-14AD1299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6C9393-091F-2467-13FB-D42E6B73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383E9-8772-108D-1B66-73179DAB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85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F5F57-F5E4-9943-7CE1-0A1C0C25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FC6F77C-CB55-4E2B-E135-69C4EC016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97302D-7AFD-C9C8-F782-55BD532A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F98CF1-CBC5-1C1F-84CD-6EE9B6ED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CB0377-FBB1-9C6B-FE01-B65F617C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387927-3A95-4CB6-530A-CB188E5A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09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BD383-BE1E-FB7A-EFF5-F5D00D3C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D9F9B1-B3BC-B0F7-7471-CD46FA4D8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2762CE-CAE5-D79E-2BA3-C55C1D64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4FDE46-3A79-B300-E160-33D66DD3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2F4C52-2DC4-012D-F3BC-8237B544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31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E994C8-D5AA-BDDE-1741-F04585C64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242682-8E50-26A1-5DA4-E36461D5A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2783B7-987F-8468-F038-20502433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5F4BD6-5E19-B87E-6CFD-AF20C2CD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C678CD-10B1-1FC3-6DC1-CBF127B8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70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AE3EE0-97E5-8BD6-542B-3B045EAD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F96CDC-EF35-72A4-2156-22C95FADA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E2AAE-7595-C68B-24AC-42A127B47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A96F7-6C40-4487-BA19-6DBCCFAC34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65C7FC-3A1E-C9EE-7C88-EAF64368E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0ED89-31CE-58A7-26AF-D096FFC66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37BD-A0D6-46B4-9781-9D212AF85F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98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8E2912-E0F3-5FEE-11C5-60D4D46DB5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67D3F3-5D45-7FCD-12C5-5975AF73CB6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Solo Spot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9B870B-5053-2BD7-DD65-160668F9359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C66A12-0119-2D2C-F392-AD005D2D37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5311225-8502-74DD-F7A9-5E7EAC555B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88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644A01-9C78-3907-5360-8FC324C66B2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AC80C8-EDB7-BB51-3EB5-177895ABF4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3A93E5-CD3F-7101-B146-5147D0870AF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solo spot map Solo Spot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は、一人で入りやすいカフェ・喫煙所・漫画喫茶・深夜スポットを検索できるプロトタイプです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CA02C6-C076-B16D-5EB6-6C6656F3D2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C0AED45-3DEC-652E-160C-47D2D18BD2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63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AD22F9-95BF-4739-CA5E-8F76D6C3D5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6340C6-4932-C3B1-48B3-8A7163E21AF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BA4399-6C0A-3036-93AA-B9F8C9CDD4C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EF2949-D418-FECC-B33A-21ECEC28017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8706EDC-F1AC-5225-2059-09967968AC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D7FEC2-C07E-2E5F-C0A2-5DC4C5B630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228CC4-ECB1-9356-9418-D9DFE6DCA69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A09B7D-4243-B24F-2B3B-9A4A71C7FA7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C2BB75-1D9C-C285-4824-0F5FEEF804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2FDA5AB-0CB1-0D0D-C02D-F473A3CD65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33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604F8A-6C9F-0CBF-E7A8-F26629C341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BC7DB0-5D8A-49C8-23CF-7E9C59A7031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3DACAD-17C2-8BAB-5804-FB57DCA0BD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SEO UGC and monetization strategy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179956-E4E1-19E7-E980-D42E28F477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F5DCA99-D2FE-117A-1EA8-79A2D36AE4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4C02CB-1A2C-7689-9C75-C9D1C6DE705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BC663A-6398-94FD-5945-96F34463F7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042722-8864-6EE4-0CD8-B59D068BA8D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https://syunnjack.dev/articles/solo-spot-map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75A19B-0F62-D9E4-885B-681C54E0DD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C643300-E440-F872-83F8-E520A9CF41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26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2026-07-30T07:05:56Z</dcterms:created>
  <dcterms:modified xsi:type="dcterms:W3CDTF">2026-07-30T07:05:56Z</dcterms:modified>
</cp:coreProperties>
</file>