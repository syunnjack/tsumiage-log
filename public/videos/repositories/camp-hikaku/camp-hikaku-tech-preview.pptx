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35" d="100"/>
          <a:sy n="35" d="100"/>
        </p:scale>
        <p:origin x="996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83F8CA4-7120-9683-EB35-230434C9F7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91911148-091C-793B-BF96-12731C4C398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2ADE520-05BE-A72D-4208-B883638FE1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4F072A-6D4A-444A-AAC8-CC23CBCE9921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65EC178-6909-9246-7B12-432C8900F6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DB1E074-9956-2C58-7D4E-B47B62F4C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0129E2-1D9C-4741-8125-9461CCD80C3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275943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9FF5665-0233-3E16-CEF3-66B045BF2F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329D26C-E6B9-DA3E-0CA7-BE1E7AECF5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06E30FF-F500-ADBA-3219-563E396EF1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4F072A-6D4A-444A-AAC8-CC23CBCE9921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DB38EAE-790F-887C-9826-C5B613B994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2682CBC-1906-109B-980E-61B52B422F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0129E2-1D9C-4741-8125-9461CCD80C3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83308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225B346-3BD5-A252-D323-30BD1868E3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DE6EF449-BE1B-E159-E04E-53CDFE91AB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6D92011-1E15-7D14-16EA-E4A5CC7C3D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4F072A-6D4A-444A-AAC8-CC23CBCE9921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5F4970D-0AEB-2A3C-4B1C-DF973E431B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95E32DA-07C6-2A0A-F364-E47C6CB6FA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0129E2-1D9C-4741-8125-9461CCD80C3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848235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F2A3686-1A0D-E235-AA1E-BBA860045E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401AB0B-D98C-68B5-F044-F2DA53CE840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16C76E2F-8549-25A4-416B-D5D1261CEF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267C4F22-4D55-43A5-C371-4D211B52CD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4F072A-6D4A-444A-AAC8-CC23CBCE9921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7085B05-3806-09F0-A957-604C656ADD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FB51FBB8-7C32-A217-97F5-621C88BD61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0129E2-1D9C-4741-8125-9461CCD80C3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50828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AA785F2-A002-D795-E3D9-C9ED5EC525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41F00875-5BDB-0316-5852-ABD68270C4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B777EC16-533F-273B-B4EB-060D3CC0D9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A4B795B3-5A23-BF6B-95E7-CEE40C8F622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79D70BED-8C23-4F1A-77AA-6E96884DA54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9806295A-CF55-D5A1-5A49-0B2027E6B9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4F072A-6D4A-444A-AAC8-CC23CBCE9921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DC375B5F-9329-0EB5-3F14-D86C842654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757D2E7C-6A98-451B-1289-7010500313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0129E2-1D9C-4741-8125-9461CCD80C3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69062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20C74F0-B90A-EC88-8356-03CBC2BA5D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58E436BE-F875-4C34-75F2-C2ADAAE3AB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4F072A-6D4A-444A-AAC8-CC23CBCE9921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438B3C1A-5521-CD22-66BB-F18E1610C1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0209D8A5-587C-C4F5-DBB0-E838DAD7BB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0129E2-1D9C-4741-8125-9461CCD80C3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434191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3AB2A6F9-5A00-4425-743B-A96B332515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4F072A-6D4A-444A-AAC8-CC23CBCE9921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331E3874-FCD8-03AA-ECB2-149A16647E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997D2C1B-9406-8BB1-9945-C1BBB2C77E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0129E2-1D9C-4741-8125-9461CCD80C3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097110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9AF4510-91EC-7ACE-3E8F-20F90549E3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2C9E3086-5206-B427-60F3-7830B9A5AE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69B44165-A653-478A-0D1E-1D78560323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437BEC1-2743-0619-74A7-CADAED58C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4F072A-6D4A-444A-AAC8-CC23CBCE9921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F96BBFB3-56A5-0457-0A5B-E3C0202214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7A2F2DD5-2854-1258-B7DE-C4AA96A7A8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0129E2-1D9C-4741-8125-9461CCD80C3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68341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380CB3C-2A91-C916-A9EB-643DFF13FB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D6D4DE3C-4ED3-7476-FB04-7A64754832F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C64A35E7-161E-0E03-E285-F3C42CACC3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796C7BB4-3111-5291-1C70-D0057CCD3D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4F072A-6D4A-444A-AAC8-CC23CBCE9921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82C0FE37-218F-E33A-8EDF-3FEDC959FD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BDC6D620-709E-174E-3BB2-8212B30E5E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0129E2-1D9C-4741-8125-9461CCD80C3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357392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FC04593-9426-21C8-9CBE-E4FD3FD579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C347F8D2-F0AC-14CC-AA31-3BB5DB60DE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3020E1F-EDCB-40C4-1231-E4D60ACE04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4F072A-6D4A-444A-AAC8-CC23CBCE9921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DE6A796-3620-84A7-F2D7-276566C296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794FA6A-4B60-D5B4-DC02-BD8027707C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0129E2-1D9C-4741-8125-9461CCD80C3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934949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F5DB83D8-8D9A-43CE-A0BF-71855F6B7B8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A074F56B-C152-A177-4C68-AAEF48E7236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BBCD2C3-FD98-A0F4-FB15-3C030E7A49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4F072A-6D4A-444A-AAC8-CC23CBCE9921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83A4F7B-930E-C272-61B5-09BD6F0107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7644227-7D7A-9FD2-293E-3BF30F1116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0129E2-1D9C-4741-8125-9461CCD80C3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745790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0510AEEB-D872-1865-F674-0BA703FDB9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8F9C0385-7ED4-B4ED-427F-C234826379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0D9F218-8F04-F6DF-46FE-D3E68C7AEEA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4F072A-6D4A-444A-AAC8-CC23CBCE9921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2AFF8A2-37F6-0BEE-B05B-A1100A548B4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7D12AAD-85C3-3D93-CA6E-8A7F56F6C3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0129E2-1D9C-4741-8125-9461CCD80C3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782827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1.wav"/><Relationship Id="rId1" Type="http://schemas.microsoft.com/office/2007/relationships/media" Target="../media/media1.wav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2.wav"/><Relationship Id="rId1" Type="http://schemas.microsoft.com/office/2007/relationships/media" Target="../media/media2.wav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3.wav"/><Relationship Id="rId1" Type="http://schemas.microsoft.com/office/2007/relationships/media" Target="../media/media3.wav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4.wav"/><Relationship Id="rId1" Type="http://schemas.microsoft.com/office/2007/relationships/media" Target="../media/media4.wav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5.wav"/><Relationship Id="rId1" Type="http://schemas.microsoft.com/office/2007/relationships/media" Target="../media/media5.wav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6.wav"/><Relationship Id="rId1" Type="http://schemas.microsoft.com/office/2007/relationships/media" Target="../media/media6.wav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031080D2-19AB-4354-87A2-7B16BA31C261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8E7B05B8-006D-C83C-E2AB-6B7940B3658E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3400" b="1">
                <a:solidFill>
                  <a:srgbClr val="111111"/>
                </a:solidFill>
                <a:latin typeface="Arial" panose="020B0604020202020204" pitchFamily="34" charset="0"/>
              </a:rPr>
              <a:t>Camp Hikaku</a:t>
            </a:r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の技術解説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CA7A3DDE-1931-B12B-E860-11F79B0B6ABC}"/>
              </a:ext>
            </a:extLst>
          </p:cNvPr>
          <p:cNvSpPr txBox="1"/>
          <p:nvPr/>
        </p:nvSpPr>
        <p:spPr>
          <a:xfrm>
            <a:off x="533400" y="3429000"/>
            <a:ext cx="10795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設計・実装・コミットから学ぶ短時間プレビュー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E0E8A99C-46AE-F265-2FD6-20F11FFAEB05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01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1">
            <a:hlinkClick r:id="" action="ppaction://media"/>
            <a:extLst>
              <a:ext uri="{FF2B5EF4-FFF2-40B4-BE49-F238E27FC236}">
                <a16:creationId xmlns:a16="http://schemas.microsoft.com/office/drawing/2014/main" id="{35FC06DA-CCD1-DFEB-9469-73DE497523FD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633867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6000"/>
    </mc:Choice>
    <mc:Fallback>
      <p:transition spd="slow" advTm="6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142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2B49B7B5-9540-62B8-5579-DFE5D3717C95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4F959334-64CF-4E2A-335D-F5C952941200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このプロジェクトは何を解決する？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B8F28DF3-13F4-589E-36E6-3DCFB3C6C580}"/>
              </a:ext>
            </a:extLst>
          </p:cNvPr>
          <p:cNvSpPr txBox="1"/>
          <p:nvPr/>
        </p:nvSpPr>
        <p:spPr>
          <a:xfrm>
            <a:off x="533400" y="3429000"/>
            <a:ext cx="10795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About Laravel Laravel is a web application framework with expressive, elegant syntax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F37EB27E-95C2-A9C9-3502-4D2BD95B3FEC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02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2">
            <a:hlinkClick r:id="" action="ppaction://media"/>
            <a:extLst>
              <a:ext uri="{FF2B5EF4-FFF2-40B4-BE49-F238E27FC236}">
                <a16:creationId xmlns:a16="http://schemas.microsoft.com/office/drawing/2014/main" id="{06D95604-33E9-D080-876E-1E60722DCE58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575159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8000"/>
    </mc:Choice>
    <mc:Fallback>
      <p:transition spd="slow" advTm="8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7780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E7D99096-67B6-2323-6C75-D0A82A7B5A82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6A924201-73F4-E2BB-C88D-8D9AA56D7CB1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技術スタック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CB9150E0-346F-FD34-D096-302E612AAD27}"/>
              </a:ext>
            </a:extLst>
          </p:cNvPr>
          <p:cNvSpPr txBox="1"/>
          <p:nvPr/>
        </p:nvSpPr>
        <p:spPr>
          <a:xfrm>
            <a:off x="533400" y="3429000"/>
            <a:ext cx="10795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主要技術：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Blade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・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PHP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・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JavaScript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・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CSS
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役割を分け、保守しやすい構成を目指しています。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BA3272B8-EF85-939B-3755-3FF5730834EF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03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3">
            <a:hlinkClick r:id="" action="ppaction://media"/>
            <a:extLst>
              <a:ext uri="{FF2B5EF4-FFF2-40B4-BE49-F238E27FC236}">
                <a16:creationId xmlns:a16="http://schemas.microsoft.com/office/drawing/2014/main" id="{37A4044D-12DC-3A66-32E9-9F5DFBD9345B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145101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1000"/>
    </mc:Choice>
    <mc:Fallback>
      <p:transition spd="slow" advTm="11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0885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AE84259C-B900-45C0-43EF-5FECF8E59B6C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AC0022D5-BFE2-16BD-E459-2BC4CA941531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リポジトリの読みどころ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DBF37735-A936-7631-BFF3-C27116EB2E4C}"/>
              </a:ext>
            </a:extLst>
          </p:cNvPr>
          <p:cNvSpPr txBox="1"/>
          <p:nvPr/>
        </p:nvSpPr>
        <p:spPr>
          <a:xfrm>
            <a:off x="533400" y="3429000"/>
            <a:ext cx="10795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公開コード、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README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、コミット履歴から設計判断を確認できます。
主なファイル：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README.md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、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app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、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artisan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0F9410F0-06C2-F25F-5D28-6E9571F480FD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04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4">
            <a:hlinkClick r:id="" action="ppaction://media"/>
            <a:extLst>
              <a:ext uri="{FF2B5EF4-FFF2-40B4-BE49-F238E27FC236}">
                <a16:creationId xmlns:a16="http://schemas.microsoft.com/office/drawing/2014/main" id="{EE97B223-7F97-DA61-8466-83E9C3F316BB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641376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8000"/>
    </mc:Choice>
    <mc:Fallback>
      <p:transition spd="slow" advTm="8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755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47586A95-E2BD-2B56-CCFC-800B2FF31FD3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E43C89EA-51FD-F693-B72A-DE8D1017A078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コミットから分かる改善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E2DF147-C905-36BB-A545-CEFEBD6E39B7}"/>
              </a:ext>
            </a:extLst>
          </p:cNvPr>
          <p:cNvSpPr txBox="1"/>
          <p:nvPr/>
        </p:nvSpPr>
        <p:spPr>
          <a:xfrm>
            <a:off x="533400" y="3429000"/>
            <a:ext cx="10795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キャンプ場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UGC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空き状況マップ＋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LINE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通知を新規構築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2281F14A-E5FE-11E3-4644-3BA2960C65F9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05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5">
            <a:hlinkClick r:id="" action="ppaction://media"/>
            <a:extLst>
              <a:ext uri="{FF2B5EF4-FFF2-40B4-BE49-F238E27FC236}">
                <a16:creationId xmlns:a16="http://schemas.microsoft.com/office/drawing/2014/main" id="{E80BB8AD-B163-07DA-F7EC-29687DFD05F1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119355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9000"/>
    </mc:Choice>
    <mc:Fallback>
      <p:transition spd="slow" advTm="9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8775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5A4A27C0-B102-7886-9350-276520B3A616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5213C856-B820-5E1A-9CEF-925F9F8CA297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詳しくは積み上げログへ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7D1BCB76-57A7-B666-232D-D7EC306BE85E}"/>
              </a:ext>
            </a:extLst>
          </p:cNvPr>
          <p:cNvSpPr txBox="1"/>
          <p:nvPr/>
        </p:nvSpPr>
        <p:spPr>
          <a:xfrm>
            <a:off x="533400" y="3429000"/>
            <a:ext cx="10795000" cy="101566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zh-TW" altLang="en-US" sz="2000">
                <a:solidFill>
                  <a:srgbClr val="333333"/>
                </a:solidFill>
                <a:latin typeface="Arial" panose="020B0604020202020204" pitchFamily="34" charset="0"/>
              </a:rPr>
              <a:t>記事： </a:t>
            </a:r>
            <a:r>
              <a:rPr kumimoji="1" lang="en-US" altLang="zh-TW" sz="2000">
                <a:solidFill>
                  <a:srgbClr val="333333"/>
                </a:solidFill>
                <a:latin typeface="Arial" panose="020B0604020202020204" pitchFamily="34" charset="0"/>
              </a:rPr>
              <a:t>https://syunnjack.dev/articles/camp-hikaku
</a:t>
            </a:r>
            <a:r>
              <a:rPr kumimoji="1" lang="zh-TW" altLang="en-US" sz="2000">
                <a:solidFill>
                  <a:srgbClr val="333333"/>
                </a:solidFill>
                <a:latin typeface="Arial" panose="020B0604020202020204" pitchFamily="34" charset="0"/>
              </a:rPr>
              <a:t>学び、作り、振り返る開発記録。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CC62CD77-2403-A108-852D-130CF271634B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06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6">
            <a:hlinkClick r:id="" action="ppaction://media"/>
            <a:extLst>
              <a:ext uri="{FF2B5EF4-FFF2-40B4-BE49-F238E27FC236}">
                <a16:creationId xmlns:a16="http://schemas.microsoft.com/office/drawing/2014/main" id="{93988156-82B5-4E19-31BF-65F413C7ED17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20810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7000"/>
    </mc:Choice>
    <mc:Fallback>
      <p:transition spd="slow" advTm="7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426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166</Words>
  <Application>Microsoft Office PowerPoint</Application>
  <PresentationFormat>ユーザー設定</PresentationFormat>
  <Paragraphs>24</Paragraphs>
  <Slides>6</Slides>
  <Notes>0</Notes>
  <HiddenSlides>0</HiddenSlides>
  <MMClips>6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6</vt:i4>
      </vt:variant>
    </vt:vector>
  </HeadingPairs>
  <TitlesOfParts>
    <vt:vector size="10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啓介 加藤</dc:creator>
  <cp:lastModifiedBy>啓介 加藤</cp:lastModifiedBy>
  <cp:revision>1</cp:revision>
  <dcterms:created xsi:type="dcterms:W3CDTF">2026-07-30T07:19:54Z</dcterms:created>
  <dcterms:modified xsi:type="dcterms:W3CDTF">2026-07-30T07:19:54Z</dcterms:modified>
</cp:coreProperties>
</file>