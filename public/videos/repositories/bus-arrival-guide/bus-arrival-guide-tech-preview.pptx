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B932EB-75A1-D29A-C09B-754EE71A0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633E50C-3C23-4009-175A-2892A1485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CCBF19-E379-225E-61F0-93B4B7784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DB0F3E-406C-8856-6517-A103088C6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A8DED4-4A68-5EA7-7136-BA40D5339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0202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F89AD9-4406-2A89-DF3B-755F3DAED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CFDE65-0D84-0D86-22E0-5568E2E56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2791D9-93EE-593B-6005-596B082E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A301AA-A827-C975-08C5-E4025221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CE91CC-6628-FA11-7AC3-4B8E04F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734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72141F-05CF-A394-1EBF-4EA8121BA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4FAC9CB-65DB-F3CB-A938-0C8B5B1D86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736C37-B3F5-55BC-3A70-8BC8A6788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0E18E5-29C6-982B-FB0D-31E5350F2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D1A15D-3578-490B-70C9-4DCEDEE3D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5927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10174-318D-C956-1D95-1C11CB38B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5F8C22-F273-BDAF-1419-495B5D57D2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41EBC46-0797-996A-7687-6E27A41F80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912254-F910-E1A4-62BD-3CE55932F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E46003E-3F06-B024-7C69-1C5E63C74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900C5F-FB56-FA82-1A54-F110C39A3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485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6CE4F0-55D2-82B7-6869-00C2FCE39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0677348-1559-BB7E-6F9C-2520A4DD8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25AB302-A205-A5E1-97B5-B6DA670120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F383F2C-698D-9B94-15C1-D323111C91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27AA671-FBB0-BF93-21B2-8F18AC268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5E61F33-3925-BBC9-9BE9-4830376E6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D338E-21D0-1BED-0CB0-4754E1200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13EA1F1-2EA5-FD38-70A0-10FAC7FB3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990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5D23F9-44C6-F87B-C1B5-2BA3031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ABE562D-19C2-FC72-51C0-9C447C7E8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A027568-65F0-102A-F854-E17113D7B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229E253-25B5-3389-57F3-CC886066F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127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8F616F0-BBE7-6723-2DFD-DEBF36957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9E4C18-86CD-36D4-F855-2F9013ACF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298703-9869-14EA-EB62-EB86AF878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4258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C2C9D1-8118-3E09-D402-D428892A8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402F91-1D8F-5E79-BCF2-25BAE4C4A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2342C0F-5762-D9A2-FB19-2E0ECE74E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53D3D6-5C7A-4D4E-A780-4640569FB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98A8F72-FEE4-050A-4629-A97BDB960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4741B1-AC41-3132-CF74-7AE983A51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2649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5E419-7A84-7139-F013-678DC873C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A3A5789-1CFC-2DC7-797F-F3DA3EDEB7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FFD65E-A3E0-74EC-6235-F94DDF3A0C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5560DC-E469-86D6-48E9-2D086DD52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A47D54-BC68-1FBD-7388-91F06F2D0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20C7AD2-EAA4-DE13-D09E-40B04E38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7100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C1AA0A-53EA-03F9-18AF-9E68517F4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BC1C1C-F3A5-FD51-5868-A535E2B2E0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92EFC6-E275-5A1B-F854-677C0D399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222A7D-0A7F-5FE9-2266-9D1A4D2B1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83582F-2C7D-2308-B67B-AF578B5E8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9823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8331F1-EDF4-9706-2EF0-7A56A16A0F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354AFE4-D4C8-484A-D73C-DAAEE423BD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9008F8-6B9F-5FDF-D7D5-CB2D8D16B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42B4B4-E3C5-D0FC-5520-A5D8DEE57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22F1C4-73C2-B83B-878E-5450E70FE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8874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5787E1E-D35C-9F9C-B381-D7352FBD1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D640B52-7E67-EDAF-2664-A1DC2AD24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A55C16-5F84-241A-E3AD-B3FEDB23BB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F4EA9D-ABED-463D-B5F1-D05E9371622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484EB0-A9A4-C409-2C93-D66D93FE6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A24079-E3CF-9428-32C7-0D45AFD419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D62B8-842F-45FF-B7A8-9D8A8E4143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4051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31500C6-096D-8CA3-0ED4-5F2FD2BEDD5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F103EC5-2653-CFA8-D7DF-DDB08ED9FD5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Bus Arrival Guide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E2A2FC-4828-FB46-FB00-0F26CD0F399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EC50867-B503-05F3-50D3-513F641969F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5F388D1B-D7C6-BC90-DBD9-CBE14961009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1740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8D7ACE1-AAC6-53F2-E1BE-E79D4843A57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A1FF5-1D42-FB8F-58CA-090732B02E8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B79ABC-E385-085F-1FEA-A9EE96E3E221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bus arrival guide Bus Arrival Guide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は、高速バスの到着地から宿・喫煙可・バストイレ付・周辺スポットへ誘導する比較ナビのプロトタイプです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E1D533-8941-6159-2769-4C8D23B5508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209E7BF3-84C9-098C-057E-1BFDF681C26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760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F0DBD2-46A4-DDF0-F3BF-FB829B7ECAE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B0D1F58-03CD-5590-39D9-695AC8D48BE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8FA93DB-03D7-E60E-9406-E04765718D3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B4ACB88-4540-EB82-14EA-51CD4131574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4010A80-DD3F-5FB0-FB77-EE991DA83E2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1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5FB9E3-1FDE-D140-2224-FB7DE27E825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8DF1EF3-0E0D-2247-6149-AB5025B622D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90CA5DD-18E1-96AE-CF58-6C3F5A33293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4FDDD5E-F23A-151D-A757-71C710B6677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05976DB9-8679-38C5-0332-008716E2B09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3347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FBFAEF-6AF6-582F-175E-EF4C2B31D23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2FAFE28-09B3-8AC4-9B03-0996CB68FA2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8BFC273-2C83-BC7F-DFED-E114B90C285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直近のコミットでは、新機能の追加と実装強化が行われました。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0993DA-3DC4-1A4B-158A-DBE4BC0D1DD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97EA4D2F-96E4-52CD-AB19-2CB2E9FA9C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809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8F93AF0-66E6-E79B-0773-74D7447E3ED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E98E5EA-A968-5826-4002-DDD45878AC8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5ADB24-BDEC-EA55-F17D-31AEC9F3A29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https://syunnjack.dev/articles/bus-arrival-guide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A4030A-24D5-8ADD-8B82-3CFF5BA962B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4B6A29F0-B810-1B1C-C38D-693E96F00A3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588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2026-07-30T12:06:35Z</dcterms:created>
  <dcterms:modified xsi:type="dcterms:W3CDTF">2026-07-30T12:06:36Z</dcterms:modified>
</cp:coreProperties>
</file>