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35" d="100"/>
          <a:sy n="35" d="100"/>
        </p:scale>
        <p:origin x="996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090E9C7-2080-0FE8-32CA-2199B001BA6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FD7467E2-8F56-50C9-A589-9767EA492BC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91EE3B9-099B-AEFC-08FD-98385AB1D8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2E1CB-2137-4693-BB90-208C476C9F82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3F85703-4A23-1E90-AE9A-D25DE3B1A0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209A62E-42A9-8CCC-2F76-71D71662DD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23ED98-605D-47F7-B5F5-1F5A9FAD4E3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070200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E8C3D52-964C-F4D7-B004-137520BAC4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EA84E1DE-6C9D-A0ED-0F6A-DB2071DCF7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1F05E00-89B5-9BC6-C3F9-6316D11E14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2E1CB-2137-4693-BB90-208C476C9F82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C3AF9ED-9522-A6CB-DD9D-B66EBED992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7F62E0C-7E65-6DB3-8550-5A407806C0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23ED98-605D-47F7-B5F5-1F5A9FAD4E3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457207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A152177-E9C1-EAD1-4B95-216BF4C178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D778129E-3F96-7C5B-6775-78367BF02D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70CDC53-3AC6-56DE-4B8A-085D26BC26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2E1CB-2137-4693-BB90-208C476C9F82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7E035BA-4A55-5991-72B1-AE9BD343AC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522DE7F-CB39-6D8F-A8F6-7945787DD2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23ED98-605D-47F7-B5F5-1F5A9FAD4E3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563637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B56C8EF-1941-99B8-796B-2DC254D6C7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1C4B1AD-DE86-D327-721B-E4B0AE3673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E49B3364-2D16-F2AC-EB43-0570C561C6F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94E862B6-B0EF-B71C-BF4D-DAB9B65DF8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2E1CB-2137-4693-BB90-208C476C9F82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890A43FE-8BD0-4265-2E03-B5CAEB3D0B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64E4900F-D7A2-5220-B963-E561AA2227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23ED98-605D-47F7-B5F5-1F5A9FAD4E3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644337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DEC60DD-DCEB-C096-828D-D7095446D2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143EDA44-D814-C16C-5B5C-25A05A8FED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24F648D9-7931-6EB1-1585-80063384BF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5258938F-BB50-9AA9-A16C-144E0D47DA5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4A583847-74AA-AFD6-9BF3-871FA92D94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81271D2A-00BF-68E2-21CF-37B6DC7F4D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2E1CB-2137-4693-BB90-208C476C9F82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E57B95DB-7A07-BD69-6434-6134D0257C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66F5775E-CB70-861F-FE9D-FBEA02AA4B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23ED98-605D-47F7-B5F5-1F5A9FAD4E3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70637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5245235-9A2D-E01E-CA10-6938A5CCE5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4EEFFF08-8E73-8C82-4375-CAFB019A93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2E1CB-2137-4693-BB90-208C476C9F82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0F0CBFC6-DDF5-3C6D-91FF-BCBF15FDBC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A1729BB3-2108-BF28-516F-87D7390565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23ED98-605D-47F7-B5F5-1F5A9FAD4E3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150625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350EAECD-512E-7AE9-BFE3-6E1BF1B855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2E1CB-2137-4693-BB90-208C476C9F82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03C336DD-8A2D-FFD4-0CFF-91E7CADAD5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FD8027EB-5234-CF20-BCE4-A9F13FCF09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23ED98-605D-47F7-B5F5-1F5A9FAD4E3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505484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FAF478E-AEDC-3F3E-67C4-64E970406F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2989ED71-917D-C202-C3EE-8B42A9A7FC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83941366-8C7A-C390-B080-5A0D72A341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8423A7DF-C2B8-F58A-4AD5-16595988FF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2E1CB-2137-4693-BB90-208C476C9F82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EDE99201-F6B1-D21F-10FE-D9810426AD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409BDF2-C4E2-2D79-2570-0063A125FA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23ED98-605D-47F7-B5F5-1F5A9FAD4E3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53803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1D73E1F-9482-7989-6CA1-FA57F653F0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0BBEB97C-B808-19AC-5FB1-908992449F6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8588467F-8414-F771-4926-584BFE6A8F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3E5185E9-5AB7-98B4-9A13-A14B02A2DA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2E1CB-2137-4693-BB90-208C476C9F82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4BE248A9-3390-2B1E-2DB2-95A9948FCB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3643FE75-519D-35DE-3870-5D98500155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23ED98-605D-47F7-B5F5-1F5A9FAD4E3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454583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C7669AC-9D58-E443-56DE-4ACBAA0E3C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8EBC63A1-D500-19C3-D74F-059FE7382FF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E9ACB82-1703-5C19-8B6D-1CE41E8317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2E1CB-2137-4693-BB90-208C476C9F82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63BE82D-BA52-5DBE-D3A3-8C31E66546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CC0D1AC-5622-00C3-F268-22146BC3E5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23ED98-605D-47F7-B5F5-1F5A9FAD4E3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468441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70BE51B9-EE0C-16AE-B495-9E7B8E27F5F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9034D81D-81D6-1281-A6F0-5B85F3DA93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09539AE-15FD-70C0-1E50-AC48383FE3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2E1CB-2137-4693-BB90-208C476C9F82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5F1B168-FF94-F300-E594-4A07006EFF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21F925C-D5BF-0D92-756B-E93B27128E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23ED98-605D-47F7-B5F5-1F5A9FAD4E3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308836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CBFD50C4-4FE5-9F71-ACAD-4B764A5C29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5633BE72-D655-CA77-1CC2-C33663F9CB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7716006-2912-A74E-048A-F11E297DD44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82E1CB-2137-4693-BB90-208C476C9F82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CCEFC86-7B44-17B3-5FB3-8DAA40AE959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EF5558C-BD9E-21BE-4D0A-2444BDAA684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023ED98-605D-47F7-B5F5-1F5A9FAD4E3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610280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1.wav"/><Relationship Id="rId1" Type="http://schemas.microsoft.com/office/2007/relationships/media" Target="../media/media1.wav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2.wav"/><Relationship Id="rId1" Type="http://schemas.microsoft.com/office/2007/relationships/media" Target="../media/media2.wav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3.wav"/><Relationship Id="rId1" Type="http://schemas.microsoft.com/office/2007/relationships/media" Target="../media/media3.wav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4.wav"/><Relationship Id="rId1" Type="http://schemas.microsoft.com/office/2007/relationships/media" Target="../media/media4.wav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5.wav"/><Relationship Id="rId1" Type="http://schemas.microsoft.com/office/2007/relationships/media" Target="../media/media5.wav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6.wav"/><Relationship Id="rId1" Type="http://schemas.microsoft.com/office/2007/relationships/media" Target="../media/media6.wav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C73E7C43-B2DA-C7FD-7B9C-69D5688AB974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512D9BD0-0467-AE6F-25DF-8869577A8377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3400" b="1">
                <a:solidFill>
                  <a:srgbClr val="111111"/>
                </a:solidFill>
                <a:latin typeface="Arial" panose="020B0604020202020204" pitchFamily="34" charset="0"/>
              </a:rPr>
              <a:t>Bus Arrival Guide</a:t>
            </a:r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の技術解説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8982A7F0-89A0-DF62-4CE5-B80870BFD92F}"/>
              </a:ext>
            </a:extLst>
          </p:cNvPr>
          <p:cNvSpPr txBox="1"/>
          <p:nvPr/>
        </p:nvSpPr>
        <p:spPr>
          <a:xfrm>
            <a:off x="533400" y="3429000"/>
            <a:ext cx="10795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設計・実装・コミットから学ぶ短時間プレビュー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07D0CDC4-A121-302F-6814-0EE30D319781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01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1">
            <a:hlinkClick r:id="" action="ppaction://media"/>
            <a:extLst>
              <a:ext uri="{FF2B5EF4-FFF2-40B4-BE49-F238E27FC236}">
                <a16:creationId xmlns:a16="http://schemas.microsoft.com/office/drawing/2014/main" id="{50AEEE22-B720-4095-F8A3-DDFC131C8DD8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440854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6000"/>
    </mc:Choice>
    <mc:Fallback>
      <p:transition spd="slow" advTm="6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567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CFCF539B-7027-D5DE-825B-B65AEE6DF99F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A1EEAA0E-EC9E-F35A-2FFA-F594401BB193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このプロジェクトは何を解決する？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6BB840A2-1BE4-044E-E05E-8A49C34304EF}"/>
              </a:ext>
            </a:extLst>
          </p:cNvPr>
          <p:cNvSpPr txBox="1"/>
          <p:nvPr/>
        </p:nvSpPr>
        <p:spPr>
          <a:xfrm>
            <a:off x="533400" y="3429000"/>
            <a:ext cx="10795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bus arrival guide Bus Arrival Guide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は、高速バスの到着地から宿・喫煙可・バストイレ付・周辺スポットへ誘導する比較ナビのプロトタイプです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87AA594A-B67D-42AF-D34E-28F2CF36DDB7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02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2">
            <a:hlinkClick r:id="" action="ppaction://media"/>
            <a:extLst>
              <a:ext uri="{FF2B5EF4-FFF2-40B4-BE49-F238E27FC236}">
                <a16:creationId xmlns:a16="http://schemas.microsoft.com/office/drawing/2014/main" id="{059C24F5-4F8A-AF4B-AD90-0F9F0C416A56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302338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3000"/>
    </mc:Choice>
    <mc:Fallback>
      <p:transition spd="slow" advTm="13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2024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FD4F38DB-CD5B-0044-FF5B-78F47E8F2CDF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D6278752-2332-63AB-671B-72413FB27AFB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技術スタック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A16CB7C3-BFA2-29FE-572C-9DEA7090B247}"/>
              </a:ext>
            </a:extLst>
          </p:cNvPr>
          <p:cNvSpPr txBox="1"/>
          <p:nvPr/>
        </p:nvSpPr>
        <p:spPr>
          <a:xfrm>
            <a:off x="533400" y="3429000"/>
            <a:ext cx="10795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主要技術：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JavaScript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・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HTML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・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CSS
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役割を分け、保守しやすい構成を目指しています。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3E0FA293-60FE-2EF3-19C7-3AA9F0091320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03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3">
            <a:hlinkClick r:id="" action="ppaction://media"/>
            <a:extLst>
              <a:ext uri="{FF2B5EF4-FFF2-40B4-BE49-F238E27FC236}">
                <a16:creationId xmlns:a16="http://schemas.microsoft.com/office/drawing/2014/main" id="{DD9C267A-E141-AE60-8466-FE618E19D27C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250575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1000"/>
    </mc:Choice>
    <mc:Fallback>
      <p:transition spd="slow" advTm="11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0215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5703BA60-EF3B-5BB9-614E-CDA38BA62983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663B1829-C53F-6244-ED0F-74B1989BC0FB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リポジトリの読みどころ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478B76F0-2F66-20B4-3FBA-6AEE51A1A07B}"/>
              </a:ext>
            </a:extLst>
          </p:cNvPr>
          <p:cNvSpPr txBox="1"/>
          <p:nvPr/>
        </p:nvSpPr>
        <p:spPr>
          <a:xfrm>
            <a:off x="533400" y="3429000"/>
            <a:ext cx="10795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公開コード、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README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、コミット履歴から設計判断を確認できます。
主なファイル：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README.md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、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index.html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、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package-lock.json</a:t>
            </a:r>
            <a:endParaRPr kumimoji="1" lang="ja-JP" altLang="en-US" sz="2000">
              <a:solidFill>
                <a:srgbClr val="333333"/>
              </a:solidFill>
              <a:latin typeface="Arial" panose="020B0604020202020204" pitchFamily="34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BDFEEE65-E99B-A230-6AE7-EDFEC8085DE5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04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4">
            <a:hlinkClick r:id="" action="ppaction://media"/>
            <a:extLst>
              <a:ext uri="{FF2B5EF4-FFF2-40B4-BE49-F238E27FC236}">
                <a16:creationId xmlns:a16="http://schemas.microsoft.com/office/drawing/2014/main" id="{490CE54B-C17D-E8DC-84F9-E0F20BB80041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498669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0000"/>
    </mc:Choice>
    <mc:Fallback>
      <p:transition spd="slow" advTm="10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9670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FE6E2BDA-DC64-CA48-A38B-D1797BF77F04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EA91D92B-03F7-68AB-ED33-6960E46FD54E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コミットから分かる改善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72B3966B-C148-B1DA-6969-7339805F5066}"/>
              </a:ext>
            </a:extLst>
          </p:cNvPr>
          <p:cNvSpPr txBox="1"/>
          <p:nvPr/>
        </p:nvSpPr>
        <p:spPr>
          <a:xfrm>
            <a:off x="533400" y="3429000"/>
            <a:ext cx="10795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Add SEO UGC and monetization strategy</a:t>
            </a:r>
            <a:endParaRPr kumimoji="1" lang="ja-JP" altLang="en-US" sz="2000">
              <a:solidFill>
                <a:srgbClr val="333333"/>
              </a:solidFill>
              <a:latin typeface="Arial" panose="020B0604020202020204" pitchFamily="34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4DD4609E-514F-4032-87FC-3B7B8B36B9C8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05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5">
            <a:hlinkClick r:id="" action="ppaction://media"/>
            <a:extLst>
              <a:ext uri="{FF2B5EF4-FFF2-40B4-BE49-F238E27FC236}">
                <a16:creationId xmlns:a16="http://schemas.microsoft.com/office/drawing/2014/main" id="{1AD33F96-CB34-A3C1-1CD7-767FC77BBFED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307250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9000"/>
    </mc:Choice>
    <mc:Fallback>
      <p:transition spd="slow" advTm="9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8026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9613FE04-C84B-4DAD-F11F-7FC11DBD811D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CAA3DC8F-536C-72DF-FFB2-AF15A3B4C6ED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詳しくは積み上げログへ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3DE32BD0-1854-A0FA-5F06-E4DC4F55B158}"/>
              </a:ext>
            </a:extLst>
          </p:cNvPr>
          <p:cNvSpPr txBox="1"/>
          <p:nvPr/>
        </p:nvSpPr>
        <p:spPr>
          <a:xfrm>
            <a:off x="533400" y="3429000"/>
            <a:ext cx="10795000" cy="101566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zh-TW" altLang="en-US" sz="2000">
                <a:solidFill>
                  <a:srgbClr val="333333"/>
                </a:solidFill>
                <a:latin typeface="Arial" panose="020B0604020202020204" pitchFamily="34" charset="0"/>
              </a:rPr>
              <a:t>記事： </a:t>
            </a:r>
            <a:r>
              <a:rPr kumimoji="1" lang="en-US" altLang="zh-TW" sz="2000">
                <a:solidFill>
                  <a:srgbClr val="333333"/>
                </a:solidFill>
                <a:latin typeface="Arial" panose="020B0604020202020204" pitchFamily="34" charset="0"/>
              </a:rPr>
              <a:t>https://syunnjack.dev/articles/bus-arrival-guide
</a:t>
            </a:r>
            <a:r>
              <a:rPr kumimoji="1" lang="zh-TW" altLang="en-US" sz="2000">
                <a:solidFill>
                  <a:srgbClr val="333333"/>
                </a:solidFill>
                <a:latin typeface="Arial" panose="020B0604020202020204" pitchFamily="34" charset="0"/>
              </a:rPr>
              <a:t>学び、作り、振り返る開発記録。</a:t>
            </a:r>
            <a:endParaRPr kumimoji="1" lang="ja-JP" altLang="en-US" sz="2000">
              <a:solidFill>
                <a:srgbClr val="333333"/>
              </a:solidFill>
              <a:latin typeface="Arial" panose="020B0604020202020204" pitchFamily="34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23BA72A9-0259-9764-D081-23B47088CD65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06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6">
            <a:hlinkClick r:id="" action="ppaction://media"/>
            <a:extLst>
              <a:ext uri="{FF2B5EF4-FFF2-40B4-BE49-F238E27FC236}">
                <a16:creationId xmlns:a16="http://schemas.microsoft.com/office/drawing/2014/main" id="{9AE58EE6-47C1-FD9E-B76F-097705A69B5E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233152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7000"/>
    </mc:Choice>
    <mc:Fallback>
      <p:transition spd="slow" advTm="7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426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180</Words>
  <Application>Microsoft Office PowerPoint</Application>
  <PresentationFormat>ユーザー設定</PresentationFormat>
  <Paragraphs>24</Paragraphs>
  <Slides>6</Slides>
  <Notes>0</Notes>
  <HiddenSlides>0</HiddenSlides>
  <MMClips>6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6</vt:i4>
      </vt:variant>
    </vt:vector>
  </HeadingPairs>
  <TitlesOfParts>
    <vt:vector size="10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啓介 加藤</dc:creator>
  <cp:lastModifiedBy>啓介 加藤</cp:lastModifiedBy>
  <cp:revision>1</cp:revision>
  <dcterms:created xsi:type="dcterms:W3CDTF">2026-07-30T07:05:20Z</dcterms:created>
  <dcterms:modified xsi:type="dcterms:W3CDTF">2026-07-30T07:05:20Z</dcterms:modified>
</cp:coreProperties>
</file>