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4248C2-4CB8-673A-4790-F57FDB45B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0C92CA-76F5-89B3-01D4-0D7B52843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794E0C-C580-8831-0C36-50C3A3662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F02F88-6811-4DF0-8476-BF133F092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92D63E-29B1-ED93-C969-C01B3302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2501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E74513-3EC4-B204-6D64-4027DCE2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DDEE3A-456B-F82F-CB67-536697B33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6F7123-1DE5-1BF4-7AB0-8F6F37C7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E7F4BE-62B7-3ABB-D462-9A616E62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6B3C88-E215-D407-8427-42D378F02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073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7BCFB3-FA84-4E97-A225-80983BFA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D39018-F0C5-A717-32B4-64FD87408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CC7649-C07D-3839-A016-52492629A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7E3EC6-EEEB-0074-B413-AF17C8CD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D7AB9B-6851-EC7B-759B-DCEB3DB7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5789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CA6432-D0AC-6D1C-C0C5-590205E8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2120BD-D752-79AA-4030-3AC7D57DE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C15555-55D0-D937-94FE-184A3246A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5F61AD-DBE6-64C6-BC13-47EB1162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8A5F8A-6908-E19B-3EED-52552F5F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FEA13A-680C-B0A9-C003-75813B4A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7446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7B8738-8EBD-643F-9F17-E40017EC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2E8D48-0940-A636-C163-710246099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581AA50-DA65-E707-5D61-1DB24E1E9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DFCA878-23FB-9B40-033B-9C96558A7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A6D76FA-ABEA-7477-6E54-C6AA4F6EA2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3E6376E-100F-6034-6832-C0397BAB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CE2D7D3-F24C-E090-1AA4-7BE44ECE3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52D8C2-1AA6-0143-7BDE-6B0848F6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32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A21E6-B07E-5669-7E01-A283EFD8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87B7E4-B26B-B5DF-E750-2876F0DB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4FF5697-AE65-69C3-D5D9-BE25D5DEE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E9AB704-429B-B95C-FB51-F4164B74C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7196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19880A8-044C-3401-4DD9-91D219ADF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CDC4054-BBB1-3FB3-84AF-4260489A9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1408ED-809A-9BA2-991F-3C05D01E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86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C6DF20-8982-0860-E9EF-11051DFD3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CBC9EF-05B0-26F8-1E83-FC9262D2C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60751D3-A9F3-190B-F12C-5E2828510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A816FB-DF71-C32D-8076-F105C9A5D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6EDB6D-F0D8-E9BA-70EA-DE6B91FF2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063A7F-F03C-6691-BA9A-AE733EE4D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007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E5832F-ED06-CCDA-75FF-9A0BE447D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5E38F5B-62D8-2F9D-9BB5-E6005BEF8F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3C21555-C21E-69B0-ACBD-E43D07017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D379B7-D78B-896C-3EA1-E4D38F597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F14242-8B52-59DC-C53B-8708EC62A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72759B-0198-F42F-AFFA-0F20FB6B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16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B8A9F-238D-F24C-0C31-5F2B494B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F29887-70BE-8547-46B7-A6FA7A7C0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A1FA18-A9EB-3E45-35E7-18148AE54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DD4F8A-6D2E-5281-F323-4E29C039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ACF517-E4E3-2941-0881-E4917608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862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3B986C-AF3A-B1E9-45BC-9326FFD5E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5EF9AC1-4D35-5569-3F51-D87D66735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1190DE-49CA-5BBB-776B-E8447065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AAD48F-E7D3-868A-9043-5DA9E38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EE8484-F50F-58DA-C2D6-FF12E28C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92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8381A16-70AF-8E5F-887D-CE4AD5DD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1F691E-263E-617A-A8AB-196DD7A95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3D9C84-E55A-7165-3C6A-80CBDEEDC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20221-3195-4EB3-B38F-EF6E1ECCD26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64B50D-7849-86A1-066B-2410C4D74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4D4AA5-C127-D025-D314-97D2D3A85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C2731-E6DF-4628-8FDC-A2B2A9FEE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848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B29B1AE-9BE4-FE3F-5438-2BF729F1A0C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C1A988-575B-F19D-E3F9-95392D2CE4A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Ai Quiz Study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7D5CCD8-109F-23AB-0210-7B4D855F345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3E526D1-7DE4-300D-2B2E-0902DB610DC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C42BD42-AC92-014C-3687-54EDB94B94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84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43C2075-0061-E54E-FFD2-EF375E5AFF5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C73817-B4D3-5EC2-F3F5-534609F5A28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28364A-6CA0-E54B-1523-2ADE2A27F5E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AI Quiz Study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資格・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一問一答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ai quiz study Domain candidates Confirmed domain: aiichimon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029772-B2B6-1C60-8346-F9A52E1E8CB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B42D79C-46B8-A01B-5D34-C99E24CE7E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484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7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84D8ADD-5D8B-62C7-34B5-D936A86D072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FA9756D-C157-C787-B5BA-E16D98A2E57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A9EEF8-8B34-3886-E89C-43D86590AA7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21B68B-F0CB-DDF8-C179-39D5F467454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A20B45B2-0ED3-1F10-5954-15A74566B2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69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4B1298-A63A-7560-EBD5-89448197737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03B2476-3E77-00FB-88A9-66CE798347B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1D6DFB-1AFF-CDA2-9F1F-C7B2B83B008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A43622-3405-4F0D-D624-3A4AF1358E5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F956A08-BCA4-FB44-6CBA-D78A544748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394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53B949-33B5-9D55-495E-DEC09F0E563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1021B5-9C5D-E803-C360-F49730DC7AC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4FCEED-3072-0858-53E4-CFA8E57855A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00CF08-9F36-60CE-3ED1-7575FB3219A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B0A191A-5746-F28B-04B9-B58F6CD5B1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38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646CD74-3EAF-C4CA-13B8-8266972BD14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8F460E-D393-F443-E7EA-DFA2EC2DF63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76486F-B42A-CE08-F904-8405398B35A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https://syunnjack.dev/articles/ai-quiz-study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0A9C182-8DA6-6D34-46F6-5497329D124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F393C82-F7FF-ED37-ABE7-2527C2D325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54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2026-07-30T06:49:07Z</dcterms:created>
  <dcterms:modified xsi:type="dcterms:W3CDTF">2026-07-30T06:49:07Z</dcterms:modified>
</cp:coreProperties>
</file>