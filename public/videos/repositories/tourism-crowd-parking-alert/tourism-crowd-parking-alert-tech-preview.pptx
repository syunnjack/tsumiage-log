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B7E62E-1164-62BD-4C13-094E7C4E6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8AD4918-9C79-63ED-2D36-43CD76533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569968-567C-7473-F2BE-6FD94BFFA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8E2E-ADE7-4DC6-B49B-93D136B260F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3DABD5-7046-7DC5-AEAD-19A6F5DC9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9DD718-6630-1344-F1EA-A59C9637C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7D588-621C-49CE-8EEC-E34371F4CD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815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0ED34A-DCFF-85AF-07AE-EBCF1D058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B82DE7-B9C3-467B-545F-B9D68C316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D2F63B-EF21-CFE2-D325-A44983158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8E2E-ADE7-4DC6-B49B-93D136B260F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46B21C8-777E-FD56-6747-12DA0CF72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CFD5A8-EF2C-9D5D-2736-F89D9523C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7D588-621C-49CE-8EEC-E34371F4CD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354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EF5AEE-94CE-E15E-BDA2-EEC4D1309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337CB06-242A-FA58-C125-AD87DCB6A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751EB4-273E-B3E1-E741-496ECBB1E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8E2E-ADE7-4DC6-B49B-93D136B260F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3110F4-4B46-5415-48AF-502BFE123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CE8F20-3A71-1250-C416-31C7F425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7D588-621C-49CE-8EEC-E34371F4CD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3926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14771D-4DF1-A4AF-8C29-D5EBC6B1C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5028EB-D549-4C52-392E-B36F4DC02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99B47A5-381C-9D2E-0C34-3EB2502F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6F1CAD-9F76-E76D-4D6B-DA076D382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8E2E-ADE7-4DC6-B49B-93D136B260F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D84BE4E-5A54-9B0C-E40F-538C6B8C0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BD3C3C7-C191-FBF5-98E4-53C4D1195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7D588-621C-49CE-8EEC-E34371F4CD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6733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2C1C1E-EF4A-A65D-85D7-821F61836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5619EED-2F80-97CB-7D8D-FA234E64C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608DF83-A8BA-340E-1A41-0094AE3D2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4087E67-E93E-0211-6CF8-A12273047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E890F64-9C64-D5C6-6FA5-412FE3FD56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3200C72-9293-F72F-B189-257D05B8B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8E2E-ADE7-4DC6-B49B-93D136B260F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A12D5AD-85B5-D44A-5B8E-484182672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EF74296-D9DA-F1D0-0979-2E7BFAF9A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7D588-621C-49CE-8EEC-E34371F4CD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1252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1C8254-CB82-091C-85F7-D7B7FC343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FF7423C-B202-F43A-7519-2762F36F1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8E2E-ADE7-4DC6-B49B-93D136B260F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E3A3955-1A8E-CE0A-A104-47AAABB5A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C5E2AFA-0CE3-A96A-C224-249663924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7D588-621C-49CE-8EEC-E34371F4CD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5610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DBEC701-30D1-C98C-1205-A42FD846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8E2E-ADE7-4DC6-B49B-93D136B260F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05BA308-5672-3C2A-AD2C-F7E4F12CF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2A6D61-DAEE-24AB-101E-F69D7437B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7D588-621C-49CE-8EEC-E34371F4CD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2035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213C96-7EB9-D21F-7F3C-BA64D4D13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7C55CE-6AF7-216F-D6FC-BD3B182EA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67B397F-0298-39D5-79B8-36411B4B5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5377FD-578A-9214-47C7-32EF98A53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8E2E-ADE7-4DC6-B49B-93D136B260F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BEC2D5-4246-7290-618B-A41255A95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F93CDF2-0D72-0A36-97A1-6304825CB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7D588-621C-49CE-8EEC-E34371F4CD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2044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715695-AAF7-E0B1-DB58-CC8B341FC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8993A9B-0ACD-F43C-4E64-A2D6AABA50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F9F16E0-C9D8-63D5-F496-2306432B6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920EEB3-1910-2832-BEAD-128D3008F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8E2E-ADE7-4DC6-B49B-93D136B260F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1C22F37-85C0-9A12-B57C-46C5A3FE2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F089CF6-82D4-ABF3-35DA-106FD3EAA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7D588-621C-49CE-8EEC-E34371F4CD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9093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C3E378-B132-5DFB-58EC-A4F0FBE6B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BD0CDA6-38A9-66E7-2D2A-D184DB40C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4C4CA5-C5DF-32C0-9EBE-347CBAA8D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8E2E-ADE7-4DC6-B49B-93D136B260F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122E43-28CD-517B-5952-3298B89D2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388928-DD0D-4204-8A46-DE291A21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7D588-621C-49CE-8EEC-E34371F4CD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1626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9694257-625C-EAA9-931D-0CDDC5B5CA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D74363B-5E77-6A4C-EED6-22B4473FE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8FB3E0-16EF-8A06-2A27-D821B5B95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8E2E-ADE7-4DC6-B49B-93D136B260F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7E31FE-52B8-2A39-21F1-2AB49F63A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CD1265-5217-7FDF-9062-7CF65674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7D588-621C-49CE-8EEC-E34371F4CD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1431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D239B59-3889-66DE-563B-95041FE02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22D77EF-DDB4-E2E0-180C-B86780D7C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E810E7-AEEA-3FA1-5470-CF68DB8D9D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38E2E-ADE7-4DC6-B49B-93D136B260F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234038-38A2-6A9F-0CA8-9F79CBFFAB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B99ABB-64B9-D43B-8731-B29A9A1ADE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7D588-621C-49CE-8EEC-E34371F4CD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5863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DEBDF9A-B476-C4C9-62A8-6EF6502861B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F464392-6536-B97C-94D9-3AE442E3BF9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Tourism Crowd Parking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8D7A6C0-6D6F-ACC1-3FA7-B8C4795AB47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8F75850-7BD0-EE23-2D48-8AA863BB963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13B2DA60-87C9-0062-80D2-AB86C737F62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35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4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3FB29BF-03FC-B7D1-3B6E-DA36BD651B6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8A4B11B-0CF8-0C9A-9157-011B4048145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F49CA54-DC81-96AF-3D0A-7FF366FE6793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Tourism Crowd Parking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観光スポット混雑・駐車場空き通知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tourism crowd parking alert Domain candidates Confirmed domain: tourismparking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3751E03-28C2-3AFB-41DB-DBCC64BDC0C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D081806C-3432-1A05-9FD0-762B00A852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167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00"/>
    </mc:Choice>
    <mc:Fallback>
      <p:transition spd="slow" advTm="1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88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5876C7C-850D-E635-1C16-4FF67640C56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39F004B-8638-72DE-4702-3A72320312F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062F765-FBF1-43D0-58F7-A6421FDF1F1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CC9B5D1-8EC4-0C06-1FD4-45543D881BC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56973404-0CAF-D5FC-563B-A698E73F2A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416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F0C2451-1803-2B85-9EB0-19AAF1996A0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0CC7300-3DC6-6CA5-952C-0CBBBDFD864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E1046FD-973B-6619-F8C6-124284CE3FAA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9CA7935-FB3E-CAD4-54DD-7801CF9BB4C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7C220207-1D4D-27FF-E9C8-63927527AC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933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8947AAA-E712-8825-09DC-5E34E548D31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A50E4A6-3C3A-E6D9-E51D-D32B068751F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ACBA14B-C90A-F503-7CB1-0CCD2A1CA62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DD9B809-F038-8B21-5377-681C08D18DD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6D79D59F-39CF-FEC8-C65C-6F99DC28CD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622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934D444-3E10-1162-1A96-13E8845C74D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34B46A0-FB7A-F206-B51C-6B7447C8C9B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B17AEB8-31EF-18BB-2D2F-0F1820E66A10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https://syunnjack.dev/articles/tourism-crowd-parking-alert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F73B7D1-E2B8-92D7-5CFE-144FA05BA45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F9CEC630-C695-7C2E-870E-0CF5D1171C3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460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2026-07-30T04:59:12Z</dcterms:created>
  <dcterms:modified xsi:type="dcterms:W3CDTF">2026-07-30T04:59:12Z</dcterms:modified>
</cp:coreProperties>
</file>