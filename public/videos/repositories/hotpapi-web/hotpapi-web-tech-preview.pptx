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79171E1-6824-52D8-C537-38459F5B40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756CB09-C3F8-5BB2-6F57-05FB89B893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9DC19F1-4FB7-AAC5-6A8D-3351BC3F5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9434B-20C4-4F04-AD68-073D04FFDACE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5F26480-B761-33D2-BFFF-1AF2A6C00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D2609DE-8AD5-A658-95EB-F2366018A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FFB73-0918-41E0-A07F-0F7B1C9A2F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537838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649997D-AC47-4E9C-545E-F34B956EE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606F5AC-808D-D252-8E87-0DCD0A6024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585E70-DC4B-5961-2CBF-62437A670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9434B-20C4-4F04-AD68-073D04FFDACE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7E1DD50-3756-6CB7-2CB0-E0E331FD2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8C7B66A-3CFE-B4C2-981B-DD3D6AA27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FFB73-0918-41E0-A07F-0F7B1C9A2F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030762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76703D1-C6B2-2934-99B1-6F8A25CC1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EA5B152-9C0B-56DF-E2E0-C0F3CEC4F6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F718200-8FBD-4CA1-B1DD-F478FE018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9434B-20C4-4F04-AD68-073D04FFDACE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408B549-E68C-43E4-A818-E88BFE1DD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A2F3CC4-39FF-37E8-F369-ED4E61BC8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FFB73-0918-41E0-A07F-0F7B1C9A2F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88598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AA4338D-0F95-11B2-2ADF-3DCD1CBA2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BF38891-837B-856E-C3D8-A70F5D113E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1513D73-8B6B-0AE8-0344-B722917E5E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8C4F93E-603D-67E2-AB6F-A6FFB6D63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9434B-20C4-4F04-AD68-073D04FFDACE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340CB39-BC98-82F0-57EC-53CBC1401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4B0B74E-F1B5-73A8-62EF-366A3C2AD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FFB73-0918-41E0-A07F-0F7B1C9A2F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420561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91F1464-3CD3-93D0-7A80-85D8C634C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DC1FC64-B6DA-D616-AC78-A458035730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1D17BC8-6273-F8E4-BD2A-513C021253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C35716F7-76A5-E139-D98B-F8D9287DAD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90B35CE1-840B-C020-DED3-A08135BD24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8C6CD0BD-5FA4-28AF-FD51-634CA34D3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9434B-20C4-4F04-AD68-073D04FFDACE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73DF7834-1977-BAEB-BF63-717DDA463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4CA46FE2-4508-9389-D153-CC1757BD4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FFB73-0918-41E0-A07F-0F7B1C9A2F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63264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48D2284-D429-45CC-6039-7C3A023A2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03A55C8-6614-0DC2-542E-C021FBCFE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9434B-20C4-4F04-AD68-073D04FFDACE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7866263-266D-300C-955E-73D03841B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345CA4BA-BE3D-6C4B-9675-DB913B77F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FFB73-0918-41E0-A07F-0F7B1C9A2F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858973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941F605C-393E-A432-7F84-DA1F04CB7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9434B-20C4-4F04-AD68-073D04FFDACE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DAF5BC58-6DE2-8B46-2B88-8C98B9A90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A02C69B-9D51-42ED-8216-6BB612431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FFB73-0918-41E0-A07F-0F7B1C9A2F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94941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71095ED-ED9B-BF4A-30B1-71A4625F5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A837EF4-B8D4-A529-1FD0-A3A18C69AE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A96FF37-6A50-0266-BA8A-43A6335E4B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96193DC-F1B7-DC43-6228-B1AA275CC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9434B-20C4-4F04-AD68-073D04FFDACE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6715FDD-4F0B-610B-749F-B0B53164F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03076CD-ABEE-C6CD-8B80-3364E82BB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FFB73-0918-41E0-A07F-0F7B1C9A2F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37640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22ACB39-A721-FF12-0614-CD8178364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D647323F-454B-60F5-B80E-186AD5156F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7411E3C-E48E-DF2A-6F1B-6E63508F26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8C8B627-FA67-925A-CA82-255AC33BD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9434B-20C4-4F04-AD68-073D04FFDACE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FE3CD19-05B0-F9EA-132D-DD7B2A9B2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8AC0C91-EB5D-E0B5-244A-E706ECE68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FFB73-0918-41E0-A07F-0F7B1C9A2F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46522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FF0AE2D-059A-9DD0-F8D4-EB0346AA5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69A5F12-21B7-D352-74FF-0D99290700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85F09BA-0726-FF5E-22BF-891ACE9E1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9434B-20C4-4F04-AD68-073D04FFDACE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E4564A6-9991-CA44-3530-0995E8B77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D7EFF4C-0D0F-4304-6B35-2A91EF1BE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FFB73-0918-41E0-A07F-0F7B1C9A2F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88446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A62E68A0-200A-B07A-ACA8-DA0E710FC2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59C04B1-46B9-F94E-CADB-00058B819F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353631A-2194-77A2-B0C3-D6F2F6999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9434B-20C4-4F04-AD68-073D04FFDACE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EE371A4-014C-DB2E-2340-5198FB75C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AE076A1-ACBC-56A4-AF46-8788090C9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FFB73-0918-41E0-A07F-0F7B1C9A2F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394347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1B848833-08EF-CFE2-6143-1BF0E7F84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BAF77BD-9E1A-AFC5-F6AD-F55D775083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A092FFC-62A0-49B4-372F-5444C98399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D9434B-20C4-4F04-AD68-073D04FFDACE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E5048D4-F88F-4073-3CE4-9E19186C5C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17CCB8D-94BA-F333-1030-E7F1811206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5FFB73-0918-41E0-A07F-0F7B1C9A2F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666690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85A4F8B-7374-2A4B-8CE8-C4CD67ACC401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065F925-428E-9BC8-EEA7-A90A3BF9F7FF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Hotpapi Web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4021405-61A9-42C5-A528-87ACB10715C9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52E0275-BDBA-16ED-7E36-64A19C2A0DF0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BE657EF2-A495-B6A7-A94F-301841EE56A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8147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39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AB56006-43CE-10AA-61DD-9AF55CFDCCF5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58242CA-87C3-A2C7-9607-CE3E478C21EF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8F9EEB0-5341-228E-C7E5-B5B44E4506A5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Hotpapi Web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の目的、構成、実装を公開コードから確認できるプロジェクトです。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E4F5A58-6E63-024D-7599-ACB3F99E0AD4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4EFBC3E3-4730-A7F3-7B87-11159829DB0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9771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25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2BF89BC-6A2C-34C2-2D21-05DB0F346A4A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C9D9D91-7CB0-AD6B-32E5-569C890BD8EC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86FD9E5-DE07-E34E-7FAA-1B4C440E27D1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TypeScript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CSS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542E8F9-D1F0-EFDB-E0B2-B93D93CF12B6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B067A51B-5E32-1B81-BF7B-E2B5CAF3AE7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7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706BAC4-ECBF-752A-746B-913818C31455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679B270-5A99-7AEC-95EA-F16B99CAFA14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5CAD9F1-610F-F310-A52F-A74827A93BDB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AGENTS.md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CLAUDE.md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A4EE8EC-4F19-20B7-1479-3440233AF56F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7458DCDB-FC97-233C-BD02-30BFE14E95D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5184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0"/>
    </mc:Choice>
    <mc:Fallback>
      <p:transition spd="slow" advTm="1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18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A9E1AF9-0C59-D624-0346-0155FDC7EE50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24B0F40-204A-DFB3-8E07-237A31B5855A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0A872E2-F6A1-1115-61CC-353439CAFCC6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直近のコミットでは、不具合修正と安定性向上が行われました。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CF11328-7956-9A82-789B-E7F90E746373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099EE37A-4E31-F9E1-8578-E2FA90C67E2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03406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77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550CF95-46F0-4E85-6A18-8D20E27D1AB1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BEA0229-9BF8-06C7-5E0A-7060A0FA66A0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82128B7-2BBB-B66D-4669-C869230EE1BB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https://syunnjack.dev/articles/hotpapi-web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8CF71C3-E65B-0899-EE46-1286BFD27113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4994FCA1-C0E7-835E-213C-4194A8D689B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8855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176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2026-07-30T12:19:45Z</dcterms:created>
  <dcterms:modified xsi:type="dcterms:W3CDTF">2026-07-30T12:19:45Z</dcterms:modified>
</cp:coreProperties>
</file>