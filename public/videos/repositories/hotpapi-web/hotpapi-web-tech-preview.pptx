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6CBC4B-4221-4E5B-AA1E-0AB37BDE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CA88357-C5BB-C571-08EB-44A8A6DCA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7018FB-2EE1-02B3-E362-E22A133C7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A235E1-C16A-E86A-99D4-DBD41371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D1BE0B-AB10-C132-681D-54C598B04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914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6AD297-4974-6D7D-700D-D3D9EBDD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E28011-8D27-99BB-D5E7-BA5CEAD7D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8D50DA-1575-322B-C004-F75C84EAA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39D62C-F37D-4063-5B5C-52E89FA6C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441BAA-EBDF-D165-09DA-F0C7F48D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429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AC2C33-EE7B-B9BA-CF8F-F5F8E1F86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869873-3B16-369A-1987-8ABE37CE1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D16963-9731-5385-55C7-DF27B249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8961D3-61E1-4837-A2FD-0E40A1E5F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81C509-CA4B-BEB7-F6A4-C73AABCF0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4295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43C83C-9B12-08D3-A8DF-D685C709F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116AC9-61F7-53E9-670B-0C3925705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B33C33-FAD3-FF6B-3D88-4092DE0EC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DCF6EE-16D6-F4D5-5A90-6A1FCFA0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8D939E-2FF4-CE06-618B-DB666ACC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980D9F4-D0BB-DFB1-E9F8-A686CDDDF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6535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FC89A-9419-9F1A-F7F6-FAB264470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050D2A-E8D8-2081-D637-3E7758E3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BD32EC-F4FF-E958-4526-E5894699E5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52DE3EF-FFE7-C121-FD46-7EFD15C80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405153A-1B75-AF60-80F2-A7247F195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5FB775-8FCD-35E4-5AB2-AF102838C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6F142A4-1C23-F239-8B97-80BFF15E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7E6FC67-543A-A459-F728-FA5B535B1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72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6569C1-E2CA-047C-C2DC-329316DB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61D363-CEE1-00A9-AFA6-55581BC9F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DCC932-13B1-EC15-6F2B-F493CEB9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828FEB3-D126-E682-45D3-61156406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707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84C4BFC-C2B0-0AF0-EA0A-14FD5F837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4D5F6E4-650E-E1B3-2E21-B7B18B05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2ECB23F-B9EF-6361-48F1-CD322E53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4302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E71627-628E-0BA2-0259-251516D2B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BE9629-591E-EE84-55F4-A4411BFC9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A06A4D-4CDE-3803-4789-649804C7A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858241-CCC2-74AF-8B88-C4A15D31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BFB69E-E7A1-6E86-9075-1D522DBCE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9868D4-F1DC-9544-42F9-78C12098A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012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ABB143-2781-418D-CD6D-890D7E143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0E38637-E165-4F09-95C2-055889CB5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17DAAC0-C275-1319-AB60-45B8862A3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D27C72-238F-918E-B702-8414D04A7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532CF7D-8095-F55D-9E22-15E076947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2AF02B-14C2-0B8D-9527-25F54E763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415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DDAAAE-D565-CEC0-CDF3-9AFB370E5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1078442-B07F-1DF9-1515-016EDB55EB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370E61-4599-C4D5-EC5A-06006F547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919110-854B-6EAF-7FB5-7359474B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79AF05-1511-0B2E-D84A-0D6B3F2F9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3391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1E555AE-FFB6-549F-C53B-C6A77F2A56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71783D-55CC-2E41-965F-E112A3FF1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79C947-90F1-20CB-E960-806750E34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48D5F1-9CC3-7B3C-4A5E-3C680E99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44B46A-B0E2-ED0F-8CED-71588A931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64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8003093-ED9C-E884-6402-0CAA72B32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FB8EE3-D644-A8B9-E931-21D5257D2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57B01F-D65A-281A-A1BA-E989DFCF9F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1A90A-919E-4E75-A57E-281B475D883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C3E278-1B9B-9991-4928-35AA896EAB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F20E84-4383-D20F-329B-2562A610F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124A5-1AAF-4F4C-9983-7B0A836199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4232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5AB5E0-B1A8-285E-DF1F-9FAD8106D19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E6AE40-BF7C-EB76-A4B3-51A7DAB8747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Hotpapi Web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A5720C-6E14-EC34-7017-31761C126C6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7F98B8-609A-5209-CB58-84E61B3AEF7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BD963DE0-7BD2-B5A1-03A7-311A218661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7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30C7655-3BE5-8E9F-B021-C0CDFCFE8CF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E24514-0DF7-327E-F352-62042A4A3CC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5FFC88-FDAC-CFBF-00A3-B0B50CEB706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E168792-C062-9FA2-AF22-0F1729C370C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5004CE7-E0D0-9C74-5475-CFEEA3A193F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020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078F8F-521E-11E9-453D-28C25FD8FA9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4644EF-AFE2-85E6-6F72-FC6617F35B3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533337-D7F8-715F-F619-6DEAC9B3047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0AC5E1-B03D-FA3C-293F-35F81C88E67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5CD21F43-00A3-0939-F668-387581E45FE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58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D787363-2713-E868-CB55-A32BF978C10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B41C19C-7A5F-DFF4-3EEB-89B412A4A37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7C1402-D8BF-ED9F-270A-0F1850D2DA3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AGENTS.md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CLAUDE.md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0087A1-D166-0279-5959-5E89E1A45DA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92DD5793-271B-DEC6-33A7-55F9DE5FFA8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0215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B67BE89-6D2D-5A6D-BA63-02A1C15BF6E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EBAFD52-3634-15E0-FD64-349083A7B02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26E119-FA77-4F74-EC4B-5F7E26EDA97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Fix silently-broken budget filter codes (B004/B005/B006 no longer exist)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87C600-8EA9-F303-6AAE-B4161234329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FD37D03-482F-FB07-C95E-C16BCA03D94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536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D39E04A-AF17-418B-A9AD-6F1C71F87EF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238BBA-3046-7D35-ABD3-ADC8CBAE19A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39F450-36CF-E3B0-685B-2518CB30C97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https://syunnjack.dev/articles/hotpapi-web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4E64F8-CC02-C1EC-7409-DC3E0597EDC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246C2201-D45C-0AA9-C389-B55455ED3D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803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2026-07-30T07:20:31Z</dcterms:created>
  <dcterms:modified xsi:type="dcterms:W3CDTF">2026-07-30T07:20:31Z</dcterms:modified>
</cp:coreProperties>
</file>