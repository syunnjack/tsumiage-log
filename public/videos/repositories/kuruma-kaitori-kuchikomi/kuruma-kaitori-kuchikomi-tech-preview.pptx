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B3F1ED-AFD2-8599-CA44-FFACF9B38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B2CB49-B1A0-8C96-8DA1-B910FC7D3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E49EFF-5562-DB61-6C17-80AB938A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A1A90-6580-437D-A9EF-B1C14ABC18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17A882-4F5A-88A2-88B8-522BE8BB9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423F33-5C27-EAAD-1FD3-42C83590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7284-7268-4A6F-8A30-803EBC07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664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F47672-92C7-6ECB-D8FB-98C97EFFC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090DC4-D4DE-9376-6B67-486810C44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023D75-B791-6DFE-BE29-ACF5BBB39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A1A90-6580-437D-A9EF-B1C14ABC18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67CC19-78CC-9885-0AC6-A1CC2D1EC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76634E-3A8F-A443-268D-AD662A88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7284-7268-4A6F-8A30-803EBC07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00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75DBE0-A97C-F8C9-5C7E-1C62BCD54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A771A84-8BED-0615-B596-CD36C9F7F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07C7F9-4A5E-97EC-08D1-F0C57F0D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A1A90-6580-437D-A9EF-B1C14ABC18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C44AE6-1DFF-D6E6-A673-97C56B711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5169FB-85CA-F9F3-427A-776072D13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7284-7268-4A6F-8A30-803EBC07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462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6D3FAB-2B33-35CE-90E2-B980D3F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680739-5405-766C-5F20-E35885F460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6E4F20-E8DD-C131-EFA4-170A5D277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D52BF7-1068-1D7F-5D57-FB4198342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A1A90-6580-437D-A9EF-B1C14ABC18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28AD74-6B1E-A0C9-A49D-3198FCD19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23FDF8D-EBEF-84F5-8DED-CD77F548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7284-7268-4A6F-8A30-803EBC07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385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E9A94E-9A1A-7B79-0BB4-7D73EF4E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D12BF2-7EBF-C39E-F7A2-D88EFFB58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4CE7C1A-74F1-E298-C42B-282A70B22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9B23D59-E698-5574-794C-FAC69EF797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1F81645-4309-DDC2-2E56-F5AF25E7A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C4FEFE7-13AF-059E-EF39-E0931961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A1A90-6580-437D-A9EF-B1C14ABC18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32BEB9B-9009-1B5C-79A1-F432AF5EE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7DE9730-623B-ECB4-14B5-6666C7277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7284-7268-4A6F-8A30-803EBC07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4523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BDDF4B-7B32-D30D-4159-D4641EA4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35B147E-4E18-8351-D5F9-73E66A38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A1A90-6580-437D-A9EF-B1C14ABC18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258B1A-BAD8-0973-0D3A-DD4C5DBC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5536A4A-1E20-8D31-41B9-8F2BA17BB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7284-7268-4A6F-8A30-803EBC07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620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32D0989-03B9-47D5-FFBE-8EF1455D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A1A90-6580-437D-A9EF-B1C14ABC18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BAB9525-F538-CD3C-079C-59B47A233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7525C4-11A3-E619-5069-CD3F1C1B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7284-7268-4A6F-8A30-803EBC07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7142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3A0F10-893A-72C6-4394-55397BB40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A3B10C-F392-09F0-A7D8-FDCAAFAC6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48A59A-0D2E-A7E3-EE0B-B8C66906C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00EC83-A8E8-FCF3-44EE-A87D67C2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A1A90-6580-437D-A9EF-B1C14ABC18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C761B7-97BB-4B98-EB76-A09426CBB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A8192F-DCAF-84D1-CF21-8F9C4812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7284-7268-4A6F-8A30-803EBC07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8551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DAF35-2494-96A5-2438-F4CBA49F0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A313A88-35DE-CF24-FD67-89F35B9F62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96D990F-9E61-CEEF-2999-694219D37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17CCFC-901F-BE18-9FDB-196F6C055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A1A90-6580-437D-A9EF-B1C14ABC18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DCE38C-681C-6C6D-AA19-21F61C434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222C84-2FAC-BCAB-FFF4-563A5F93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7284-7268-4A6F-8A30-803EBC07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432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D34068-F409-B7EE-D502-FA8E9042A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59E43A-292C-7275-5B54-38D4A12E9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795387-58CE-5776-C35E-8589FADBC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A1A90-6580-437D-A9EF-B1C14ABC18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67EA56-7383-0630-AC3F-050DF36C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C6F6CB-5988-114C-40C2-42DDC35B6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7284-7268-4A6F-8A30-803EBC07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66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6547647-448E-C145-ED44-97B9459A96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3EC091C-561B-4057-1191-2673280C1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5E7FAF-2A22-D985-AB00-9CA86B52F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A1A90-6580-437D-A9EF-B1C14ABC18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DF3E09-6156-8502-E7AC-EB20AD238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451EBD-C9D8-A401-E56F-0FE7FF01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97284-7268-4A6F-8A30-803EBC07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4581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A943403-F663-7191-AC41-844A609B2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CB42C5-D609-F0A1-628D-1EF2BF39D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6FE9AA-9BC7-889D-0618-BC1E4A74D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A1A90-6580-437D-A9EF-B1C14ABC18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F7F4FD-DF1F-BB7E-4630-5926A795E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0F796D-96AD-D942-79A6-FB0B817AF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97284-7268-4A6F-8A30-803EBC071B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599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1A1019D-CFF8-7E39-57F9-B9CED661A77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58A9D0-5740-5A7B-540C-F1D15CFFC15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Kuruma Kaitori Kuchikomi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E2DE095-8BC3-9118-C229-01AF4A053C0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B12BA7A-2999-3440-EFBA-CE93BDD867C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D9C8653B-A01B-C971-1EF3-520CFC2332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823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1C1F2A7-638B-8091-852A-754537C6395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0F07176-D968-24AE-4355-D478C81E3FA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EE4E0D0-6260-662B-7829-A7EEA62433E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 Laravel Laravel is a web application framework with expressive, elegant syntax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ECA561B-4562-CDB6-A2E2-A6DF56BCB3C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7530FB7A-CD0F-A420-10B9-F42A24C395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765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9F547F9-60C4-5CD7-0703-B898E060C01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1564E2-73A9-2A34-DFC4-6B319119C38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E268924-3625-BDB8-B982-6D580790992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EE62D7-E009-B6A4-EFE0-341C9C676DA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E940253D-F0BA-221F-F840-7CCF6DCB0F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052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669DF97-30D2-228F-A61A-36C8CDCF661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A99E5AA-E07B-9B4A-7440-8BE90B9B480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975BA9-9E9D-7E5E-ACA6-8CDE70422FD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86E4C3A-FC71-16B3-F784-A7272DE8476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BBF3D5E9-8DF6-6CFA-6837-C076091817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92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6F7F9C5-769A-623A-7AF2-FF1BF3EC8C9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96C9F9-2C3E-A42C-E289-BA181FE4957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ED69D2D-CCB3-7C41-43CE-B75081AD529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CheckPriceReportWatches: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検知カーソルを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created_at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から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price_reports.id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ベースに変更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38B34B-B1AE-49B9-F9A3-43B34A4A39B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9315AC7E-5197-E359-06C7-99755B58E1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68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9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27F5C0C-204A-C9E8-87B8-4C9A6462582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278E375-7BEA-0BA6-1E0C-7A52C36F4D4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3F2D91A-F077-09A6-7BEC-066F9CBE9F22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https://syunnjack.dev/articles/kuruma-kaitori-kuchikomi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3A02098-23A2-2276-8A24-E0E05E9B530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7107804B-DC10-CEB7-007C-C42A5B8247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470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2026-07-30T07:11:53Z</dcterms:created>
  <dcterms:modified xsi:type="dcterms:W3CDTF">2026-07-30T07:11:53Z</dcterms:modified>
</cp:coreProperties>
</file>