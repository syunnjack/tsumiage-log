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8081A5-2DDB-62FA-DD56-6D778F1D8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E6DCF13-0797-7434-AEAB-0CC85309C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084193-2BBE-0009-759B-65E8373A0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1055-3551-404D-B3E8-8524C3C433B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5B9AE0-89D5-D411-5D06-AF79F9BBD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B449A1-FE5F-6180-0007-58C534B5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919E-94EC-4842-A925-71DBD672C3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04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785201-D592-AD8A-ECA7-30B4E918B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466A74-0F26-4A65-9AB6-EEB541EF1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BBC872-1BB8-B1CF-711E-5E7E3C4D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1055-3551-404D-B3E8-8524C3C433B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3DF605-2A14-3F66-D1D8-DF1276A91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627947-6C72-B389-7B27-794728CF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919E-94EC-4842-A925-71DBD672C3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28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6EF90D-7602-358D-53C1-97F497A45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1D5312-6F37-3ECA-89DA-64142649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FEBC16-D96D-536F-3694-FD10E1FF0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1055-3551-404D-B3E8-8524C3C433B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3EC87C-BD6A-A08F-7993-CD12923F3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682974-2FEE-C9C6-345B-70589E624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919E-94EC-4842-A925-71DBD672C3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685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C28F6C-0F59-B4E7-DF39-4D915908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F619AD-6398-DAE3-6051-6062D3942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F3E4E58-57B1-1B67-12DE-949408160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C4302D8-88BF-F8E6-6FDD-3CFE4E07C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1055-3551-404D-B3E8-8524C3C433B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E40239-7A09-47C0-397B-78FFB19C5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1FDFAF-0DFF-C73C-38AA-CBBF30F8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919E-94EC-4842-A925-71DBD672C3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5846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DD5F2D-7711-61D7-ED53-8D1163EFC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3BFF63-6FEC-F1A5-93D2-9E6AE7EA1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F853D35-0C03-873D-1ED8-5A831123D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D9232CF-9FD9-2A5B-DC3C-CD87D96BAC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F40B1DE-1510-97E5-9834-380B1E69E9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CE43C0A-0BFB-0A17-795D-AF6F8C031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1055-3551-404D-B3E8-8524C3C433B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D074A7A-EB28-03FA-784A-F33D58B88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4BBEE1C-A796-11DC-8FFC-F99483CBE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919E-94EC-4842-A925-71DBD672C3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4581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8C67CB-DC4C-067C-6A56-545E99457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10EE94F-7BA6-0F56-5F9C-CE60F261C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1055-3551-404D-B3E8-8524C3C433B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1A0907A-D7C2-065D-E92F-35C0B18FC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132284-BD4D-4A97-54F1-5D99E8D9B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919E-94EC-4842-A925-71DBD672C3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6508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253598D-9A3E-B81B-9B7F-346EB4302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1055-3551-404D-B3E8-8524C3C433B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08D8355-39F9-A370-4CA2-5B44937D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226EC8-121E-0C5D-9C31-E6B1317F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919E-94EC-4842-A925-71DBD672C3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036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D421C3-90FA-FC4C-0C25-1D0814615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1910BE-0282-D57E-E8DF-A16A1E942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E79E65C-2E82-B82E-FA0B-C2CE6BDD1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38B25D-1BD9-C49A-DE9D-E320A665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1055-3551-404D-B3E8-8524C3C433B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D300E0-7637-29F3-368A-D3DBCC22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A93C43-2CE4-DF47-58A1-A4EB8F0F7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919E-94EC-4842-A925-71DBD672C3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368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128191-DA2D-B70A-A43C-1BA98604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1B8D1BF-B99D-95D2-5E58-469CA6F8FB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B93906-B400-F097-4E48-CA55FD754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646C617-11D2-6346-A4FC-7E6DB4291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1055-3551-404D-B3E8-8524C3C433B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970049-088D-0B10-F251-A0A96F18F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B2A7C7-29E6-1EC8-0A0C-4638E4DB7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919E-94EC-4842-A925-71DBD672C3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642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BB0319-92E9-4C29-04F8-C8E7B035B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D180164-E5D4-B097-0A06-4E7ECDADB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D0CA67-3E06-0226-EF0F-D429F816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1055-3551-404D-B3E8-8524C3C433B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C6D631-CF55-7FDA-EE4D-265070F30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887368-293A-E7A6-2359-93AAACB62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919E-94EC-4842-A925-71DBD672C3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6310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89DEE2A-1A63-FD69-620E-8437A736FD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0F469C5-6A0A-4828-4A18-926A13B7D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AFEBE3-9465-5651-BB74-4C85F1A3C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1055-3551-404D-B3E8-8524C3C433B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10E825-665E-7B14-7073-EA9AE8DB6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FA6CBB-94FA-4892-9BF3-CE426C7A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5919E-94EC-4842-A925-71DBD672C3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2173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BA3439D-ED7F-D1E2-93D9-21FC4EDFB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5BBCC6-34EC-90A0-62CE-886FCE573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83BE24-E4A4-EAF9-2A2F-C930E6F6A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01055-3551-404D-B3E8-8524C3C433B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502228-B44F-6672-CFAC-B6A6A74F5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B0F728-FCF8-CECD-EA00-2D0E5A4A1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5919E-94EC-4842-A925-71DBD672C3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7370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A628D50-CEF9-2433-06A7-99BDC258932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9496676-3EC8-51B6-9330-046DCB38691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Content Brief Engine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FC1768D-7987-D18C-B3C5-55E43814764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A05B75C-2A6C-0CCB-4ACB-2343F0C1403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98B98754-8784-4FEA-F641-2772F27B1B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55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DF42755-5304-3E94-7496-77130D39922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43DB154-5022-CD96-8D0A-D7E6FACF9A5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288A715-EC32-FF65-0C25-620F5C951B9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Content Brief Engine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BC2597E-1998-C76B-9989-59605C283C0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F0767AEC-481C-4788-B29A-C1A6FC7E06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560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23D747-6D5C-FE5F-7378-39587933EB2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C6FD31-0A5A-14BB-FEA0-C31902357C9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392ADDB-27FD-5927-C1CB-218EF7BF4CD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主要技術：未分類
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F746E25-569C-D19B-BAE5-8163E0F510F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BD662783-E244-0CDE-E159-8A8281BB63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61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D26F27-F697-342D-C4A8-97FD292BB2F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DF03B0F-D9B2-0300-B1DD-461A72AB70A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A81B3EA-5EC4-BEDC-89EB-D52108F50C0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主なファイル：主要なソースファイル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7DE6F5D-8057-D4A2-0279-46E404CB33C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E3174EEF-9B65-8A91-6918-E1B8838415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690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C07681D-9FBC-8168-3D2C-6DF3CA07A14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0DBF480-5A1C-0913-5F0E-D991BFFD16E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BAFE480-44AE-7185-7784-C4F2C906B2B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Initialize repository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836E60-2756-E5E4-FA43-65209717461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B684F25A-64EF-78F3-6CBD-5699ECEDE6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09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E94F900-162C-3600-3449-D27C98B0A68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AE6D581-CA74-84AA-5173-EA55A9C1EA6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CEE04CF-2AEB-DD1A-6080-BE36B866DBB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https://syunnjack.dev/articles/content-brief-engine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F4C6FDB-A7F0-FF77-0160-F4E469FD24D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BE192954-C130-A115-BFE0-92D40C775E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465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2026-07-30T04:58:31Z</dcterms:created>
  <dcterms:modified xsi:type="dcterms:W3CDTF">2026-07-30T04:58:31Z</dcterms:modified>
</cp:coreProperties>
</file>