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8646BB-25B7-5E8C-17E1-B8238ED2A1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CFE7F1F-9957-F88A-B40A-46390EC6AC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1A51E51-6E68-5AA8-13F8-8ADFB72EA9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A8A9A-6F7E-4754-85FD-790E31A0646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425C99C-E62E-903F-835C-5248ACAC2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D514E17-9F50-C116-8731-52F586AA7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FD812-8448-4EDB-9DC0-EFC5EEA553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18342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1900A8B-2999-119D-43D8-9CDC50148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E17D26D-68A9-DDD5-63D2-B673A08B4F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644EF9E-F7A3-16D2-EF8D-7AF3CDFFD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A8A9A-6F7E-4754-85FD-790E31A0646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9F93FF9-2058-4E2F-6EE0-079C1A2D0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D17E3B8-A7D5-66D8-CF84-19D1F38E6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FD812-8448-4EDB-9DC0-EFC5EEA553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7932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350CF3-DB67-5CF2-49FD-44EB1386B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C93584F-4402-C441-9AD9-A1AEED643E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1B45950-1757-4816-7618-F3B5073A0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A8A9A-6F7E-4754-85FD-790E31A0646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7C4401E-D818-027A-D1BC-3DD696BD8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92E4CD-B757-353F-FDE4-AADE498F6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FD812-8448-4EDB-9DC0-EFC5EEA553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614410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B09635-56AC-B2D7-849A-E9F0A258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E228E6C-4D0E-4F6C-80E1-2535583EB1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EC4CF70-4DB3-47AC-E829-6B0356E8D7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2527DD2-934A-286D-CB6A-41E6A6985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A8A9A-6F7E-4754-85FD-790E31A0646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A253BC1-8A64-C820-C525-B42517997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0433129-9825-054F-CA22-0D46AE565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FD812-8448-4EDB-9DC0-EFC5EEA553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27837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14957B3-3939-31B7-6E32-688F17CFB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E4D1D6A-DBAC-C338-0D41-4A86D0E4E0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FDB4AD2-8CFB-472E-70DB-E4419EC09E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4445FD2-4AFA-E7EE-8109-D2F02D5D77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A312CDCC-2956-CAAD-8119-2D4455A987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33ECCE18-4EF4-1066-6600-55D5B089D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A8A9A-6F7E-4754-85FD-790E31A0646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E579C96D-662F-AB1B-CFFB-ABD715AB6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B38C597C-45CC-1EBF-D02B-824E60D2D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FD812-8448-4EDB-9DC0-EFC5EEA553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06410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FC3015-C3D5-B262-82C5-C7067F94A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F3EB927-B670-9F79-A6A8-12000E08C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A8A9A-6F7E-4754-85FD-790E31A0646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0A66E3D6-FB06-363B-0F22-92BA9AF079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821577F-051F-044E-CEDE-8C7960A4F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FD812-8448-4EDB-9DC0-EFC5EEA553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73482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A05DB68-3B54-3E9D-AEF2-E3CDE5F9B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A8A9A-6F7E-4754-85FD-790E31A0646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C369440-E0CD-4784-E1C5-20FFF9FD0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7E4A6D2-ECC7-F61D-7F2B-A5427BCAB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FD812-8448-4EDB-9DC0-EFC5EEA553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8715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974B93-2748-C3B2-CAF1-436093725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84E065C-2C07-A370-C3EB-8D27BEE3E9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5BD800A-90A6-B91C-7972-ED8871EC2B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B6FAE0C-ECAA-B5C7-0756-72F4273A0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A8A9A-6F7E-4754-85FD-790E31A0646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744BFDE-A996-3D09-65AE-21268D7B5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A7DE69A-F6DF-33FD-9A83-DE908E16C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FD812-8448-4EDB-9DC0-EFC5EEA553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88807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212AA0-FA4D-FB66-D9CF-4CA9EF0D3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44A1973-896D-EC49-D0A8-3BC5C3D89C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6036057-405D-0792-1C0E-FB0E95AE95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F78B52D-54E9-0E99-1289-B6A158744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A8A9A-6F7E-4754-85FD-790E31A0646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C1E23D6-C1AA-5FC1-FA2A-8646AC6AE2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DD8234C-838B-212D-ABCC-A92D5AD4C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FD812-8448-4EDB-9DC0-EFC5EEA553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700769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C7329FC-AA01-9D43-0870-58555AAB8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64E1858-88C0-4278-64AC-D51E892176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E47F496-7A54-5A27-9BE9-291410C8A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A8A9A-6F7E-4754-85FD-790E31A0646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E028E2C-E6C7-17C7-AEA0-DD7E69206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B426BCD-06BE-7336-DB33-615C3FF9C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FD812-8448-4EDB-9DC0-EFC5EEA553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65021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6321838-522C-38F9-A20B-492149D9AF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D0C5B77-4105-4BAD-E7AC-FE905F134F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EC8EE25-2C6D-D928-73A6-2CCDFD48C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A8A9A-6F7E-4754-85FD-790E31A0646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A86312D-5832-7B3F-DF86-D453BC703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B9E4342-8AE4-0A42-F6FA-EACA121F4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FD812-8448-4EDB-9DC0-EFC5EEA553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90006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CCC8F8D8-FA05-DA05-D6BF-A52663F7D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4EA3413-5BDB-D996-B2CC-8C2DAE887C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26EEB4-B3D3-7783-6356-D4107A942B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2A8A9A-6F7E-4754-85FD-790E31A0646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69E2FB8-8531-3A4C-17B0-1AA7DAFE77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06C04DC-4B41-AD5E-C078-538A60DD70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9FD812-8448-4EDB-9DC0-EFC5EEA553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349464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64F6497-7102-9C4D-0F91-88A5C224387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5E3306F-67EC-13DB-ED18-7CEE1AEDC229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Retro Game Map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1243983-8193-A41C-5132-8844C0939D7D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E6EC9C4-C131-AC37-63B9-5E830257055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0816AECB-5D70-EAF8-E0B6-9F010C68C5E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61473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46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66A1F5E-30ED-7EF1-CFE1-E3197E0DBEC7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0B6092F-1208-93E2-726D-527DE223A55B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914B1C4-F3A3-413F-EC13-BE6F11ED0565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retro game map Retro Game Map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は、レトロゲームセンター、懐かし自販機、ゲーム喫茶、閉店情報を検索・確認できるプロトタイプです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220ADBF-80FE-2161-4D54-CE0B45062B2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357577A7-9319-4A80-8522-C5B434A1D28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62267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2000"/>
    </mc:Choice>
    <mc:Fallback>
      <p:transition spd="slow" advTm="1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75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E312480-9A08-3FDC-B367-85DF7D2F5AB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EB0C2C2-86FB-580A-EFA4-3A4033EEE1EB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872551F-00D9-6CAC-C2F3-9D275A0E0103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732543B-69BF-760F-66E9-E2C01D2D3D8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D657F1B5-C401-8377-FC62-24464494116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25984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31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D0C6FBF-5244-36E3-176D-12035C2F477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19BCBFE-3A68-8034-63DD-D532360DBBAD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A79AE09-17A4-9EB8-5F64-048D465E225E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index.html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package-lock.json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AF41595-64A5-34EA-7B62-C006C3EC551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3D8527C3-163C-1B00-6D21-7DE2A19E547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102620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7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B3D088F-2186-3E5C-4E23-B911D5F4DB8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C418A7B-AE16-D589-97A9-4B66F2966B0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797DA5C-7473-0589-4797-31EAD631AB1F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Improve SEO UGC and monetization flows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B69B464-699D-2FC4-45B1-28D1D7053FE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D8441CE1-4E18-C5B5-ADC6-DF323ED5F3C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8610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000"/>
    </mc:Choice>
    <mc:Fallback>
      <p:transition spd="slow" advTm="9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00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A1FC051-BD78-301B-7C96-577F937B17F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BD3B0FB-4BE7-5E3A-B030-0120F2CA0C19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88A5266-7DC5-20C2-80A9-178CC554A503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https://syunnjack.dev/articles/retro-game-map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F0BAAE2-6166-AFC5-3204-C7AB47FA1C8E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EA8217C5-062A-18C8-E2BD-3C22E2AC271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88625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176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2026-07-30T07:06:31Z</dcterms:created>
  <dcterms:modified xsi:type="dcterms:W3CDTF">2026-07-30T07:06:31Z</dcterms:modified>
</cp:coreProperties>
</file>