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328DCE-7EF7-3C3A-9AF8-DF12CD998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A13B1D-38F5-9880-D293-9110D4D9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BDC4D4-70A2-3D77-353A-C4A2B381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1D19F1-CFD0-E2E8-0696-D759FEFB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C10DE6-7CEF-A566-BFB1-127CD15A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651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70F4F-E020-18AF-D4B6-84A13CC1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64B208-07D6-7964-47C0-DD25B82A9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A70A1E-7DBB-36FE-A844-000201D2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762E1F-E181-85E5-B358-12EA8511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6857DB-98C7-23B8-3489-4520B5B7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75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942235-FC10-C1AC-CECA-7F81A5F8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668B7A-0489-0738-5B3F-2FB603317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F00F79-D80E-C62A-95EC-227E60DE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C219D5-3A8F-CABB-E55F-C2C29811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53486F-96AB-422C-5E78-4B565C55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09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D2D89-FF4F-BB8B-9078-EBB33C9B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EE100F-F8BE-4661-B235-5D20C4CA1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943215-2CC5-9B18-5BDC-FE9406F04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C263BF-42B2-172A-94C5-96973FD4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8EA701-81B7-551F-3DD1-E49F2380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E767FD-B7A1-F402-3ECC-575EB001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93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8784AC-5DC7-FFEB-9206-3AB1D6BA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EB655D-2520-5890-E965-99AE09A5D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F49E0F-AF59-CB16-E2FC-5AB7E27EA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B4865B-A36B-6700-E510-B381C7996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15640AE-FC1D-FC6E-76A7-DAA43DCF2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11350E-A083-B7B8-914F-EE9136AF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F7EEEC-AB30-0800-6743-0D509AB6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ADD823-72E9-DC2A-9031-D02D91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1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97EFDE-63A4-DD6F-31A8-0E62EAB9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0A4FEC2-F64D-7BA0-A519-1D8EB1B0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13DCCC-4FA7-8DCF-3B0B-64F26C6E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5E85AF-8717-51A1-A0F4-8B9111B6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91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D21568A-E54E-6851-236B-0B57EF68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5512DDA-7749-24FD-015C-698A0588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086114-1DAC-F1B1-129F-89427429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74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932CD6-E388-D768-129E-E2FEB7F6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042120-349B-A24F-851D-4C5E2AB2B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C51E16-37BA-3C1A-921A-AD194A758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CC71CB-76A7-1399-84A0-ADC2F0D04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D5F757-6CD6-BF5C-5A1D-39A78E02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F38F5E-982E-86DF-B44F-EEC66CC4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81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623FBF-C6C7-43D3-1048-359710FB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42C1AA4-CB9B-DCF8-A2E1-476760CDE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FB7589-DC61-A1A0-F53E-60FB4D616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E66F6F-BA22-3684-BDF2-2635C4D5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3044EC-0AA6-1F74-B660-4DF341CB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939209-F7AC-B305-CF99-EEA6431A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60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B00CC-5744-9B93-3F1C-FAD44E38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94E818-EB20-87F9-413A-2598ADC70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033200-67C2-E06B-24BD-C759B284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4BD4E4-8D1D-6101-A263-0E58C328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D1731F-A5FB-E112-F178-B26A9C77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758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F0C0520-07F0-642D-AB0F-6615F70F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461B84-27D9-72B7-58E4-F4A0E3C18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909CA8-2F6E-19F9-640C-F3E3A892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0A823D-2394-D4B6-C86C-81BFAB01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FA14C-0BE5-3129-B0F6-C5E25A08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01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02277F9-554C-CD7A-18B0-86DE4445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7C763A-A835-C0A0-F24F-2BDA0406B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AE93E1-96FC-A4CF-5ECF-D74F18F6C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CB07D-9DBE-48DD-A163-7A257CF94C9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696BDE-8EB5-4208-7D72-6849AD45D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5FD588-157A-FDA2-3835-BAD4CFDDA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FB87E-B37C-4131-96DA-F16E65A9FE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96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17E5D2-F9ED-A895-1BE2-F426CBE91C7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1163BD-79F1-CD6A-1A45-2FAD4C6B30B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Retro Game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C5A1070-CDE5-7ABC-109B-96CB9CF90BB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292AA8-3036-24D9-4548-AF1EEDDF75E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79D0690-F349-67C8-13B5-32439DEC64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24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3A7FC7-3A73-C21A-76AC-19757AE1951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7B73E2-EED5-E093-51EB-BEA6DF31A8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0FA327-B4B8-D923-F293-D8AC6822278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retro game map Retro Game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は、レトロゲームセンター、懐かし自販機、ゲーム喫茶、閉店情報を検索・確認できるプロトタイプです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644795-16EF-0B04-9D5B-CA0DB83F97F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54A5BF3-BFEF-2FD8-2B25-F17C86DD24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96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717BB1-3D3B-F43F-2AF2-7C3371190C1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128092-36E7-C495-A323-616B2A269F9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71E693-F564-90B8-CBFA-8F6F6E50B0E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C8A535-4139-4BEB-FA6F-BE9563A604C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6DC5216-09D7-9ACC-6FCC-0F505A794F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13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5EAB47-2D23-DCF6-DC45-93E8496BFE7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BDE862-ED99-ADEB-C4F2-6D75457F8D5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896EDD-C09D-2365-9AE7-492C59D260B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A302D0-2E43-980A-75CE-6381C509980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A00F29E-DA97-D603-E2C1-128D91E1F8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55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68E47C-5754-E5AE-8F83-3DBB227DCCD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9E64A3-DAA6-C800-1BAE-40212FA4AF5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38F835-B661-56DD-2CEE-80A2E3F51E9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直近のコミットでは、構成の更新と保守性の改善が行われました。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CD7025-2B8E-7E79-6540-D79C5398AEC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008B61B-9062-914E-4048-CAAD7C4579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6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F3FBC0-1097-0FE1-4335-315F4BC2899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236827-297C-4B04-999B-E9ED1A70AD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57A11D-096A-02B8-F36D-E84B4EA9302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https://syunnjack.dev/articles/retro-game-map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6B6A65-351F-6C9A-4BAE-E1015F2D47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C45404A-0E09-4F53-77EF-A690663130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61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2026-07-30T12:08:07Z</dcterms:created>
  <dcterms:modified xsi:type="dcterms:W3CDTF">2026-07-30T12:08:07Z</dcterms:modified>
</cp:coreProperties>
</file>