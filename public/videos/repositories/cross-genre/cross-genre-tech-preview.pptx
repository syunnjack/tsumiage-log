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0F5DF9-2C61-AF98-A3B9-FA34188FB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8E16FC-FE15-A602-1637-0C4BC4146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8B97D1-BB9F-B74A-3595-C2AC9934F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01A40D-45B1-457B-1603-F845838AB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B76A05-3C26-8750-2080-CD85ACAE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84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5B7AE5-199A-7E7C-9C8F-D34A722E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4A0039-AAD3-CB23-7A80-8A7DCC0A5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973114-9FF1-04A4-50A7-FD1F59D2A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68D9C3-9B33-3264-81DF-5BD99A88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CBD4C4-31A2-CE86-BFFF-0BDD66846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976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950B5-D702-6834-A70C-D91B4CCB2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6E6441-4C13-BFBA-1232-0BED599BF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E39DF1-3DBD-C412-8D7F-E9447D87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AC652-7C66-2C70-105F-1BB6F223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3DD884-DA71-D556-BFBD-AFD639F4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733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EFBFE2-DDEA-A246-B801-F8C742125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C23231-D284-6AE9-8B9F-D40655747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32A67E-DD5F-00B1-8308-A4610CA4B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1189E1-17B5-6E9E-7F1E-0FC47EDE8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CA3161-518F-2E4A-E182-0BCA595C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33841A-7BD0-C8E6-AB53-75F2495D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502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5E2B6C-13AC-D375-DDD0-00E817E9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A6E3EA-F3A7-6230-5654-A2F7EDB50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8D997F-39BE-BDD6-FC43-D00206AEF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92919DC-6234-0F3A-630B-A2DD55B29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D1841CC-7F2A-4C7C-3D74-64D68809B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23BBC71-B81E-64F4-AE6E-8FAEA29F8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11052EE-8851-D6E9-00A8-D05E6FEB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12F32F-EF9C-040D-A1A0-1354E455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4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BD62CD-1E55-A869-A94E-3CD4DF33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C30073E-9E82-96A4-F255-E52B31CB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3BFA397-5C38-FFC9-24B2-0428AA6D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C6EFEF7-6AC7-2D40-519E-5CB593F6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316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147423A-E068-3BC9-345C-4CA5D1BE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62A0D8C-7FAD-8F57-30A0-9739FDC3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A224EE-5649-CB1B-A9DB-41A5E9CE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633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35B39A-3F28-4CB8-373B-86C01999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9193F5-9143-849F-0811-9573F2A5F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ADCEAD-8D55-F4DB-35C7-8B5147D94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AE2519-3AF1-7589-C5D7-021E917B4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600607-F582-DEE9-D38F-846487B4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BC4B5A-A523-5BDD-8753-F022FAFAF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8886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A8E02B-D9B5-8923-BD58-FC4CF926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620491-6E92-8BA1-C779-017F96B62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65B388-6B6E-7A85-7356-CC94843B5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DC4103-6A0D-ECEA-30A5-2E2F0396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48CABB-A811-7360-61C1-ED5310DC9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B70EC2-0D67-8465-E451-7B51DCFD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731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F2B250-636B-74CF-B8C3-35239C0B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2A635ED-A698-772F-889A-37E38F639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37FE9F-E65B-AA39-C57A-6DCE245A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46E921-2DB9-FA6E-58F5-16AA77BA4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154422-7522-2A03-F297-C96CD875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871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1082DAA-6049-AF9E-86DA-E065A85F8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07EC9A-9AF1-EE5B-3A1B-7CCA09856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2EA5FA-780A-17B7-75B0-761AC3BEF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2BBB19-1F26-5374-7B42-BD7497F5D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4C46B1-4CAD-D1EC-439A-CC8FE91C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651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B7342D3-F04B-6946-FE9A-A3DAFD3D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BC9741-FABF-9590-79BF-C5FEA1AAB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61DAEE-A397-7835-4296-846AD7798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1368F-A992-4EC9-B115-511A7DEB4D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1ED74C-5D4C-9858-DC74-6A3DCBE1F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30B5F8-65F7-0497-4772-98313B74F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60267-42AB-4F84-B253-BA3B6EFBB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37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7E00DA-5AAE-CDFD-8DC0-17306A1176D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E9FA56-844E-74DF-D083-0CF97C190B3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Cross Genre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C2C99C-D4C5-68F2-9349-BC925AF1949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F17070-EEA7-18D6-956F-0D75F8C1AF1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0BD3E3D-BD66-E04E-3FAF-A1E40F7869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2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FA3184-DA98-68D1-E873-2B12C6235FC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C65C58-950F-2899-FDE8-316FBA2DD4D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7DE548-528D-CBE1-7C30-D857C795817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Cross Genre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E35C30-67A5-48E2-7648-C1DE848F84C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2D77532B-74A2-5C35-D35C-00BD431382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93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D4772D-FB84-80DB-2C6B-4ED86C2525E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2830936-8263-4DB5-CAAE-1B63B8753FE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FF6EBBB-2568-F315-BB37-97D85538DB1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1B7494-1BA2-0B9D-31A4-CB1C8422B67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84FC45E-7E4E-56D0-0F17-F4A2025578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84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EE81CB-CAF2-10F5-8B8A-90929DD9F38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853B9B-5E14-4923-0271-CBD829648A0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258FEF-163A-E33D-20E1-ED9CCD49FC9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components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data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7BF3BA-191D-9739-7A2E-D0740726156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3F66481C-7B54-094F-233A-178270B03C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54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B6A22CA-F4DC-B8E1-7920-16F3A80A8B9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0BCA456-2AB1-EF28-0500-1AF46E43B98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62AB1D-5D87-6E30-1AD2-50A24660C4B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Upgrade Next.js to fix critical security vulnerabilities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70C9D2-3794-AA89-1998-768B9820B78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3CFF85B-034F-CA16-0891-6388BCD298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0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C64EE6F-9874-558D-8FF4-07B8F5F56BD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968CB3-1C25-C833-2D3B-6B195385197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90EEB0-A587-28AC-81F6-92079C5FAB5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https://syunnjack.dev/articles/cross-genre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71E11D-11EB-D166-FC18-1D7090163C2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4BC9E0A-2D3F-8A04-63B8-FB682D1E30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457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2026-07-30T04:27:47Z</dcterms:created>
  <dcterms:modified xsi:type="dcterms:W3CDTF">2026-07-30T04:27:47Z</dcterms:modified>
</cp:coreProperties>
</file>