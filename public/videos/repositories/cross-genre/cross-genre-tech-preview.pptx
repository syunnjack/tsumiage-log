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3E59D5-D7FE-4AA1-CC38-BA9C3127F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0D71079-F025-F450-85C1-F13DEB59D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9EAB5C-2DFC-9DD4-D8BC-58248FA61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2AA689-EDEB-777A-8027-38AAA085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53A912-68C7-8E2A-451C-DF253CF96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7764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B8F446-5B0C-6F1B-744E-139A4163B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FCA267-BCBD-0FF4-93AB-52EE21792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6A8CF0-78B6-1453-73E6-01D34D3FE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097631-269D-9DFA-48E6-04EF121EF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2BD559-65B4-0C31-AB3A-0ED7ECFC5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877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A0C7EA-5771-80B0-9870-06A661E58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B961EE-D3ED-DE48-4308-076AD12A7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8C2828-AE08-ACB1-DEC1-056656264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91A1ED-0303-CDE1-0985-4372FCEAE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DDB94-F692-24C8-5D3F-7B56EB7F7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381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DB5ECD-0AB6-8798-9AFC-F8AF2A49E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4A9AA3-8A3F-E57C-30FD-6BD56F5A22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8083BD4-14EE-A7CF-BA0B-6A5F7EFDA8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7F09B1A-F8FD-F228-7878-20CA19BC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7F23C3-3C6F-EE2B-68A2-C75B500C0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369A4-9652-504F-2D01-F2FC28507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653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915579-134A-A8B2-7E33-11431B424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3D5299E-D055-7338-C6A5-CF7FA31D0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617432-9BE7-5C05-8527-79A4E4AC4F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58964D4-C998-A3E0-4C25-0271B6C560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6CF26D-0193-962A-5FB1-240A42BA33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B02B264-2F3F-FBCC-ACA4-73534990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AEADF30-9B8A-6B52-CE02-CD30D0C7D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373F459-E0BA-3917-B036-456CFA2EB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033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C81D99-AF64-22C4-D307-921123963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75A8139-0C84-E071-3F4D-F96FBCCA1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9F30A20-F0A2-187C-5ACD-95DF66F0A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9B95109-BDEA-06D0-2707-470F3036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6166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E37267-9D75-F75E-A551-08E5AB2EB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5C3FBB9-2C2E-CAF5-CB49-9C6A9AFAD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DC8EC-9714-4B89-6292-B010591A0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778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521A33-1403-C869-A627-2DDA32C61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566DA0-171F-8E65-FF97-A62FB32BF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60DE873-0EB7-2711-E088-FE63BE878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66E779-EC71-4937-F939-AA13CD74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0DAE3-8B19-0580-2EC7-2D95C7605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EB6B38-CA08-3CA4-02B6-C68DCC334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3770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0B87B1-4C4F-7784-515D-D63940F99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6FFC45-4B18-88A4-431E-8AE6656E11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47C0FC8-15E9-DE53-0495-07AEDB70A0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46D640-6CBC-80EA-134F-10EFC104D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5F11872-B685-1B30-2BF7-A256771DA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F204D4-22A8-DF43-0D67-E058FD504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6806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619E6-079A-49AF-8782-2FD276AB5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F833F3-E985-5310-CF48-B0FE851C1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E2C22D-03DB-1C3C-0F2D-9B6EAA5EB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56A055-F038-DF3D-E7CB-2A09E5412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6C458D-8E19-81DC-02F9-955F26F7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3518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D04FA38-B27D-47B5-AC15-553EDA66F9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9CAC6D-9163-0F84-0E55-032C513598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8FE9E4-E43F-4F11-28C1-F3D2B94F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6A8642-8122-BFC6-50B2-7EC65BADA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719036-F469-2E54-2535-DB59714B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450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092A30-C7AD-0FE4-71CE-40192482C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B0B6DBC-E5C6-FFE6-6E35-0B0ED2BF7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EE15CF-8DAB-4D7F-BA58-B37A42DF1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F78D36-3E6B-41BC-B053-81BC42BFF9AC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551364-F3D5-D195-A584-9E84BD498B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609175-CD2B-7C00-C4E6-B6969ABA0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B9F99-5149-41DD-AB24-BAFB1B47C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5575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EB4708-8129-E2CA-92F8-6E96654623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C183AB7-BDCB-06C0-C6A5-133A282FA97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cross-genre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E7E17E-175C-56CB-58A4-9B7096D4B8B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8BECA5A-BD39-2528-2442-2C06A1AB42F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6C7EF571-CA29-4D55-89CA-499F5D27FB8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772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965D50E-DFBE-FFFE-2DD5-E9BCA0FB405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0C6AE3-59D6-9083-8C6E-744D3C5846C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A32B6A-EF10-45DC-DE6A-44F2ADFA363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Cross Genre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C8BB7A-42A2-7BB5-724A-32335A2441B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E930D29-D1F7-6012-5A42-BAE3044079C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2181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9104392-046A-2146-F434-B8BC6BA6DBD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15E97F-735B-97B6-F96D-3A4703371AE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195124-7E56-4E36-FC7A-7A23E181DB3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3809148-4639-AA0F-8616-EE94A5436E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83407244-F80F-DDBA-4BBE-5C4F85E6B59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669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BC59F2A-739B-687C-1450-384DDDCC74E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5958CA1-ED0B-6C77-8E80-A9480234D28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FE23EAC-2837-DC3E-B907-FA4B1C0D9B5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CF2038-3FC0-BA59-3010-23A9A417678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949A1E23-5C2A-8E94-B1A8-1BBAEFC3459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4154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9862BB-C6D3-0F4E-5E33-0FD8E5D1B3E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87A8201-D225-590E-7B39-93CFD21C5BD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936BEDD-4294-1AAD-4D51-B99305F5C5F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6AF748-790B-BD81-2FB1-9CE12748743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0AD94BAE-694C-D5DF-EB51-1DC35737B8C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0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021902A-E87B-D2DC-2CBC-ED8C98135CE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7104815-AB5A-4573-4B8F-77C44F06D0E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98A1C4-C636-D5B3-BB70-7961B74F852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https://syunnjack.dev/articles/cross-genre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9BA2EEB-39F3-4BE6-A32B-80A8889AB41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E02ED56A-7796-9A70-3D8E-7E22D5A4B10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4582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2026-07-29T22:31:00Z</dcterms:created>
  <dcterms:modified xsi:type="dcterms:W3CDTF">2026-07-29T22:31:01Z</dcterms:modified>
</cp:coreProperties>
</file>