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852F88-50B8-CFED-84E6-56428A1F16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4F95879-C2F5-0117-665F-243A969BC3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E627FA-ADE1-1E1A-6F90-E067C9DEA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304121-C555-A9D1-4323-DE65EBC1B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651E36-8EDA-4866-819E-942842D62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1345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192B67-6A93-A779-A5BE-0BEB0E475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08DCCB-6ABA-82B0-28F0-FBEBECAAC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5A78DE-0A2B-70A2-D23A-C8452627E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6DA952-BFCF-C827-7D5F-0E8398947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62AF16-2CCC-E6C4-60BD-BA9FCB1CC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4732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83DBE7-252F-0B42-BD50-905832DB3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4B66DC-15AF-36E4-F4BC-3025CEBB1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EEA15E-AD2B-C801-3B36-26EF733D6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AFB9CB-2996-B869-C8F1-516F27D4B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77291B-A406-1654-689A-2658C596F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0543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61623B-BD27-269F-C0FE-4C7859CB3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E6F4EE-96AB-A53B-DF90-4C3F32D0FC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664F1B0-6779-8193-9122-010317726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90ABEC-704C-B2F5-3853-1D2DB6C0B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880250F-D6F7-3400-04E8-347405E5D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9803C8-1116-6899-63FA-6110496E6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1604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C3C02A-A582-B0DF-4CD1-6413A8CF3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F5ABF7-4638-BEB7-242B-AEA5218C7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B7E28BA-8C16-F96F-A485-DCA6674C87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45F3131-EC00-39C5-7B38-EC223E3C5D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E6186EC-9185-B2A8-E808-56CBC55F7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69737AF-BA60-1917-967E-7EE08DDC9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8076E99-639F-9566-B8B0-83B29EDDF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752C43C-5C32-0F8E-2565-2A0132D2A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500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0323CC-8368-C4BC-5AF7-318C753DA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281A8F-AFD8-583A-569A-540548274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72776AC-9D46-801E-F75E-418DA6647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C175E60-E224-1C9B-9174-9459B4488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207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37C8A9E-5536-803A-5871-F075704C5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9CCE65A-C894-E7CF-5E65-DF8AB2EE0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3115D3-2F69-DAC1-283A-95C06EFD6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1909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997ABE-7163-FFCA-8044-89198EEB5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E1F9D1-A2C9-E486-F87C-8A8055E9E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7ADC648-1E16-4E38-71CC-D74C28C97E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36A0B6-2216-14B7-509C-50FEE17E9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7C50E9-FA64-2343-8D69-866A847C5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5549A4-D0A0-CAD4-F1C3-8E053A75E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455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08D966-1E10-B550-529E-551618F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351FCC3-77B0-DBCF-5B45-E4422D7B30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415F3CC-72F9-B377-67C7-71EBBA03FE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631F6A-8DC3-E952-F579-4D9E3372E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91DE5B-87A6-B207-237A-1D430CE7D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D4CF18-F05A-9B6A-8FA6-6B87C2A78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1616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3AA643-DAA1-853F-C6A5-17F94CAFA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1B7011C-E3CE-AA99-2F8D-AE029FC88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42254A9-822E-3610-7C4C-9DC6FF2D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3F2D21-64E0-421E-9816-A4E73858E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8964E3-C2DE-7246-CBE7-6640CF12E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5393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169F09-7D23-EF27-B172-9EDA478D68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4D8467E-B6A6-A938-0E68-47B46B671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3384D8-51CE-743B-08F2-9C26F63BF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06CF8B-BC23-EFF3-9F31-0C01AF7A9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500F18-1311-09C3-EAB8-29FAE9212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3354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D02A7B6-1B31-796D-DFBE-A7819FEBB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30C39B-BD33-D936-1268-5CBD35568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0C10B9-4C71-25A0-4ABC-18EEAD1CC9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B0D58A-7C31-42A2-8BEE-98E5FCB6F15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482612-9E62-787A-1BDD-E6E3E9AA13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B0EF6A9-0171-EA43-0D4A-C094628FA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9A9C00-7348-481F-BA02-69C43FCA64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0268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9A688C-F82A-9E3A-2D78-2FED3717C2E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79DE6DB-52B7-3911-C81E-EE515DD9C56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Cross Genre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804472-6A2C-AD51-FF26-8E103741E78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44DA702-C162-6223-75A3-32A2C79768C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C3CA67DD-DAC2-0EF9-593A-EA661EDB0D3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488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2D453C-CF84-9C70-32DA-D4D9D51E593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324CD8-CE48-FA24-A78B-92DDA63F4B5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9171A29-1B21-97F9-BFF6-BDBFCC3F7B0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Cross Genre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47FB78-10AF-4E4F-1CE8-2B08AFAB77F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E4CB125D-31A0-879E-0C59-94164F862AE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0976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0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A5A297-FC1F-5AA0-9C39-DE453505D8C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3E0E051-1006-DBEC-1F0C-7C3D37DBB2C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7B5FC6B-D1FD-8F00-48D2-3A7006D08E3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CE1457C-5804-44DC-BD6F-A8D1FDE66FA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0A8C8641-5D9F-DCE8-F5CF-CD4FF98C6FD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688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95F85D7-F153-CE6F-AEA4-065D080330A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7A62940-090B-0B7E-C4AF-2262B2A7C78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4C7A180-6069-2364-18B6-0AAFD94999E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components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data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1C8FA2E-8C15-4003-C5AB-D794811B446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76143D27-1E4D-45C1-791D-5BE3AC871EB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9108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5BAEE91-8374-2772-5968-F40CDC3C02C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E86FCBC-D06B-7C9D-4BEA-8FD38EA6F7F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1557B6-BD13-C24D-116C-1FA3D1953F5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直近のコミットでは、不具合修正と安定性向上が行われました。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BB27FF-5E21-D448-2096-F2F8527A2C2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A47E744E-411A-BF59-B5B6-5DCDC3740D4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9882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762BE2-9C7E-EBB4-F592-3376411A07E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32DD04E-1E44-C6AA-F148-7DDEC239BC0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2F76F6-7146-7009-8A63-D7744B528B3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https://syunnjack.dev/articles/cross-genre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ABFDF9-8F94-9BBD-3756-D486B77BE5C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6127E6F1-25A2-0D0F-7403-66EA4170306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7731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2026-07-30T10:58:59Z</dcterms:created>
  <dcterms:modified xsi:type="dcterms:W3CDTF">2026-07-30T10:58:59Z</dcterms:modified>
</cp:coreProperties>
</file>