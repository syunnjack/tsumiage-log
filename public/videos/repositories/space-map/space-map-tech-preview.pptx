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446910-88E2-4968-AD50-9DDBFA346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0414DE-891A-936A-06A7-B3A3B87A3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76447F-C14E-083C-7F0B-98835A47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119BF6-9014-4D55-0FC1-120A5581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507D4C-BC5A-F4D7-6932-DA410BD1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59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A6E25E-C63A-CC04-8DA4-C260F391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8F2E45-03AB-E24C-CF39-BDEF3471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EEEC3E-3792-98A5-A779-8A18BB78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F12483-9AA7-39D7-0610-9DD43448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A64FC1-6FA8-368F-3AAC-96720520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35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296862-6259-E424-C09B-9D569638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21DFBC-9D52-CF69-8B6F-766DE11C1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37EBB-BBF9-68BE-3382-A27DE8C2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ACFCE5-7C5E-1482-B516-D53EB9B6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8000B2-D3E0-A05B-D64D-620649B7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68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883CBC-3023-5D03-BAD7-D20D29A8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8CF116-5F4E-6A32-FF1A-87011E9BE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363051-B570-5717-F8C6-585903558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4BD653-6D0F-1005-60B4-49BF4E32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94439C-6329-0C42-B2C5-41884754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E1D161-19FC-860E-D2EC-1FCE7967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28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4B2E9F-FE7B-7C4A-F6DA-CE415AC4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9D92F-D180-49E6-DE17-E326291D5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B2512D-20D0-1F6C-8011-8ECDA7483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2179F9-0345-9E9F-2635-0FA70D51C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0924AD-396D-52A9-865C-3D64D50DC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7305BA-9A69-3079-C929-B97C5EE2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0DAC38-3138-DA6E-92B4-8C6BD195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B7C069B-3F78-F2D8-EB03-7FF1DCB2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1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7E8E6C-70C6-C254-1506-51CBD49F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8DD5EC-908B-FCFB-2BDC-6E0F0EBC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ADB008-2A45-F2B9-8352-76F3A344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D89244-63F3-6499-45FB-067F4EC2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0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149CF77-BFA1-B201-FBE1-F92664AA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BD4619-E1A1-6B97-1533-EBC3E1D2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B8738D-CDDA-597A-CCF3-24E7CBAB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871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787F22-9A5A-F75B-B579-BE596C3A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BEC2BB-E7DE-101A-BA8F-2CEC240E2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FCA009-0532-A56F-FF60-00F6A24E8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76EA75-1FBD-157C-B9E1-7FB0281E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359C5F-58D7-E41C-AD29-9199E1E7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C466AC-7B92-F511-406A-0EDCA8A7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850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9353D4-C136-C501-83B1-0755C09C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CB3633-39C5-B885-F9BD-7766F5150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B2B6CD-4301-EFB5-D33D-DB9240B66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9501DB-4515-F234-18AD-69D28580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BB325A-04F8-7B5A-81D1-08467735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AAAB81-0888-1783-3724-CD5CC1B0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BBE77-E880-7CD0-7490-B2AAE5BD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56B72B-531B-8DFA-7012-0587C855A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69E1FE-FE8F-C1C2-45BB-E704E799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94EEE6-136F-FBEF-D65D-BD02F1C0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86F025-AEB3-7E1E-6802-4E693628B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82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5055FD-7932-74D7-05F4-7E4D542D9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49E4AF-2919-2DD3-94A3-27940A3CB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80F04E-57E7-050A-4CCC-9CC3C624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3B7DF1-4745-3D97-FE73-53751C1C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4B792F-0529-711C-4733-A143B8CF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24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F9068A-1A27-4475-28EA-C8661BF2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DEC656-B41E-19B1-3888-9AC7A7835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119DCD-8641-0AB7-3367-65028C141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A3558-7951-4BA0-88B3-EADFCA56266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AEDC3C-1F4B-0984-DDAA-FD2775DEC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496E87-F061-31C1-2BCC-FFDAECAD6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9B455-F022-4DCD-AB19-4AE8DFF28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92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E439C3-53B5-DE1A-4E75-2BE445B629E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FE2C3F-ECF8-8DEB-8670-D6940D35E47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Space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703E94-D4FC-8018-4E73-A457EDD920C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D06F04-36EE-954A-54C3-16C754BE843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86B3CDE-234A-9943-B51F-78681F3E98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47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243250-89AD-CC4B-9A8C-AC3997953DE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4D56A8-0BBF-AFAB-F8F3-D75CD104047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5B736D-59EF-3F1C-B525-712E982E311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D19282-AA94-F935-79ED-8333E865834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45B898D-D0C3-3489-5FC8-FEFC1063CA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9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7B1DB8-CDC5-FE8A-A357-3728CEBA01A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D3CF1C-400E-91CF-9B29-3DC6E15ABC3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E924EC-3C98-CB82-8FD7-692B666519D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28833C-320F-3A7A-6117-F0D001BF92D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1E6DF6F-CA77-CBE1-3053-2032954F42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25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4D8CFB-49C7-3CB4-E0FA-1F3DB0D604D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C1F5E4-1322-ECC3-D55A-12C088E1A02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C9CC85-0014-3562-24C4-5441184017F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A8730E-B16F-F428-7F5E-F15264DD9F2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C59A828-92BF-84ED-024F-5DBD340A12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15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509AF1-3E71-5D32-49BF-E69DF176E44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4EE9EB-B6F4-0A86-64A0-4D0C0B59E3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46C5D4-8D4E-1299-650F-C8BD20A1CB9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レンタルスペースマップ（地図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×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直前空き枠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UGC×LINE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通知・予約問い合わせ）を新規構築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E0FCCF-071A-1235-FBD6-A00F46FE688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DEDB93E-637B-CFB8-E889-2EA52E7735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6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2AA4C5-F9B8-75D8-33A9-691C3D8B0D1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1D327F-E04E-04BE-B75D-50F8F0A05D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ACC295-E2B2-7618-8940-F3B4F9E893E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https://syunnjack.dev/articles/space-map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2C5868-9190-84D8-F4F9-2EF547FFDFC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71A96A9-8551-0209-D051-0BCF89C14E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02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2026-07-30T07:09:23Z</dcterms:created>
  <dcterms:modified xsi:type="dcterms:W3CDTF">2026-07-30T07:09:23Z</dcterms:modified>
</cp:coreProperties>
</file>