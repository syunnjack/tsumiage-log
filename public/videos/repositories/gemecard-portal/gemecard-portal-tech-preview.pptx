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E63B1C1-8905-ECF7-BD98-54E4C9D0E5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D8C71EF-6C37-4FFA-FB05-A5A63D59FB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1BB704E-457E-65CD-36B9-F66EADC8A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8FFC-6BF6-4B0F-8014-60B4912D130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974DCE-5C42-BF09-332B-E118B233F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E750BFF-A739-8410-3715-F398B4537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0C7B-E581-45B6-BF77-AB7BC2B8D9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6722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4516FDC-4007-34D9-1D7F-3BE0CBA3C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B80F920-8ECF-4F95-8DCA-359081113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835294D-6799-C5C0-CB62-FAC0E8AE6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8FFC-6BF6-4B0F-8014-60B4912D130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48EB565-21F5-E398-8351-83B8BCB38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AFCEC97-4649-0933-1A66-CB3915FEB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0C7B-E581-45B6-BF77-AB7BC2B8D9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06066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BEC3E13-D37C-CEEC-BF1A-AABF0AFCC9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80A94F1-58DA-926D-AC3A-D6A402F109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5AA3CBB-03CE-E66B-EDFC-4380A95DB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8FFC-6BF6-4B0F-8014-60B4912D130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FA34963-F113-E59F-A65A-8208F770F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4C53029-F941-417D-E33F-707B67FD4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0C7B-E581-45B6-BF77-AB7BC2B8D9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76713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3383546-7400-C8C7-C206-AF7107E84F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3A5A5EB-B50D-71BA-16A9-5DC2D83348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0487B3B-5264-9596-94B7-9312522E4E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7582563-71BB-A99B-CD6B-4CD950992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8FFC-6BF6-4B0F-8014-60B4912D130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E014A21-0AF9-9CE0-3AF6-B8B024029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B519EB7D-56C3-A7E2-2A25-DA2B8CAC5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0C7B-E581-45B6-BF77-AB7BC2B8D9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2915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63AEDAE-70A2-EDA6-D8D8-3AC925988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0C08DDC-0750-903E-BF84-945F94ECF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5B1AB897-0B13-B910-AD09-86431AC63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3D099D4F-EAB5-92F9-0988-7420EB9B2B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8BE81D03-F953-B8E1-C03E-CFBAB7F8F0B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1E8C35F6-ACD1-A4EF-4C16-E80BB14FE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8FFC-6BF6-4B0F-8014-60B4912D130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15547C2-7E61-4931-2A4E-B48C47425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B554476F-2965-1CD2-19C6-EEAB61C80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0C7B-E581-45B6-BF77-AB7BC2B8D9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61680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2E8F04-5D03-0D4D-25FD-B61303B11E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9A884017-8A8D-6EBA-2D29-941FA1770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8FFC-6BF6-4B0F-8014-60B4912D130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EA4CA73-EBB7-BD45-F670-0C8128C99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6705F855-0F70-28E1-18F1-0B02A0419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0C7B-E581-45B6-BF77-AB7BC2B8D9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26681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CFD6BD20-D89F-46E2-BC3E-E9889DDAF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8FFC-6BF6-4B0F-8014-60B4912D130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D765F79-F90D-E0C0-1F1A-56D4E8A66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8F166BB-BAA0-B0AC-B0BF-BEF40B60B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0C7B-E581-45B6-BF77-AB7BC2B8D9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4476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A503D7C-ADCA-EDB2-8D3D-267123882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27803C5F-3909-B2FE-E333-BDED778FB4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663E44B-234D-F541-B6DF-75B2F32359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0D0730B-50CA-F89B-0FE5-276312285B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8FFC-6BF6-4B0F-8014-60B4912D130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DBB7D2CB-6C6E-EDFB-6EF0-03DF75C3E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4AEC01A-F5F7-42E2-AD9F-881CDDB87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0C7B-E581-45B6-BF77-AB7BC2B8D9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065781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3D9411C-45A4-4D2B-3550-55D41FD0B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898C4726-B8D7-8342-7D5C-56E97415142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946AB7D-626C-9B1C-4D87-C90504073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4A89866-EB3D-1F33-B053-99D6A8BEA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8FFC-6BF6-4B0F-8014-60B4912D130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1B653AD-8CDE-F2AF-79F3-1A1A7CD7A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61DCC39-ABB8-340D-E227-64ED98527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0C7B-E581-45B6-BF77-AB7BC2B8D9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017389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22AECCF-4AAF-D2CF-5A43-A156F99D4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7CC5111-7EA3-4BD7-2287-945E76D4D1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1F2913-0268-0A71-4044-7834DBB00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8FFC-6BF6-4B0F-8014-60B4912D130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3D348CF-4660-D2F8-6C28-4B107F2EF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D50DFA4-5616-3944-4ADA-CBAD5D12F2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0C7B-E581-45B6-BF77-AB7BC2B8D9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59178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90D9B788-C261-9A6C-FD9B-68711133A0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36D2D27-1D00-9FA8-46CB-C35996F75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C455226-B362-A3ED-E2BD-7C095808B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38FFC-6BF6-4B0F-8014-60B4912D130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013A78C-9163-0191-016F-41B1BB6AC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0D24602-01A3-5653-7F47-AA3159ECA4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4D0C7B-E581-45B6-BF77-AB7BC2B8D9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22558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418AA08E-469C-4251-529F-B6ECFE0F2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7315226-1585-9A77-81AC-F162C82D98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C0BF54-DEFE-3B1F-0A2B-9D98C70C74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38FFC-6BF6-4B0F-8014-60B4912D1308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8B7F004-58FD-6696-4A47-3B886CFC0B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50AF129-1F76-2BDD-CD36-7C18F57BA2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D0C7B-E581-45B6-BF77-AB7BC2B8D96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36654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2BD1FF6-D8EC-04AC-EBCF-C09B0C1B3F0C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C2851A84-D42E-BFDC-5273-C9343946886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Gemecard Portal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1DC2A74-CF5D-8132-6954-E3FCD4892DB1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9FEBF1E-CEC0-192E-792A-85138FFF5BC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3E043CFA-8C3D-15AB-07F6-22B7A3179EA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9161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44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E7DDF22-4736-CA50-9E76-D00DDD87496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68265E2-1124-D352-9065-B47314338D01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CAA89C2-D21B-69F0-3FAF-F66CA34BFDC9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This is a Next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3FA1D859-ABA2-BB49-F527-0F87495CCB3D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1F99EB57-2556-4F27-7FB1-520AD2AD336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539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5000"/>
    </mc:Choice>
    <mc:Fallback>
      <p:transition spd="slow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48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089D02A-D9E7-D293-ADB8-2C472670294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2E0444DC-9A96-6864-A032-620DD7A44608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AA3218DA-B262-F47A-AC52-DE77C020CF8A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TypeScript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C400E8A-30C7-845C-ADE0-67CB15723A7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D3CCDCE3-9B47-ADEC-4EBF-705D70982B69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1208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07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23E133FA-A75F-38CE-4AF3-D8F86BB7672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5B21F77A-CEDA-66E3-10E9-F27162D183C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D03595A-F65B-D126-6D79-7428EE784249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AGENTS.md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CLAUDE.md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24B09B6-881A-2307-B763-250CF9B236E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C3CC8F8D-0718-80F6-3F90-A8008FACFD5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654840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0000"/>
    </mc:Choice>
    <mc:Fallback>
      <p:transition spd="slow" advTm="10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8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BB78A6A-B77D-FFB3-601D-3FD4CC07CD8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0CC4934-742B-5A70-5B4E-B7D5B0C67277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ABE899D-E599-B533-A0D5-FEFCBB90883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Initial gamecard portal: card companies, game titles, community board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D5E4246-E6C0-5E53-8F11-5A53C161DFE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D21DF73A-B5AE-CEEA-D60E-AA7E402CD76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57244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42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22E9594-E9EB-E4C4-F47F-21C7CFC1D577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E430A7D-9C7F-84DE-4A11-73E714A78583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CA9772A-82B3-EF89-F31B-DB46DDE669F8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https://syunnjack.dev/articles/gemecard-portal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62D0AC5C-FE61-3649-5D24-BA78C2C3FF1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A4A6DCFF-937A-A63D-880E-9196BEEE3347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7733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2026-07-30T04:29:29Z</dcterms:created>
  <dcterms:modified xsi:type="dcterms:W3CDTF">2026-07-30T04:29:29Z</dcterms:modified>
</cp:coreProperties>
</file>