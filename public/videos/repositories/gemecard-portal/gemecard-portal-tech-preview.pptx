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DB55E4-F5C1-315B-D427-826219BB4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587181-B96B-7EBA-55AA-0159F0E94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88CB95-2622-7605-FF5B-518EBD43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EC3742-FFAF-AD54-EC7D-E25ED72A1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945BFD-481A-4DDA-D0B6-9C439FA0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1610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8EDA3-3813-5789-1556-AC01AFE74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92FF61-180C-E5D9-F212-F1CDD23E4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34AB4F-2439-8928-87CC-82C2B36E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E48D24-4E2F-4E0C-6686-F38C7DDF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D22F08-5BB2-7E59-FEFE-A4619A37F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5742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4E28B7-F1EB-87DF-A5C4-062D93154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67CE0B6-0B4E-C04A-3288-83020B9E6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226FA2-9E21-2FDE-50D3-D97A05FF6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105B1C-3510-BA8F-63F7-6C1AB499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52989-F63D-558C-A59B-BE46E64D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9673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6D0A80-B047-8526-157B-3ACFA8862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E589A6-B1E6-9E7F-15FE-77D9D22121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A0BF86-4349-6577-96BF-6EF3F2862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C74BE57-1601-D29E-2F8B-39630F718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9685E1-E915-6ED1-BBF9-BCEBB2385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CCAA27-26FE-312B-B5BD-623125D7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1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11AC8D-3A8D-ED15-52C9-E56124E22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A18C05-70B2-10DE-363D-CA2BE623F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C0D00B-EF43-CC24-0C94-BC83291B2F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A5FB43-8571-E932-F36B-66FDDF319D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E726F57-162D-2E30-C9A5-1CE3F09495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337387-CD1B-3349-B9DB-09A8920CE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3E4B44D-292D-7930-627A-2B517756C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242174-CDCF-A8FB-062A-4018841B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656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6EED4D-91D2-AA2A-E46A-29D5C4556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E5A70DF-78F8-9932-995D-651378322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64FDC40-4777-6F9B-DEA7-CE57F6992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920AC97-74C4-7700-24FB-19BA90753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371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2B042B6-BE19-03EA-8BD5-3EADCF408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4D5D531-C5E3-9CE0-5958-3053B1C7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675778-FBE2-52B7-7332-E68BC978D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226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1B14E0-2365-CD6E-FD31-52D855CF7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BB7A6C-9CBB-D8E9-1F3E-E32A69342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1A64669-9EEE-5F0C-EF03-F8399BB17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EE5CF4-5D5C-43DE-83C8-3C76AF4D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AAC55C-B7FF-3DB7-FB0F-FD092D4B6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3B337C-30D6-6E51-614A-F0D225A06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4156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654DFF-3005-8499-535D-7EE9A33E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DB9AC51-A347-83BC-6B62-FE6BE5F69A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8063D81-8DA3-A696-C729-84B07AFBD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FEDCEA-4C10-9BC1-4531-0D7EA1CB4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E1459C-22E8-4E9C-C5E9-5DC64583D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B681E4E-183E-6F31-260B-EC41B5FE9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5801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F3B401-E649-AD8A-1461-BDF60BFEC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D11E15-BA3B-BF53-6A3B-667F14839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27F1AF-7416-D26D-560B-B8B70B879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F0A728-0F2E-04A6-9058-043D9BFF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0BB12E-7C66-2295-47B1-9AE280CF3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0179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E7C2513-325C-E00E-DB63-8F27A05EFD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38ADA49-CA50-77EA-3EA7-B6780AECE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2DC406-056F-090A-68F6-E5D33CA63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221322-B2D9-EA1E-BD38-B3485B490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65434D-5EC9-603C-7401-BD0845332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858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6A3D121-66DE-FB6D-1315-42BD5546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066EED-F8B6-FBDD-76A7-B505C91A5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477570-352D-C918-F4D9-9DF099EFF8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36A5B6-2F89-4EAA-B501-F554C52F5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E8D8B4-3C09-D513-0294-1E563CCA52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E6CEBF-28BC-F090-7898-B2650B35F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8B8FC8-DC37-4BC4-9B7B-CFD53EE298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40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6801A4-BF85-19D3-6FED-CD154DBF298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71F4EE-D488-DB9F-8D59-C09E77E16AC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gemecard-portal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6B367E9-B66C-EEAA-1DBA-E68C99B96C6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F508F3-1778-402B-FE5A-0E74F88F0B2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506E4AF-BEFD-A678-766B-210F99AC03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623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4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47E034-22D0-00DE-2461-16D24009A74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4659D30-816F-9FE8-DADE-8C45967BC25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C47070-ABCC-DAA9-56C9-0F42AB66A8B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E975AE-FD8D-8760-4D0B-3ADBF55C045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6318D7F-7488-BEC6-6BA8-2844C7240AA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743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AB4205-B362-756F-84C9-7CD76C9A4D0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943F12-7D7F-3AE9-FE64-4553BAFE28A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8CC82E-EE51-8CAF-13B4-0E9F99970E3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C370-B4C8-8BD6-E096-17B5A579FB9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7A551CC-9F8C-BA0C-C273-DE6B677A18F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9028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69CD28-4AA4-BDF7-8F17-8D1489E07C2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1BDD6F-9B42-3133-1AEF-DBEC9F40E1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402E05-990A-92C7-0D11-572B6F4B136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56FA67-6BF4-CAAF-75B4-4E049529ED6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F5A04BC-3DF9-A662-04FA-83DD15A4F4C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628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C0728CB-D0FA-8CC7-2B0F-F03545ED868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C752255-F3AD-519E-B59E-C6EBE3F7833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10DDAD-E8B1-08FB-5BA0-E568D76D64C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3EF141-775D-ECE1-9FFE-11B6AF7DE5A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288D57A-2166-DE0B-7509-4F1162BC23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634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42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F335EA9-5CE2-8E8A-D644-3E21ABE098A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A606537-6FA8-58C2-B141-0777D407CD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63583F-243E-4180-83B9-B66C2F4C51C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https://syunnjack.dev/articles/gemecard-portal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74CAB0-D0B4-C6CE-1580-52CC9D68190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0F1D472-B581-C6F0-81D9-56193D79ED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4714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2026-07-30T04:07:21Z</dcterms:created>
  <dcterms:modified xsi:type="dcterms:W3CDTF">2026-07-30T04:07:21Z</dcterms:modified>
</cp:coreProperties>
</file>