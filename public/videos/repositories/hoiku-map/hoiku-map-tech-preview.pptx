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BE1C9-5671-4BC4-AD0A-497D813B4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265B18-78FF-EEF3-7E30-E7BF78595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8AAC0-753A-20EB-44C1-E9603950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492153-3E52-33C5-1CFF-B07D2C943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C836BD-C6D4-3274-4C47-985AD59D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56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73E87C-60D5-1278-23FE-E0DCCF10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FA66D0-BDBB-5D79-F8C1-7CBF5C7B8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6AAD97-FE9D-D962-BCA9-0F86511A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9A89A0-2733-2A1E-E644-50F568EF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AC3042-49B6-F7F3-646F-41220753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91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55829-3264-00CD-EF0F-4C7F1A4E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8625CA-ACD9-D240-4C36-D15C260BD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032EA-D2E7-0519-E913-AE4254AD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F499AC-E8D4-A617-A769-C369A179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96DED1-B0FA-3DCD-C1BC-16914AD3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628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FF70B-B1A2-015A-591E-02217681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238194-D738-3529-5D29-720DB384B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ADD1E7-1C8B-33A0-EE7D-2DEBA6439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CAC2AE-391E-BDB3-4CF1-DA0C9541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3055EF-F176-6FB2-6370-E64CC091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5E5768-6BB4-2A52-F138-11943D13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72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62B83-708D-0F73-BB24-D5BDE27D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8D3DF3-F24F-23F1-9FEB-315B5F729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7479AC-0F98-4469-5484-0E276F1A2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50A49D-10B7-BEFA-386C-B6E617B75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8C8CD0-4FB3-0AA3-D338-DF7C0BC85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BACF7A-7945-4721-E037-9AA4835C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4AADDF-E055-FC1B-EBBB-27914B6B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7500160-7280-A0EC-7A29-DDEF6531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35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2C33E6-4287-AD80-DC6B-47715930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08E159-A3AD-0EAC-A5F0-35EECD6A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7836C4-FD42-47AE-870F-284C30EE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8DB6D3-10EF-4B66-C9D9-AA94126B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33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7AAE9F-DBB6-2BC2-73B5-94B5C115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E2804F-F8DF-DD78-48FD-F3B19295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346240-3519-3618-0B8B-BC82732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30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9B223-C3E0-0582-93B7-DD5DD170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A89A2B-616D-B65C-9E1F-A9F5D34E3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584DDD-FA7F-D4B4-89BB-77822A70E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9C8BFB-6E3A-FA1A-56C0-1ACC6876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855D92-4FE8-96FD-AFC3-9254FF02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E5E484-770B-32AB-5575-14D19635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42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C965E-CF70-8DF7-77D0-552BE882A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ADBCE1-1187-C8BD-6ACD-24B6B8EE6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FB181D-917B-8510-A5BA-BEA6062FB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9DB364-676F-F2A9-C9D4-9D0E432B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E6D513-46B8-ADE2-9CFA-597786F1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61E3A3-00B8-19C0-4B19-28967853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718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8B30F-15D0-A655-BD07-08ED16E5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29233C-F822-3C11-4F31-1B8E3E71F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3633E4-1B83-00BA-D4DD-BE50E894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9E4687-8BCE-C713-9B62-4266982C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0292D9-F025-CF9E-CB9D-B3F368A4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67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98A6EE-41BE-BE10-5A78-D94E075CD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9214BA-B14F-B84A-CFE9-F091AF6DA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8E96AA-3E71-355F-3ED1-241FF47F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01E945-32A7-5D61-352B-9248B218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85D6AB-81B9-118C-42C7-B77C57E4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8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703CF4-7571-5F97-328F-6F0E1A87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439AE6-FAF6-5881-EB19-2A20025ED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8316E8-076C-15CC-1C6A-DAF41C0E0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3885A-2398-4E9A-88D7-F47FFA46748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879E04-AFD3-078F-6236-EC2015F55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A8E7A-FBBC-7636-EA15-C5DC469E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A3E27-96CB-4210-9F81-990FF65E78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3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CB64D0-EA70-3E85-2E07-C34E82F0233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C32F61-66F1-C80B-83E4-7F45CFAB9B0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Hoiku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C9FD87-0908-D5F4-79FB-6BDAB50BA3E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FB7E8B-4385-3886-7AAF-9E1F5C7CFA3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B75714B-CCBF-7114-03F2-2117F5A0CA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32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A54E0D-18A9-61D4-89D7-9067CDE28C9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B82C99-E642-0C06-DA28-C7227D076F3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62F4F4-0511-9845-9119-81362AC04A2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F44F9C-C3B4-E7F2-C866-DDC871C806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8515072-B34D-C7C9-619F-8526C3B8BB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44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DF4995-6775-0AB9-F53A-F68F8626A98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493BBC-E188-A611-9FEA-31DF7343F0D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9E5DA2-FCF2-6181-74CE-AD5DE64173D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EC769B6-E31E-EFF3-785E-ED0760E706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EF51380-4DA7-D8BF-5581-258954CFF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70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2D7F41-6D83-3DFF-1C59-295A3E6F36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BB02EA-2E2E-20DB-6210-EE2210A19F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5C0345-1DA9-E7FB-152B-7517DCCD7B7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56B41B-D996-93FC-278E-02E67FD6EB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90CCADD-1F1C-C415-A28D-7D4EB4A938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2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72C15A-C3A7-510D-7D32-8A9390D1B6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4D0331-6728-86A4-65EF-1C18C84EE3C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E483AC-BF67-2E0E-8AA4-DDEC69F1D47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保育園マップ（地図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×UGC×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空きあり通知・見学入園相談受付）を新規構築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D35C60-EF66-55CA-E47A-FC695289BC7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FD75CAA-6C5A-04BB-01E2-BA54F18736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9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8770F1-134A-4008-B233-456D1EE113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18D49-5C25-006F-4467-D86FE9A323B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682D01-1C52-9451-B400-C8993DE7F56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https://syunnjack.dev/articles/hoiku-map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669840-D925-338E-0717-648310EC68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41B6462-F54D-6312-E2B6-5EE9124BCB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2026-07-30T07:18:06Z</dcterms:created>
  <dcterms:modified xsi:type="dcterms:W3CDTF">2026-07-30T07:18:06Z</dcterms:modified>
</cp:coreProperties>
</file>