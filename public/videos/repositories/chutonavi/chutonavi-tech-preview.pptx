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D2098D-9033-748E-19A4-5E0E5A792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DBF6CFD-BEBC-DEC9-BAA2-547047B58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CD24D6-9C4A-FD54-203A-E647B86D7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F4A22-A18C-402B-B7CA-A3D7DAB0F12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9D3DA7-75F1-5215-129E-15CD2736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437476-073A-8286-DE0A-C3CB0CB50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D062-010A-4A9F-9E50-F30F5795E1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437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852353-F662-32EB-1AC7-76DC8A8A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BACD27-402C-ABC4-496F-4A7E02865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4E5E93-B070-5D5D-1948-E0A6F552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F4A22-A18C-402B-B7CA-A3D7DAB0F12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D9E9B4-65ED-EC76-DFD8-9AC570421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64C769-DE32-95F8-105B-10133EA81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D062-010A-4A9F-9E50-F30F5795E1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682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17B8A3-CAC0-3EA5-4F69-615CE1B0E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E27F43-76A2-3CBF-BD77-F7733875B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FCA0BA-50FA-40BD-ED16-9B0DB2A61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F4A22-A18C-402B-B7CA-A3D7DAB0F12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C789EC-C6EA-60CD-5426-3D29C927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E99A7A-3AE2-231A-3B21-11059B2DE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D062-010A-4A9F-9E50-F30F5795E1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8372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4221FA-B9F8-FB2A-7273-76B79D9F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4CC890-5440-0633-33C1-69ABF8FEE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DF9A25C-2DE0-D20A-E9D6-54F5495DC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865B42-152B-1CF0-41F3-5DFCAFE33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F4A22-A18C-402B-B7CA-A3D7DAB0F12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C30695-7F15-A909-988B-9EFACC1C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096A3C-9474-CB9C-9740-162AAFA4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D062-010A-4A9F-9E50-F30F5795E1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2576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30D61B-84D1-50FC-799D-11C1C366A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9DDA02-A494-9067-9695-008684E9F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BBB53E-041C-AC22-AC33-361C8C1B0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CFD4071-084D-7AD9-435C-4D4FE2DF5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16199A4-4069-D3EE-D6FB-0BF8D11F2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2FE662D-BBBD-5F5B-EA50-F55F0399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F4A22-A18C-402B-B7CA-A3D7DAB0F12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B1E2001-2ADC-9C54-F2B6-3F7AD97A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D4365F6-0A0B-45D7-7525-D8886D99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D062-010A-4A9F-9E50-F30F5795E1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8B8811-956C-C545-BE6D-0BDFCF90D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DAC3C68-1F2F-705F-8CFF-77D398C99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F4A22-A18C-402B-B7CA-A3D7DAB0F12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99F38EF-8BAC-8337-0594-8D8C282A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BB7861E-E059-F71C-87D2-D18FAE995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D062-010A-4A9F-9E50-F30F5795E1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2915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816125E-E3EA-182D-E62E-E7D036C48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F4A22-A18C-402B-B7CA-A3D7DAB0F12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3DB29F6-2FEF-70C0-AD5C-E413CEDA7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DC7805-C6E4-7E92-6F40-4A0943521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D062-010A-4A9F-9E50-F30F5795E1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1314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B01B99-22EB-7E94-6EBF-C14B8DEC0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EC55F7-32FA-10C3-3F56-5511BA774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312C629-66F2-1045-2ECC-03DA30304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ECEABD-E628-A926-034C-B5DA0CF83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F4A22-A18C-402B-B7CA-A3D7DAB0F12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6A5E9A-A4EC-00DA-DB01-2A66268CA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F4B2D2-FE14-6B44-937F-FF519A09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D062-010A-4A9F-9E50-F30F5795E1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0795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095456-0C1C-E578-FEAC-9DD1CB23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3993662-5543-9487-94DE-A4656B47D6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3E181CA-695C-3E98-F3B2-4D6DAE4D1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17A162-EAB3-79AA-CC86-F492E36CE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F4A22-A18C-402B-B7CA-A3D7DAB0F12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5467E6-BA26-131A-FAB5-D3619BB9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EC28BB-CA27-3D02-8700-4A727727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D062-010A-4A9F-9E50-F30F5795E1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9829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70EB6-0369-6BCF-A9DD-428B76E83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F400D0-61B1-1EFB-55C0-4DAB59410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AAD74E-5AAB-DE35-8AB2-1950EA21A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F4A22-A18C-402B-B7CA-A3D7DAB0F12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C8B998-7610-5430-4177-9116F8304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D1AD66-0F8E-35EE-3343-5287CD35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D062-010A-4A9F-9E50-F30F5795E1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21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D3BC68-CE22-98E9-CF50-E559FB3E5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3ACED0F-1AB0-F19B-9A77-5E272A445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D3B356-189D-D826-529C-0A144BA9C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F4A22-A18C-402B-B7CA-A3D7DAB0F12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89743F-75D1-1377-19D3-A91368A3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591822-036E-6616-6F5C-DB8A87433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D062-010A-4A9F-9E50-F30F5795E1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1262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3942404-5BE4-5C49-8A2F-B1D128BEB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BAD786-67DC-9F98-AECD-E69BCF4F8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1A3EBB-D6EC-9EF4-384E-4596DAC5D6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F4A22-A18C-402B-B7CA-A3D7DAB0F12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91C932-4B3F-092D-FB59-A3FBD9FC6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27F4CB-68E0-8E02-3920-199B9AC4D7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1D062-010A-4A9F-9E50-F30F5795E1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4285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84880EE-0FD9-8410-01F1-2BFE21DB2C8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A6D7F1C-8F7B-7375-282C-EADAA5DCA96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Chutonavi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8B509C2-84B2-2952-7E25-001DB0D9DD4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2D47B45-E41F-DFE4-4B06-F7588DD5ACD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C839E884-42E9-A23B-8661-3A58FD49A7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95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5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786580-D24E-711C-E7DA-11F0E46454E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2198FC-062A-FD81-526D-E05A188FA54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9705CCC-331E-C2A5-C67F-CB9E3E24ABD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Chutonavi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5F98D39-4C3E-3D91-1B14-3F5EC8A5F0D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8BF97569-99C0-5F23-FA34-2B5680A40D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99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1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44EE270-3A2E-5B11-0455-6832203BAA0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F536979-0246-3CD1-CC1A-780EF39AB61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D0D261E-3F37-8FC4-8BF0-846C6307D27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主要技術：未分類
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CAA65E3-85B9-035B-E7CA-F4331271D7A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A2ADEF6-F3CB-9295-D37A-15585627D2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40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D0D450B-EED1-587D-FC04-FE8ECBC7CB3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2638B5-9047-2074-EF19-D544FED0149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76C0594-5B3C-DF60-DEC4-FBAD63D34DD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主なファイル：主要なソースファイル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6FC1B2-54BC-908D-B2F8-B2E55D15731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5B4A0A40-E9E5-175C-10AC-C859D0B434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088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9B55CF-5803-492A-9D39-C58AA6CACED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CA713CC-BBE2-178B-0243-8073D1B35DD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EC4DF2F-C6CB-BD8F-B4A7-0BFF58CDBD8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chore: initialize repository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60A45FD-6D34-825C-FF1A-601974969C0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AE552317-7866-F6C8-AF7E-FA7F8148F8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20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1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CC4F4E6-C760-05F1-6EAC-4C166878681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4F6460-F997-5964-290B-4372805ED63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14D2E3C-354B-1591-71FF-4E06ACD73765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https://syunnjack.dev/articles/chutonavi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9B71D65-1925-65C0-7ED3-020BA3E6DD6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F2AA515E-2000-6CDD-76A1-20984C4FE3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07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2026-07-30T04:30:06Z</dcterms:created>
  <dcterms:modified xsi:type="dcterms:W3CDTF">2026-07-30T04:30:06Z</dcterms:modified>
</cp:coreProperties>
</file>