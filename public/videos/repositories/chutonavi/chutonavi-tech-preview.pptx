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DFD1B54-81D4-D029-821C-71E8D0631A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19C12079-D067-CFD3-BADC-F49C7AF387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763CA3E-9F45-A0E2-117B-D08DB59096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CEBD03-1F00-4E29-8F45-768CA658975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B5EF57E-41F3-CD0D-38CC-0B67244AD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B4251B4-F310-34F9-B6E8-F8261CD50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BC574-09EF-48DF-A299-EF5DC6E00DE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52543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FFED14-E99B-9D0F-4D22-48B57D9A8A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B652681-EF20-2B93-246E-787319B5EE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F282EB4-05E1-B4FC-9B18-92A4C5BA65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CEBD03-1F00-4E29-8F45-768CA658975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E0B6DD3-5450-BF5F-A145-FD9F4E35B9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489B6-F835-116D-DE97-EB61D477B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BC574-09EF-48DF-A299-EF5DC6E00DE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90773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7CB1454-24BF-181E-96FD-6AD203C507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5AA3EA7-AB7A-16D6-F801-E5BF40218C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39C412-DC7D-FD7B-101F-6F0D877827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CEBD03-1F00-4E29-8F45-768CA658975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A4118BD-3A37-4683-869B-D78C06F487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9E43AC9-3B09-2A37-8D7C-E213E6442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BC574-09EF-48DF-A299-EF5DC6E00DE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09898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563BA1C-862B-3C7A-F16C-2AB24C38F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237C9E6-7D01-B187-4DB7-3740A56171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EEEE4FA-E9C7-3902-C74A-94C4406C06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D762789-D053-D9D8-2AF5-6842BCB89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CEBD03-1F00-4E29-8F45-768CA658975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623CAA8-2CEF-EB0B-2B72-6C1C4452D0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CC6D30B-5FC1-7A0C-A1B9-B5A52452A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BC574-09EF-48DF-A299-EF5DC6E00DE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814876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4E00EC7-B249-EF0C-C0E4-DE9CA323B4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A89D7D5-1E1A-2FFD-C0E4-AF1B889B73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F110BB6-CC68-242E-7825-0FB3253BAB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002EE8B9-8227-BD6F-A147-16A29890DF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C6337B0B-D656-EB13-A5AF-0429581EAF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4BAECFC-4494-BE7E-711D-09D9C90E95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CEBD03-1F00-4E29-8F45-768CA658975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C09408F6-84CD-2593-879F-5BC94C1B0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B3C7B10-B352-FCE5-C540-720EF8EF8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BC574-09EF-48DF-A299-EF5DC6E00DE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000014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8B99BE8-D8AC-FEDE-5BA5-F0339FBC3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FE7C009-8847-4F47-81B6-01E162B959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CEBD03-1F00-4E29-8F45-768CA658975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D964AD3-F02A-C31A-6834-D88CDC6CA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7C999B94-5509-8B38-625D-659A0C9C9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BC574-09EF-48DF-A299-EF5DC6E00DE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04056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BE759AD-3533-49E3-77CC-2C5F16647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CEBD03-1F00-4E29-8F45-768CA658975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149F54A-154F-5BB6-5598-6503075437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89A3DB4-38CC-6556-58E5-14E4C6216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BC574-09EF-48DF-A299-EF5DC6E00DE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31667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159B1F0-8AFA-7DFE-E3B8-5DB9F9E297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45C5A23-B752-B42A-E031-4E4E7AE8C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AC2567D-D7EE-6F97-0175-E8EE5C65E0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48D9073-6F0F-ED1C-BE77-B226BCB16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CEBD03-1F00-4E29-8F45-768CA658975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B210D07-5BE6-4AB1-2AAF-8D6353AA6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7F90E93-ABEE-9303-47D4-991D4CEC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BC574-09EF-48DF-A299-EF5DC6E00DE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29756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75E7853-0327-389D-6366-B79833B6C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220B567-98AF-64D8-368E-36A5870D35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97AFCE5-43B5-5D93-45C2-9D3C7E3E27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9418099-0FBC-0711-185C-7351681EE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CEBD03-1F00-4E29-8F45-768CA658975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66D4BED-C4A5-7981-154E-4508749E12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F980AB0-6B91-D70E-1C67-10106AB00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BC574-09EF-48DF-A299-EF5DC6E00DE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54912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82DF949-F823-3728-A27B-4C68CB3DD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9BBA09E-8E93-D141-162A-A349F96306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6D9D8E8-063A-E1EB-667C-A903F79160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CEBD03-1F00-4E29-8F45-768CA658975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81C6467-5785-94B7-1E73-C309E4313A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1C55967-EA15-5860-D677-4507A22FF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BC574-09EF-48DF-A299-EF5DC6E00DE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299209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E1171DDB-C8F6-B1A9-B5BB-3B3A6D9BB6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BDBCAF1-6F9F-F7A7-8774-649151F392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884ECB2-196A-6BF4-B799-AF4646613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CEBD03-1F00-4E29-8F45-768CA658975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CD13940-883E-BA3C-53F1-DC4C310AA6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CCF4587-471D-032D-1B0C-7C505F7C0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BC574-09EF-48DF-A299-EF5DC6E00DE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61616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171A09E7-A874-4FD2-084D-10E2FB929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5A4673E-A999-EA4C-066F-3468565CAE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98693F0-E4E3-4CB6-94E3-55242C9486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CEBD03-1F00-4E29-8F45-768CA658975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C0B10E1-DB3D-AC24-E042-A3E60F703C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3A675A8-494D-BB74-F611-670BE225E6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1BC574-09EF-48DF-A299-EF5DC6E00DE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191159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43ECB5A-49C0-2CC0-923F-0FC0865D2F7D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36E414C-09E0-DCE4-E8FA-3838E1BFD85F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chutonavi TECH EXPLANATION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691A1AD-71BC-EC50-7B9A-20AA7CBF9C76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Architecture, implementation and commit history in 75 seconds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020A3A3-6687-18BF-1C97-080420E08B11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F05C81F3-2654-CB94-C2A7-6B98D4819D2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988622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000"/>
    </mc:Choice>
    <mc:Fallback>
      <p:transition spd="slow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95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E308F4D-D122-D914-2D74-B3DC6CB70853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DE5742A-7597-51F5-77AF-CE973B07BCBC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WHAT DOES IT SOLVE?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25E5D5B-B18E-2C68-B071-05636DE9D0BF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Chutonavi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の設計と実装を記録したプロジェクト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56176E5-9A79-3654-5A8E-885B8FBB73B6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2805F121-1833-D87F-988F-288FD43B52C2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11724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000"/>
    </mc:Choice>
    <mc:Fallback>
      <p:transition spd="slow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01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509BCCF-9AA0-BF38-4623-B1BD29148D52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0720C9E-D92C-FA88-8ED2-F552960C4EBB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TECH STACK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2CBC01C-5200-22EE-7E52-580C1B79CC7C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Primary technologies: 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未分類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F971793-5078-BBA7-2348-13079F3AB139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AF95D07F-4DBB-9783-FA78-5AD2330EC372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60253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1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C59911F-DAAD-4670-6BFE-E289FC9E92CE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5B2D9E0-6F69-BB28-F18A-AED98B58340F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REPOSITORY HIGHLIGHTS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49B7B0B-A65E-2443-8776-CD048079C906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Public source code, README and commit history reveal the design decisions.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DC6EDFD-1478-1844-4AC5-9F7B702748AB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8AC578A8-8F4D-16B3-E80A-D491D0A7BE5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168417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55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AF21224-0833-A051-A1C1-D5E8D65BAE53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245FC2E-E0FB-3246-6890-C8E5B3516347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ITERATIVE IMPROVEMENT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42C73A1-20AB-A395-AF85-8A0343E813D6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Small commits continuously improve features, quality and release readiness.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B20C5C2-06FB-D3EF-F7E3-9852800B060E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7F211167-F287-A245-2009-7A53F8DC221E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23429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51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78B5FA8-F991-0CD7-6901-2083F9D05693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8394845-516F-B0F3-FAC0-4C50FF843CD4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READ THE FULL ARTICLE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DB5E039-0322-4EE8-4F80-C063C4323846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sv-SE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https://syunnjack.dev/articles/chutonavi
TSUMIAGE LOG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65F83BB-5D27-FC73-C6B1-30A38E7B13ED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04204534-A081-8967-28F9-68757A3303C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9062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113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2026-07-30T04:07:36Z</dcterms:created>
  <dcterms:modified xsi:type="dcterms:W3CDTF">2026-07-30T04:07:36Z</dcterms:modified>
</cp:coreProperties>
</file>