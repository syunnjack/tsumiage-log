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6E0296-3B48-5FE7-4A30-97EB7CAF2F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094E0F4-53AE-AE3B-B63F-7BC180E59F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688BE3-40B6-A5F5-8208-B3B601B82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A285DC-F028-CC78-5B7B-223D86591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8DA7E8-8236-0CD4-9BA4-02DE3AD7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3913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00F608-73E3-3219-C577-B6CF8B179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B51F7E-B2D4-1BC2-50F6-845F91658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A6E8CF-4CE4-3ABB-7FE3-5909352C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A8516F-C141-BB8B-B17F-EA3AA59A4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84F603-97C6-5D4F-7EEC-67DE3750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9892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D85EAB-0E1E-17E2-F278-E724F7522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1D22CB-96AB-F1AC-6EF2-99F21514B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2E98B9-B83B-9884-5F78-60BF09F34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A21B41-C50E-3178-3640-9641A3056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D0BC1E-FB9F-DCCA-D305-4C7C7E78C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5888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33112-5DE3-1D39-E4A1-0038BF190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D353EA-9C65-3852-131A-A34D2A5DC3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19D5E4-547A-EA2B-8280-008F700C2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D1A695-EEF3-8139-7D10-ECED4A20A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E568199-2A89-CB1A-F178-78A862267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F787D95-A1E4-3898-F5E5-7754CE48F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1508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25C7FB-32DA-D6B5-AE2B-5E51BEBD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2DDA94-BAF8-0AB2-6F0F-5110C59177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7E84317-BD0B-67E7-8B2C-A9FC3E6F45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22737AC-2025-06A9-DB68-7E050C5BF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FC8379A-6442-9324-F0E7-A47D8C577F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7D1A522-08CE-63AE-B330-92509D8F8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119699A-B264-4795-47D8-EC87F8891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786A2CB-A1A4-8501-357B-4F39E001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3098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623A3F-6752-7AB1-DB0A-AD0A5D9F6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A35A42B-E87D-8E15-A490-C32E81D3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00024E-35CF-8789-8632-AD98DE8C0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AF0A8CF-AFA3-0328-7377-3238AEF72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7146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93B08D2-2124-296D-3E11-44AEC829B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7DD0F6B-FC5E-D57B-7284-7C891AAC6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C8DAC6-8415-E7C1-F72A-304462FD2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3229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5F527B-F0A4-1441-6FE5-2C03CFB95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359A49-8221-6A9B-96C7-3C51F5F17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2DFA49F-976A-0D52-8A0B-F8BACC1133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F9EDB9-CF48-6E9B-A2DE-FDFBD7A96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C9FF792-71BF-A971-8956-09DC1EEC1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6328033-75DE-DC31-D7CD-BECD4544B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7655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2954E2-97AB-8BC3-7FE1-CC2ACD892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5F8DDF5-20B4-5F36-9818-7C731C5988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86B507-B96A-8548-3D4D-27C988FE8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A59FC9B-185E-E5A1-B3E6-96B1191AD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D7356E2-312F-0D37-2930-159A498FB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FC6BAF5-6154-FB95-1C03-24DFA97A4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2491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FCAB5D-2F22-6A9F-6B7D-4A481A818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1665B3-E304-924B-A449-42CBEF0147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C35B9F-C481-F68F-99F0-38AEA9BB6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68F6FF-ADB5-02B0-A8B8-C883D0636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041336-8DD0-2772-44E2-946C1000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5458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ACBC85-82AA-8D36-2FF4-8C987373D3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56D1E6A-9DE1-EB9C-3492-86028F47F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37B04A-C7B4-872E-2C26-F9019AFD2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EEFE67-ACAA-2F83-E476-587130F71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9244C1-E229-1B1D-1877-5FB79D8E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1507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3427590-F38B-0EB7-882B-050BBD103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E86CE18-FB6B-5476-871C-9BB1B53B29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DC1131-00A1-1CC4-78AC-8959F17BAB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81E49-F59F-4DF2-B19A-55516FFF4ED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8B4CC6-B68E-C847-06AB-3BD2EF5404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E38427-9BAC-A89C-CEEB-D15E27379A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AC568-9787-44F3-B3F1-290E245EB8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88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F3F1103-161C-11C3-CFE8-019C1A8B457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A2C773A-0B12-D989-CEFA-A379084F874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Itshikaku Shindan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7BBDD44-BF54-1481-76C5-68883748F93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24B16D-FAEF-A8A2-A09A-480FA59022B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4C5A53A3-18DF-3117-5962-9E9DBC61BCC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006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9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095046F-46B8-7EF6-C665-EE80B29FB17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FCE97CC-9626-F4D3-F65A-01A12FB1760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9066A6-FC8E-CE11-C044-7A2981077C0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Itshikaku Shindan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086BB6-91FE-253D-1557-BC5EAA8079F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8EAF4FC-DE0E-C897-79D8-CB5EE3E4126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82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D9F5B95-460E-2163-F12B-E97EFA5D186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CD140FD-8F4A-0547-94E4-1E93376556A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CF36307-0AFE-84DD-7723-CA190B7DCAB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Procfile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C1D536-869C-189C-49BF-A58DD1EF5B1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C1191B00-14A2-DA77-207E-8554CF6171A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9046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22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BD77D54-815D-7383-B018-F88B52D8EED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748004E-F9E5-DC4D-A4D5-7CAAD588817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5A12AFC-5917-3FEC-5DA3-A1AAFDA6822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Procfile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569523-6791-F041-F392-61054710C87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A1CA6ABB-F941-E352-21FA-808F5A8D143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2456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6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BA88D87-D237-384E-C09C-E340B2F7E1F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D81AE11-506B-8370-4150-F8DB6119E74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9FCEF06-3647-FF1C-FEE2-0E68019B028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BA5933-059F-F1B3-788A-941186B4E3A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B4A4C82-5A33-01F1-320E-EB1D0116252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151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6109824-E7F2-608B-DC34-5ECD17738D1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C1F8AA4-E9F2-7C76-ABEC-824EB4063A9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C7A6CA9-C739-1C96-F92C-53E8E7EF50F9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https://syunnjack.dev/articles/itshikaku-shindan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A252D30-4CEB-A501-8DA9-24A712A644B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3F5C6C8-7998-FA34-B722-5FC8163E3DB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8288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2026-07-30T12:24:17Z</dcterms:created>
  <dcterms:modified xsi:type="dcterms:W3CDTF">2026-07-30T12:24:17Z</dcterms:modified>
</cp:coreProperties>
</file>