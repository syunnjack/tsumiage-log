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239B99-E68F-A3CB-02AB-1EFAC46EBE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4A4B40F-2270-A4B2-E971-6FA276E772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226B46-275E-D06C-BD9D-69A262EC8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29992-8088-4498-809B-59D2E69B1D7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6D750A-CF24-F048-76E1-5A9C5C5BD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CFD48F4-62F6-E7EF-D669-62A9A6982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DCB4-02FB-43A7-A5B0-6F70E1CCE4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8162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00F4EF-867E-81D1-47EE-A6837E617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3DEA83-64A2-D754-3F23-B4A860B15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2B3DD29-786D-2D7D-C516-217F18F6C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29992-8088-4498-809B-59D2E69B1D7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4BEBFA-DD21-E84C-F878-CF2FB70D8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F0EE2C-9EF3-5EA1-12B0-033A3659D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DCB4-02FB-43A7-A5B0-6F70E1CCE4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7057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EB9B6B-B41C-CFE5-37EA-1D9ED84E9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BD0EEDC-724F-B522-1BE1-25087B8C6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39DE97-72E4-9AC8-64F6-C05E2CE83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29992-8088-4498-809B-59D2E69B1D7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62570A-00AC-0278-1C94-AF7E8228B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A019B18-B8B2-11EE-105A-C25AB07E9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DCB4-02FB-43A7-A5B0-6F70E1CCE4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0400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DB6AFE-F773-2442-B2BD-969948B68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36D1B0C-B2C1-8341-0FA2-4E2052AAD4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C8CF39D-F2A6-133D-CCFB-4639AAFB6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CECB4E8-FFC1-2AC0-3929-9A100DCCF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29992-8088-4498-809B-59D2E69B1D7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27DAE3E-FA12-CD03-FE51-6BB1B7201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FE6A617-8236-3D36-97C0-DB69CD27F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DCB4-02FB-43A7-A5B0-6F70E1CCE4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4935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A1713F-1A04-C782-6B65-DC07E01E9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FEF2F9C-C6E1-FD00-F85C-D2EB1DCFD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FCE2C5C-B09B-9291-99C3-9DF966254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A6750DE-F026-84B6-E9A7-642BDE20F4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9ED42D8-A239-07EA-4BBF-83DA4F5CC3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0D73CF2-AC11-6070-BF9B-5AC0A4EEF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29992-8088-4498-809B-59D2E69B1D7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745C0EF-BA87-D415-3AFA-79BBFD019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105E9A1-FFC7-D0F3-663A-EC5F0656E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DCB4-02FB-43A7-A5B0-6F70E1CCE4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7330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3394C6-6E4A-C81E-01DD-5F65F5FDA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D86A715-0DFA-D4D4-DB34-6B1EDDD46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29992-8088-4498-809B-59D2E69B1D7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4639A49-9D71-B6A8-20D0-D0B5EBDE3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54E8D83-FCE7-0E4A-EB4E-E279FD924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DCB4-02FB-43A7-A5B0-6F70E1CCE4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0433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C77CC57-8036-6A57-0758-F54C61CAF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29992-8088-4498-809B-59D2E69B1D7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F286787-4761-9F4A-5AE4-5E8273A24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8674683-B1D5-B174-0C18-C980D0F3B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DCB4-02FB-43A7-A5B0-6F70E1CCE4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8512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5339C4C-3D30-957C-84E0-1465517E8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18620EF-7745-1C16-D028-1B39EB0A2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C61649A-43C5-ED3A-E3BA-AE9561B2FC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46DAD26-D904-E336-09FB-5B12AF64E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29992-8088-4498-809B-59D2E69B1D7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6A573D8-9406-3F9B-23E4-979B2A4AD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7F000D4-7167-4030-0507-18B169A5F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DCB4-02FB-43A7-A5B0-6F70E1CCE4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635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BA255C-B476-DA60-AF88-ABEB63661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71D98D8-37A4-594A-D201-CDCC914FF4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309C6F1-1494-9892-C634-72F213FF88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0EDA2FF-2130-2429-0FD8-D49EC4D28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29992-8088-4498-809B-59D2E69B1D7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6CE812-1206-5AFF-27B3-1AB8A3BEA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74F86C7-C1E8-EEB3-4F70-B4721B0B2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DCB4-02FB-43A7-A5B0-6F70E1CCE4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8963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F426DA-3B50-2943-872D-AE1BF2ED8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EE8889A-45F5-D979-E42A-D3D87FAA2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E8D17A-A76B-8F84-C47B-FABC50F46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29992-8088-4498-809B-59D2E69B1D7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0D8B1D-246D-D954-2D47-3EEF5292F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6CAC6E-DCA7-58C5-4217-E5806A873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DCB4-02FB-43A7-A5B0-6F70E1CCE4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306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8EFF027-3CE5-124A-A98B-7738635337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F447E01-546C-C261-67EE-FC8D82B1DE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D4A1A5A-48CA-F513-6C55-75E12DC19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29992-8088-4498-809B-59D2E69B1D7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BDFC7D-7BD8-2667-8996-2472CC0F1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8B97E70-AE01-6DA1-AB61-E4FDC82AC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4DCB4-02FB-43A7-A5B0-6F70E1CCE4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4903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C89C16D-FA86-E07C-F6BD-86F9C284A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76B7F3C-DB71-8520-0630-41E4C4527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6C4564-332D-15F6-74E3-115AB6AAF9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E29992-8088-4498-809B-59D2E69B1D72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BE50B0-953C-3CBF-EE68-729F83D7AF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A41671D-249A-1280-692C-0A262E47BD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94DCB4-02FB-43A7-A5B0-6F70E1CCE4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659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DAA775A-A4B7-C725-7566-49D31F53486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94C343A-13E3-81FE-4E70-FE351C19F8C2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Itshikaku Shindan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28A6E88-9E7C-22BE-4E14-B5810F95EE36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50B523A-0C32-EACF-2F0E-399F5429F02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477AA734-0BAD-279C-A5E5-F1CF0B1B456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943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9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90614DB-C900-B0C6-FA11-DDF69F99CA9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3985236-D783-42E3-135A-97984591390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FF0551B-F2C0-847B-5ABC-4FB04559DF2D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About Laravel Laravel is a web application framework with expressive, elegant syntax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6D3EA3D-B0AC-EEBE-DD6C-761545A3EB2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8F7B6444-E127-7A18-1BB1-752D1F234D3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2962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4BE5EC7-0CF0-D7A1-5EF1-4BF85EA41C4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14A467D-BE10-C56E-9412-0B35C2C9D3C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E6FA20D-7384-FF03-5CEF-348665600883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PHP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Blade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Procfile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2ACE079-48F1-740B-31C2-7223F18AEF5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501A2729-F5F9-D88E-8BF2-6C1946F803F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7266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0"/>
    </mc:Choice>
    <mc:Fallback>
      <p:transition spd="slow" advTm="1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22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9E31C38-C3D7-85D2-ADED-FC0A1EFE8BD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4FF2A4C-2390-B3E6-68F6-F8EA72F5542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7963EF1-1271-48A7-F302-C74FA0EC41E5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Procfile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519BBFA-24C2-2B4C-AF84-F5F8E57652C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53B1BC8A-2B2B-26EA-2896-FA7AC56515B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1913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69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6AA6707-E18B-3544-1287-40109A2EDBE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B5E4AEA-CB31-3586-1ED8-C81F24492F0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387181A-CD59-1397-0FFD-F33B312966E5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Enrich paid question explanations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3D32C1F-B259-4B0A-5DE5-339FF15915A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7224EB24-3051-A932-F96A-0CCA0CC0517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6667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01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C764C88-BFCA-1BDE-FE58-5AA7E3DBFF8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CD7F2D6-2517-6604-76D6-5377E911562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2A8AB1C-DD50-8763-00C4-3550BE3AAF93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https://syunnjack.dev/articles/itshikaku-shindan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3BCF1E4-D370-D582-3E88-5E45B35A377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71F7D290-AF17-784F-193B-0E81BAF5A7A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0140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2026-07-30T07:24:09Z</dcterms:created>
  <dcterms:modified xsi:type="dcterms:W3CDTF">2026-07-30T07:24:09Z</dcterms:modified>
</cp:coreProperties>
</file>