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75BAF5-DF80-77E7-62BC-1C505DA50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297A20-9BFD-BE08-0754-856CB21C7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72F863-76B1-B2CF-AD78-555848C7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F1207-9B50-3EBD-0385-C3CE4F01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5660BF-6066-80C5-A549-D1CAEF80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6936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20776F-91AA-31A1-4148-3665E22D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C3DA38-B053-0C35-6286-AE672B6B4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31269B-7616-792B-277F-70E93C02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A0176-BFFD-4A86-BBCF-B0C816AA5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1695C9-A2EE-80F7-B6ED-5C711FFA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0235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4574D6-C625-9AB9-87A6-688BEF40E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A0337-8BCC-73DE-A98B-79C30F3B4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247085-DD4B-9721-A4BB-8DC22B5E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F26F24-1E21-BF5E-A7E6-FC397F25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DDEC38-22C2-029E-7B9B-225CC9DD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90B64A-97EE-E44C-8357-E7263765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D59216-80F9-56DA-D38E-10827D583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A6315A-5914-059F-3ED6-E58F47D07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D62E79-3B8B-C3FC-C469-F054ECF2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2056DF-C244-7B82-ACAA-03AA05782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B2FBBE-CBA1-1DF1-BEBA-07493C4C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7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2052EE-FD72-4BC2-BEF4-A187C0D8C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27DC81-60D0-CD5E-1C68-9A7146D0D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DEE091-CA84-7063-2CD8-25CE92AA5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3945029-7D99-CCF4-9401-BAB659356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F5D9665-C492-04E9-E65E-6B09997CF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E053E7B-EE08-8EF5-EC80-CE4A9063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0EF47AD-1389-AD18-7FAF-E771A2AA4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20E6EF-6ACE-7A65-E5C3-9D445879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070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2D38AA-5ECD-0A1A-D264-0C42ABAD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14261F9-CC3A-9C93-B5C7-56DCBFFB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C9D60F5-5A07-F8FE-DFF6-3F4ECEA6C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40E7B0-BE53-CBBA-B369-C391C443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795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E20B5BB-77AF-104F-7060-2E24256F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170295-031F-2A2B-4EA7-BE17997F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AE4CC6-8364-8819-0B4A-C164706E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658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AF0AE-D23E-87A1-1F73-34616FE1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CE15D9-5336-29C8-C9FF-9F9A682CB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1E6B02-A0C1-DCCA-F4FA-47E23A9CB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E960B6-3B28-D6E0-4757-E33D919C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C8D32C-F752-D95C-0D48-37E9B826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6B6217-B2D6-954D-05F1-06494E21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04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FF1A31-61C9-22FD-C164-BC300664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0D9A19-8A13-65FD-8628-F71101D8E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A402731-8B42-F771-9507-131668DC8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1FC671-AC9F-F3DC-41F7-7857A4A26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CD4F64-CD81-421F-E943-6A13555C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4F6CDA-8B55-9518-3C9F-BAA3FF7A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4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22680E-87AA-B273-3529-702D7ADEA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577D0FE-9E3B-A60C-AF8C-AAF815B28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07253D-E148-401E-4334-D695AF85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993158-EA45-0D14-EA7D-DCE47EA44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1107DA-6229-DBA4-FD99-A51C83FE1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851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4D711C9-B0EA-0ADF-7E16-81D84E8A1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BDDD9E-C591-B9D9-1FCB-C85A5D80E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2852DD-4806-AC03-1CB5-032CF713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CE474B-605B-7D50-E60E-F06B3D99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DFBE62-BE86-D4F6-4586-EE25965F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74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EDC3B0D-7217-C9F1-E289-C7889BF92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F78E6C-9343-244A-8FC1-B25606912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7FF241-BD3A-8524-6EE2-C70AF5460A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64450-8ED7-4F17-8129-38C874F6AE6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B2E829-0575-6C83-0FA3-F63502BF3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F5A21D-BA17-2D0C-3A1B-62C36C35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B7A2E-B1F6-479F-A2FF-5E16E830F8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575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107E464-98CA-73DB-D7EF-7E8988178A9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93B270-8823-53D7-BEC3-939106E5420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Openclose Pulse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5BC34D-CB33-38D9-C4FF-821BB7C06CE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B09B07-0D2A-178D-D0F9-9F435D63981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5E73B4A-6E91-C3FE-C470-A0C7816152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15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1D6C6C-EE2A-6529-90ED-C90EFB5F040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AC8199-9093-C127-6378-746B549D400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EFC74C7-5189-0DA9-D2CF-2A830573896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OpenClose Pulse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開店・閉店・移転・休業速報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openclose pulse Domain candidates Confirmed domain: openclosepulse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BBBEC4C-9AAB-BDB0-2B1B-B8E2B42021F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F6E8FD5-FE73-2F34-BC37-30BC4DDEDF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38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0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29C2D74-3187-D816-60BC-DA2FA0E429F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61304F-5B09-EAD8-FADB-1A57F007843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D39D26-8B9D-E7B4-6275-7BA9CA567AA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F94A75-A1DF-E80E-C371-F73EBFE592A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AF4F79D-72BB-105A-D5EC-EF4C8C7B13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82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8DD448-D8D5-F49D-45EE-17A327D57E1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D4F44D4-74EA-4819-C67D-FEC52D19F92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2D6C2A-CFB2-BCBD-DEDA-F373BC89858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80C71BC-9B6A-12E1-A5CE-ADDB34C333A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5C340B3-E1CE-774B-E517-042B1539DE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19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025055-8779-7193-37A3-2DC6A097BE3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7DA39D-9C7F-E0FA-DFFC-688792B5142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EC3CB0-6B3A-1D5C-6FA4-EA0F088CC01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074DF9-D4C4-C8A0-B24E-9CAC00F2CB2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3CF019F-0213-3E91-2E36-56D1FF8F32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69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6CF72A-128B-196E-4A48-C7EFA032995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513A5E8-0031-B146-82DA-23863A3EB86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F0D1C6-F80D-E6E8-615A-04E7659CE42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https://syunnjack.dev/articles/openclose-pulse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CF2BA5-BAD0-EE3A-2546-F724F338DE7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FF6E932-9C11-2D33-3761-4A280DCCAF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20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2026-07-30T11:48:30Z</dcterms:created>
  <dcterms:modified xsi:type="dcterms:W3CDTF">2026-07-30T11:48:30Z</dcterms:modified>
</cp:coreProperties>
</file>