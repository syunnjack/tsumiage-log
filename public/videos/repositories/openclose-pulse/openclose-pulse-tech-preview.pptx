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033333-CCF0-BB5C-C6AA-0D185CD3CB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DE92124-EAB9-3E60-5B1B-2974B892C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34642-E1E6-B8F1-E0CA-CD94D6080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177204-590A-832E-F161-89847D14C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8BA8EB-3E33-C376-E400-8141BB9DA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7359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6554BD-FBBA-2867-2BD4-CF33DCBC0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BD0DDE-561B-6971-36F1-D092023B9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8FE6D0-8018-BD3C-8AEE-33ACC67AB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46145E-E8D2-E556-050B-F6BA08530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72372C-0A2E-4C8F-FB8B-4C3902144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8050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4C2158-0CAF-F91A-C50F-24289C533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5511A7-8704-0C16-E988-8B1A0BFF5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B40E27-0CE8-18B8-EE8A-2B86914CB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A77B14-B579-FEA5-C674-329E1D8B0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7CCE7E-95D2-F4B8-7AC3-367910BC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5893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B3233F-44E1-6055-608D-1DE0FE4F5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F4EFD94-09A4-16E2-FCD3-C33DA2CD44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5FE031-A756-4AFA-EA3B-42D36E38E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D065B69-C719-907D-8BC9-5E4D8B275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598DFC-28FA-FBC2-A364-4922D4430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CDC423-E35C-ECC1-07E3-F0DCC1EA2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2105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F1EE2A-E987-A47A-6839-9E8C42EC5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C090BC6-FB80-97C7-72FE-2C009556F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A24BB96-794B-D6A4-021E-538F6D2926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1D8C24D-509A-16BB-A336-834CF18BEE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CCD1C94-D553-E82C-6E31-1C1442C27E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D3874D3-0507-18C3-3475-1A488BAE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476AB94-79EC-431B-EBFC-7D63F65B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94ACD84-5457-A1D5-0EAC-D3EE3A50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4438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27092-091D-21B4-2BA9-AF50246E5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9A76867-5C6C-4CFF-A193-8C0870595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655568E-AD2F-1DF3-DF26-58D9394AB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AEB1F34-5422-770E-330E-572D862B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5854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66C01F5-ABFD-A560-FD33-D98821BB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ED47739-172B-F210-56A6-7F03DC9BA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A1E1DCA-83C6-94AD-F26A-395421CF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888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E1B03F-9876-B01A-62E5-8A5BB8AAD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A1A4D3-4339-B00F-94F8-DF2DAFD80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02ADD0-8EFB-26FB-F599-E2691A44C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F1F6364-A263-9C42-EC8D-C0FBECC5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732BF0-35C1-440A-BCD4-6A01D289F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ACA7D5-3F53-11EE-ECDC-0BED5F46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287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12926E-8E06-D12A-580E-37DCCE4EA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C69A35-E38D-37C8-A110-39380CE1D8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7003F3-7388-D6CD-F9F3-621515E19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40BE19-1771-423C-18CD-9B3A0C881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E22B12-506C-E191-2F1F-576249990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E5B7F9-00FA-69E8-299B-62F469FF1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9905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48159A-FB91-B04E-AFD2-AC0EE6DF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2311D1B-BECF-6FB0-14FF-4600CB056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6FE67A-D8AE-F050-1FE8-6C10C2F48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A7F45D-9F10-E2BD-A638-C8555B924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40C8F2-8A76-0BB9-8BA6-7C440E812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994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D9DCEF9-5CDE-A73B-7ECE-20B878C8A1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8738210-F33A-1577-DC99-A5D92A985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6C1EDE-A5FA-A5D1-8513-B55493B65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483D63-F792-6AF2-7B46-96347C6A8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F00CA3-43EC-B7D3-9EBB-E3DF5644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5528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09BE2F-1756-155C-2459-CD1E9D5A7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446117-EE6D-651B-1B5A-557EB7EAB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5679A7-D72C-0032-4B59-01B6CBEC6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24346-8B62-4FCF-A34F-DEAF362E160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8D2735-E276-B73E-811B-58C43EEC5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B846FF-F33B-13AC-7E1D-36D33DF8EE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A4878C-693E-4BC8-B5E4-AF1C939D80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939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E408EA-0E0F-8151-B19E-64375DAC30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1F5AC2-A50A-0686-DDFF-EC155850B59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Openclose Pulse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5A4060C-DACB-0700-EFA9-C04A9BF5197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D4872F-7A89-FBE0-B53E-A640DD750A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FBBB2458-FDAA-CB34-80FA-D46DB5FBF4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06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8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533C40-545F-43B0-8647-13210FBBE81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289CC18-BD82-2B4A-ED03-D7EB9539EE1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84C003-F779-C3CD-23B3-BC4B1E7D3C2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OpenClose Pulse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開店・閉店・移転・休業速報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openclose pulse Domain candidates Confirmed domain: openclosepulse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71D881-5BEF-669C-B11F-1125364C3AC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FDB8B29F-A7C4-D477-EDA9-75EF2FE9226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82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1C214F-5793-6265-C7A2-8191DDD9F27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B2CD28-FC4C-3F49-D588-1C6EE05A44D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54D622-B8AA-BB31-0FB9-C9F90BBC603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61DF74-FA0F-90C8-7B26-417FFE683BA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70F5CB0-ADAA-0265-155B-F6F701D11ED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111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6348E8-D094-620A-A5E9-ECC6EAB0FE2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AE60B2C-FADD-734C-4F92-44957A25BBC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426B5D-C719-4CCA-A3E0-39139AC2D44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EE4C62-6E69-4CCF-1657-5A1A6BB8F65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FD5EEFB-4C49-8A64-195C-6C50A40E02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8299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92305E3-E641-1352-9921-5E220986937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94D201-3D1D-FEC5-A2C6-ED113860011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5197993-BF31-DE37-C307-D79FCCD21C1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78E019-4675-B613-121F-439C62FF57D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34E83B3-2D7C-686D-D2D8-B945BC48B44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0045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8EE055-F915-B20C-EAEC-7FACA8B3B53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1F55A7C-2EEC-397F-1F26-C2E15063F79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3C15E6-3ED1-BE94-E50D-BF232F881E0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https://syunnjack.dev/articles/openclose-pulse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D24AE5-9F28-AC1C-3F01-C1EC1D9E826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6A724F95-971E-FCE2-D630-9AF82481D1E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73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2026-07-30T06:48:17Z</dcterms:created>
  <dcterms:modified xsi:type="dcterms:W3CDTF">2026-07-30T06:48:17Z</dcterms:modified>
</cp:coreProperties>
</file>