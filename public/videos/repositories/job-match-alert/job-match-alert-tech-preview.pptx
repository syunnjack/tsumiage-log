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680952-EE1F-ECAD-9CD1-B711EA88A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7F6CF6-6EA2-562C-DCE4-2D1A3328D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E21F9B-F517-FD67-41F4-0B28BF46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FA3E69-93EA-CDB3-A683-DDF8AB81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5ABD9D-C1E5-87B9-D95A-B2B568FD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9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FEEAD-D2A9-444F-C81B-6A017807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96DBE6-EBA3-36F7-7768-A05F0ED7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DE199-6578-FD30-AA36-66D3D855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02AEE1-4C30-540B-1517-0F7BD7D1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BB43BA-EC1B-6F10-0209-06A8B6A5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03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A5F31-1AD2-B0AF-7E64-F970F9D0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B7CE4C-8EEA-A62F-FA14-304172D76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11BE8-5FAD-2288-DF15-D22B4BA7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18AB92-9B2E-2425-584C-0DD85416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9A1CB7-A97C-9591-B108-ACB1C29D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734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6D7886-C3F9-20DA-13BD-C60C8A22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233A9A-61AC-805F-D28A-AA4EF864F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7ACEAF-9F62-CBBB-D18A-EBC150510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8E548E-03C0-7E1B-4D4D-43C3DCCB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FF39A-0C54-FAC0-24E3-48A92B12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5420A5-7389-842E-9F29-50321F4D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091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0E093-B266-BC9B-9DD8-5437E81F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86CBD8-1DEE-28BF-6239-8563E293A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601F49-00E6-105E-9D2C-E4064250F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DC45E9-8850-5629-F1DA-5F7BDF484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DE83DC-3BBC-DBA0-B49A-9A784F1DA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400E9B-C2A7-CB13-4BFC-EBD41060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0D134F-FFBF-FCAF-D520-6E2AA934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76E817-B8B2-9B8B-5B48-7DF3DC13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36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FFF1C6-71EC-67A8-2E32-485CD541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A24D52-9E12-21F2-DD41-BF5A5576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652411-384F-9094-6227-7328E581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DFEB55-4549-DD2F-299D-1B19B4B9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36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ACE8F4-BA02-AA62-2D31-20FE7800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0B9E39-FF39-7B9F-FDB7-E22CC24B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F66095-F0B0-E604-95E7-EA716A9C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97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7789A-B004-44D4-EA13-4A50FE81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E41E68-2E3C-C8D3-3D20-DAF3AEF0A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32A01E-65E8-7187-B56D-62B84DCE9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4349CE-7302-DFBD-D82A-03EC0B7F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CD42FC-7ED4-1296-94BF-3B38489A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ADF9C4-C8BB-56B0-B73A-4071A0A0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99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FE61A-CF76-F894-09C4-B68D3916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A46B14-F1BE-34E1-47CB-4A80A9752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21F0BD-C206-81D0-1A86-51353D630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E58A73-D6BF-9549-C464-EC77218D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54559A-F8E7-C112-500F-BE3EE274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779296-7D12-CDA0-3932-FABAA0A7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72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1A52C-F8B4-3B9E-B546-61FC0BDE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79A8BB-1E2B-5831-68B7-DD75DB2D6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C305E9-BC36-516A-9B74-346C5D01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56EA50-9167-5DAF-F8AE-686DE7B6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94E811-4B54-C6D7-8D45-BF289EC8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4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32E200-A493-A7FB-9A74-02A7B7BEF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ED550B-6B8F-349D-9FD6-FEF2AE656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C8000B-7702-F41F-A69B-6779A82A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019156-F570-D2FA-FBC2-2F8FA2F4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1B6724-4F4D-BB61-37C0-4894B0D8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28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D811A0-7164-02C3-504D-A37FDD121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FEEC73-8CF7-EA1A-A1F6-207D93461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F1AF43-E13C-4AA0-6466-D512B30A8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048E9-CBCF-4E52-B036-1A4B28DE5D4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46EF9C-404F-40CE-69FB-64BDA801C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713F37-F921-5802-709F-3BDB98D3E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43E5C-F890-46BD-A667-A456DA8C85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53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045D43-4D11-C9DA-B021-209B76773A7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79AC1E-3C3C-04A8-2673-C0201726C94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Job Match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91B5A5-C657-2CA4-F057-D0ED06E5740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CA8413-EED8-AD27-D849-52A31C1A2F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0B0D9BC-2AF3-D86B-0A5A-5103E0DCB2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67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862317-70A3-F466-2415-952D6B3AB1A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5605BF-5E3C-A19A-FB41-B602299EF5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303F42-205E-8E77-0E07-E53A00BDC2F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Job Match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求人新着・条件一致通知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job match alert Domain candidates Confirmed domain: jobmatchalert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B32044-514A-1A60-3006-CA36F0D4DE7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C6EFF31-036E-A77F-1A6D-436F6C0104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1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DF8653-7318-1705-C211-7246A553661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E41FD9-F801-C047-2D16-89DBE6C8DAF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426FD5-0AA0-8A2E-7801-6AF061162D2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6FE1AE-2F90-983E-D967-F92AA4798EC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2257CF0-6142-168C-B6F7-CB7869C5A9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30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7E3B46-07FE-2C16-C585-429534F901C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9D6C63-B556-127C-3D21-DF794883E81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8D5F12-CFE3-EBDC-0E1D-7918E23E8EA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89E2B1-AB83-556E-7855-B92CA93FDC4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C1382BA-89A9-DACC-1466-3B0789B99B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04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72359C-BBFA-F9D4-6363-BB1103EA6F0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F41AD2-8157-895C-3C06-9FB6852ED2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E86810-6322-B6C0-E9AA-34749BAB74A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834C87-B79C-53DA-8EA6-64C2094746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A98D174-6E3A-3430-B5AC-6F4220C31E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67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F3A702-BAEE-6DA6-D758-653EA44366E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7950C6-8807-11EE-01DC-BFEB528F0D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B5DBF8-C981-50B8-17EF-AEF59624008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https://syunnjack.dev/articles/job-match-alert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3881A6-9203-2403-178F-E7AEADB201D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A73DF97-E548-C230-696F-9A1BA55972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135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2026-07-30T05:06:34Z</dcterms:created>
  <dcterms:modified xsi:type="dcterms:W3CDTF">2026-07-30T05:06:34Z</dcterms:modified>
</cp:coreProperties>
</file>