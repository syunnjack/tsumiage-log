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F1107E-12CF-CFB1-167E-269E350F6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998347F-CFF8-7B81-F0A2-C43FEE557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303E5D-C2D5-53BC-D3BF-44CE639E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80735A-8E5C-0427-744B-52974F98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BB8E78-6E10-D18A-8AF6-DAD2190F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474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13D298-3669-FAD5-6CDD-E33292056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EA152A-45F7-B123-44AB-7D65C234F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0FA31E-8945-ECCA-70B9-C577D5C7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22F57C-1BAE-0229-FF17-BF8C20F9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06EDC7-7101-916C-FF87-D8DB719D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274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E7CA64-213F-7842-214E-5D96739B9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933B17-3C01-1619-19D6-873FCAF55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47B751-5632-D277-5094-8C5FD2719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CAF7E7-9922-ACA0-A271-0B57D60A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B52C52-F372-450E-780B-010A3670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814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1CCCBB-9BCA-319D-9BBF-4AC2D6C3A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9F7E0F-B7E0-4F24-9E3A-9690D8391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2E4E5F-D7C1-89F1-1EFE-C4E57356C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C10935-93D8-2975-B15A-BB2AC4DD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93D275-741F-7005-C437-D9CE986F3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7E84D8-BFBA-5AE8-1287-B162E7DD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648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9889EF-795F-9628-64BB-6EB3106EC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F14AED-9B48-B057-DF02-E6729C71F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0F9EC1-001A-3298-E900-CF93866BF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2BE7B5-5AE0-A735-6E87-EC0FB7619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142CED8-1EA9-90F2-886A-CE116E04C9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EDD1A1D-4D1D-8BB7-5E31-1671E77F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AF992F-9BB0-620D-3388-2BAC1082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EF502F8-1D61-466D-FBD7-103D65CD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35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862928-77D0-475F-ED8D-07C2B77C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4C0B9A7-3672-428B-4BDC-CC844ECA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D470F29-0BD9-528A-5C18-0D552D74C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A86101-5E43-D523-0791-EE16CA581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35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DBED1F7-E523-F43C-2D42-44F45FA8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C68DA7A-51DB-ABE4-1D84-E3339016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9BBF13-D51A-1D17-6B7E-00FB87C5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301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214E34-6B42-B9C1-8752-D7859B4C2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320E4D-5282-0849-C04F-81C5ADC8A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CC16EAD-D45F-5BD5-414A-8FAC5D0F5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4480BE-FFD5-7BC7-705A-1C1E729CC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A59771-70F0-BCEA-51E9-D57F343CE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FDA4C7-3DCB-8A37-2CCA-8F49F79A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3953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2409A3-3836-F654-C3ED-9DBE02D6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51742FE-4986-F341-500C-B24926944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6E19F1-7D61-0768-9B27-99094E790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8227EC-2F68-5914-C6C9-72BAFEB4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AE851A-0B7E-5943-C3B1-C52293BB7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665658-7B22-668C-C160-D7994BE3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52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C216E2-CFC4-9AF0-526E-3B5EE0CF9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C39985-5363-8C88-3718-08CBCA4AA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217664-6F60-C5A7-8EFE-C40BACE6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AED560-E6A5-20C8-E3BC-CA9F90E17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5F37DD-D50A-A87E-96F2-1B0043A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308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0CD513-E970-22E3-FEB4-8BD9B3E70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5B80854-459C-DCAB-CF1B-B9C9DF7FE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F4A2CC-BFDA-A492-771D-2FAE90CD7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2820FD-0A59-4B26-324D-F8C94ADD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EA7CBA-9133-C4E6-062F-C5055289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142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A5F30C7-33D1-C09A-8239-004E4AF2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B8D478-F103-7C55-F9D7-57EAAB234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2F614B-F258-78D8-ACBE-773762A0C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88FB6-DE18-4472-9F68-5CB952117B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357377-89D0-9745-B4C1-117C7CC07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A40CAD-911D-A421-A9A6-7A92E63FB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9883-EB21-40F9-88A0-419BC2BC6F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025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B56192-33E4-C5BF-5D3E-9246082111D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4A1499-3C29-B89B-9390-28D4892D094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cosme-stock-alert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49D848-AD38-8367-3C1E-A3E31F1DF47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2A4317-64D4-6377-E160-61CA14AB9E0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BDC24A64-5D7B-2BE7-D62B-58B6CE0C1F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03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3F13207-742E-CF83-DEE8-7D6E59A4822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523C4C-2FB8-007E-A400-F2F5ACEFDDF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3DA9192-EB25-D112-4FD0-FDB7055CB9F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vinext starter A clean full stack starter running on vinext https://github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F2C958-477A-B0A5-9D98-9EBD0B3D391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DB4B365-B01D-8F6C-19C8-A5DEAC7C79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49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B87D4C2-AD63-0536-FD93-E761ED5C97A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F7A109-A107-8B8E-0F53-AFC65483A71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962EF3-6626-7B5F-3183-979BD194A00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B77FCD-8C52-544C-1A9B-3B987B63C4E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7F6335F-E90D-4835-BA88-70196986D6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9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905BA00-0040-3CE3-AC66-0205EC45D78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534D82-8101-D597-9D66-764E51DEE9F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9CEE13B-7EEE-FC90-0A36-34010F76C4A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DD6B6D-4020-DF68-32DA-938274B8307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6870CA9-A6BB-8838-D601-25AEFCEA9A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06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2E6100-818C-40F9-73A3-F2A4185C798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309BB5-7BA1-9D16-0B39-BB337D792A5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7404284-E25E-CE49-CA9D-3FC5B3DE75D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C5A0B23-BBC4-EF19-958C-282C6BB03AE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93799FB2-A9C5-B114-B1AB-931BA8A34C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320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2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2B88CA-7320-A1F5-6B1B-C85419E31E4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A68CCC-70DA-5CCD-7059-D348E7B6759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090A75-74CE-4309-2223-14882756447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https://syunnjack.dev/articles/cosme-stock-alert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B3F9B4-C90E-55A5-BE5D-1FDE08580B9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C13EFF4-67BE-66D0-E96D-DB38432EE0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75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2026-07-30T04:08:36Z</dcterms:created>
  <dcterms:modified xsi:type="dcterms:W3CDTF">2026-07-30T04:08:36Z</dcterms:modified>
</cp:coreProperties>
</file>