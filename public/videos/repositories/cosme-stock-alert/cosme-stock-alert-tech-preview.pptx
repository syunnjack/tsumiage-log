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191C30E-E774-22C4-5738-45BB4B5168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B7DE4FC-E25D-08C5-B3FB-C72842B7FD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BBDF2CA-67C2-57A3-E69C-309127323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DAE527-8467-40DE-95AF-A610E0AB290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CBF0FE3-0D3B-B55E-9CE0-C54C25D56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BA07809-F738-4A15-B3D6-77DAEC11A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2AFD4-742E-43D6-9723-44C73474E71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85246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978AA48-A9FB-72BA-889C-446AEEE67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635C611-F65D-828C-2D70-F539C90CB2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3856F12-76C4-21F2-6DE7-DF5427E88D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DAE527-8467-40DE-95AF-A610E0AB290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9A28531-748E-01A4-8E7B-4609F90654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8EC5F36-FDE5-26DD-2A37-1A9B48F3A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2AFD4-742E-43D6-9723-44C73474E71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499201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AF2D62E-E24B-A2AF-C010-7CF2E3351F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8CADFA4-FFEC-287F-4DE0-356496AC20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0669B71-38D7-C4E1-77F4-4E3C551C56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DAE527-8467-40DE-95AF-A610E0AB290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539316F-E51A-378E-D8AF-9C7B344753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750CB69-4A9D-DCB7-C2F5-7C0D49CA7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2AFD4-742E-43D6-9723-44C73474E71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733228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84B0C36-F2B9-3CE4-0ABD-B6CC39BBC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C9465E3-5A48-9D33-2A5F-F5DAD975E1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AFC1601-AA5A-5D22-BA9B-234284D1D3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F454ED8-5B11-BF7C-744C-6BEB3BB66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DAE527-8467-40DE-95AF-A610E0AB290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4BC7D66-4B52-1682-0478-29B1A603CB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C3E3CB7-0B10-FD5D-C086-46373D665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2AFD4-742E-43D6-9723-44C73474E71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424173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FC2813-1FCA-7E96-C664-8FDF6CB50A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FB9F9B3-2AE8-7E09-4805-45F5989DC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262D35-6808-FCE7-074B-40DFC111AD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6A0CFC87-A1F0-D195-3994-5C54E5B2E7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5FCC687B-8180-A1F7-AF59-06A57E643FF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77422978-1616-3DDA-F250-49AB07635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DAE527-8467-40DE-95AF-A610E0AB290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13231ED6-B767-F2BC-5825-FFA1119BA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AA51EC22-BEA2-8A20-8542-6A3A2F902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2AFD4-742E-43D6-9723-44C73474E71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17931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36B9A73-9A30-B89E-FBF9-831821EEE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97D9486-CB71-9906-D683-6B68D24330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DAE527-8467-40DE-95AF-A610E0AB290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4C5B60C-AE76-D523-D084-979259930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C4FE5E8-A3CC-594E-75C5-5104B3F03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2AFD4-742E-43D6-9723-44C73474E71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934972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C460B2A-2CB5-AE9C-BE77-0B29BAAC2B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DAE527-8467-40DE-95AF-A610E0AB290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F3207DC8-DE8E-BD50-8E29-1558B9264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A366562-3B44-5FC3-4A10-17E4A8526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2AFD4-742E-43D6-9723-44C73474E71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782550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351263F-F6A3-531D-82C6-81D78E6D0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748487-35C5-92AB-159E-89CE158A85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A230C79-3167-0BD7-A313-74E56FB3A8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A68B840-4EBD-731C-D3F8-C6D5512B7C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DAE527-8467-40DE-95AF-A610E0AB290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FF34941-ACCB-9D07-6B73-31EC59FFD9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5A84CCE-18A0-DA0B-C691-ECA30B1AB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2AFD4-742E-43D6-9723-44C73474E71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913616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F47A94-E578-816B-6E1D-6CAE51C28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86A7822-BBC5-98AC-5F44-481014372D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9005D72-6481-0907-512A-12D5E7F36F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B4B20F5-8EE7-16D7-BA45-0F3022662B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DAE527-8467-40DE-95AF-A610E0AB290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2121DDD-6E6A-278A-69DD-51E6CBD47E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4009869-9C55-9C60-2E40-76BFA83EF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2AFD4-742E-43D6-9723-44C73474E71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941969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30A110B-44C0-1888-4C72-40A5797FF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24156C2-FF61-B351-3160-C2060D00AA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3B3C5A7-84A3-B322-2C8B-AE2C0AFFE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DAE527-8467-40DE-95AF-A610E0AB290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B2FA2EF-C6A2-62BF-EF9A-9A39E8265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99CC754-0E57-F2B9-C9CB-627C9BAD4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2AFD4-742E-43D6-9723-44C73474E71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69576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CC1BD3BF-4BB2-B282-757E-68744EDDC1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CAE4F8F-4A7F-BB8A-25B4-57480BBC61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9FE3FE4-4308-D479-1BC4-F7A33D371C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DAE527-8467-40DE-95AF-A610E0AB290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2EA1811-F04B-FB42-1443-1587688CC0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6E071E5-5237-B9FA-8A32-CEB22EFA1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2AFD4-742E-43D6-9723-44C73474E71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548768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17E4D5CA-4910-5334-1EAA-8FCC01EAB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3E393DE-E000-14F3-F433-2133A3480E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B7CA4AB-3958-E3B5-BE47-B3DA4FDF4B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DAE527-8467-40DE-95AF-A610E0AB290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5F39EA3-4308-1BB4-BA02-F998748755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BFE8998-D001-4C6E-09D1-7FA6938AB3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42AFD4-742E-43D6-9723-44C73474E71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05056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33562C9-F76A-96B2-4B05-221B35CFB2D4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5C6A507-79E4-61BC-A0F5-D60E37114134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Cosme Stock Alert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60E1159-77C2-1FFB-9D08-E1DDD50DE1F5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A8CB780-9BC8-50A6-55D7-657EAA078D7D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1BD46E00-7645-AB8F-3699-D2C40423778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386129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66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5ABE4AD-C7D0-0BB5-5B36-A097BD94F37B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04A45D0-6540-1E65-2ED2-B9313A3155FA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9D2A631-4026-12C3-6193-48720FA682F8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vinext starter A clean full stack starter running on vinext https://github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2D92C75-FECA-0564-F529-B0ABE8D0EB51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D43930C2-5240-C699-E233-3DCA270A04D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722427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95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7E384E3-B8B6-03D4-DBE0-7E1A7850D444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D026239-EDE6-5A57-BBBC-01B6FDA052AF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079AE91-ED12-CBCA-F83F-D76CD7401540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TypeScript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E534D32-E43C-4D25-4A8A-1D3E9A8A57F7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FE030C3D-040C-A085-390B-51F8D536488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19239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9000"/>
    </mc:Choice>
    <mc:Fallback>
      <p:transition spd="slow" advTm="9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8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3A9CB27-E9DE-CB01-21A9-12A2F99D99E4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849245A-E066-2CA2-1FE6-80459CADF0FA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3767F12-FE75-9F07-E520-A88457D580E9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app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build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8E6945F-E84B-20DA-2A19-EDE8FBE409E5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C336E7E8-B995-E05A-1EE3-F660BF12089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241611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24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4D36C25-7FF6-E025-8B40-E59A9FEA3503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76C2FB9-CAE4-6D21-45C7-4AB5D62A58EA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C54EACB-B028-605F-7A23-4EBF27312A5D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Configure private site hosting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961C15D-C50C-4DA8-4234-B2E56B2742EB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5641C74A-7862-995C-63FB-DB8B9B3CA00E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62642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62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01C3BCE-2393-0BF3-D547-75539048CD20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4E2DACF-37F2-77CE-1B0D-52B87D82975E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33167CA-B983-B136-7CB3-A3CDCE08B1B1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https://syunnjack.dev/articles/cosme-stock-alert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A00AAEB-53B9-FBE5-F3CF-4028BA63406C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ED12586E-F5A2-B5E8-7479-B6DA1A2330B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5471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156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2026-07-30T04:33:02Z</dcterms:created>
  <dcterms:modified xsi:type="dcterms:W3CDTF">2026-07-30T04:33:02Z</dcterms:modified>
</cp:coreProperties>
</file>