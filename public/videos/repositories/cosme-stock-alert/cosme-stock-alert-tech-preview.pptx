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F09192-6030-54A0-02C2-E0F6EC9A21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6FBD969-05E2-7253-5C4A-88E5B6BAE1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3939CA-39C8-6AEC-806D-A0640A968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E8D9AE-3F17-F9F3-6291-038F71379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92405D-2575-9FF2-B92C-5DC70FD3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4112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59A168-08E5-E44F-DBDA-C2808451B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7E9336-9E2A-E05B-4D00-B627BE65D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82E0D4-933C-9CB0-2750-AADA9D3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B5DFA0-BDFC-AE77-2AB3-AD5FCF4C4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A8F7D6-E17E-7F74-395D-4F892BC09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0395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F05CB2-6F00-5A42-347B-40564109B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1CAE246-EDAE-7F3C-5409-59B7CBC05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D75222-3E99-2BC5-B9C6-24D2F7A16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769613-DCAB-DE91-3B10-C2AA6E783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990599-3135-6144-E6F3-4132B5263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6020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9EB681-F656-CEE1-A2F6-63D2B924C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1B5A88-E038-14A7-DB7B-2D37E97AF3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B4730A7-156C-E361-D8E2-A031A5A5CC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FCF270-4456-30A8-A535-2BFCCB477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559B684-569F-0CAB-960B-A790F6029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98D4E0F-7CDF-1706-8718-5DE320061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42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79C3AC-880C-1E9A-74A9-3C9C6D1D2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8DB655C-35C1-E906-35B6-1C4F9FE783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B594071-7ED8-C2D6-8DB8-F993C96207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CAB55D4-DCDC-419C-0BE6-3BEB284C94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A98DCBE-D1EC-E186-F757-2E031953B8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F1A00C8-373A-D342-10EA-A86DEAD6E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05402CE-E0D0-373A-1AE1-E36A5308D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3F07EAD-D39E-0A4C-BD9A-432124861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213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B80F51-AF3C-C80B-0A9A-1342C9D7F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2880751-E52A-E3A1-B0F8-14F77E9D2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1988118-5624-B7D9-5964-27C19CB00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CF8EB43-E880-EE1C-4513-50794B461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5148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076429F-1A98-2C50-5B87-5111866A5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3133BA2-C995-CB7E-D2E0-FE7142DB0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1F60D38-C3A3-99B9-6FA9-068944030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9465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246325-FEA6-2173-7ADC-4B4D34479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BA1D50-9648-D9ED-60D7-2A376A64E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0D1F563-455D-5CF2-82C0-332F80632E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DAEF1C-A2C5-0D74-68B4-89E963F42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D372CF-B466-1741-D410-24D665371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C9B86CA-0BA8-A48B-B20A-DFFD19C3E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6590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CF176C-66A1-D632-0C61-A0EDF34EE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B83FDC5-68F5-6A04-F1A6-7FC9113511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68F8F2-9D46-DA08-4364-9C198192FD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46ADD7-59A6-E554-DA8E-14158B6B0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4D365FD-5B60-2AE8-91D3-2F08C7D5A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6B4C02-2DA0-D76C-BF12-B88F72896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6511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889018-6F68-650A-0747-CD4B85E01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6F8A0C0-54EB-0C2C-78E8-04B098CCF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B90EDF-E0FE-B3F2-4FD4-0E10690B4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354025-5F67-1C12-8895-602B67CA8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26B943-CF69-D136-A757-F7D4A99F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5408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4D125F-D4CB-80EB-5C6C-75524FB06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B5FBED3-A5D6-1102-221C-FE41633BED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832BAB-2196-9268-6C63-295265AE7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FE5212-B8E9-96D0-05AC-02CA78F3F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27057E-8F0F-15B7-18EF-8E8CE6848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9414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ACB8B26-AE6A-6E1A-1D62-997FFAB47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AAA68F-06EB-4CC1-52FC-EAFA38F95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D6F44D-3453-F6BE-3C49-B4FF91D35C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1A9336-96E6-46F3-BA68-05969BBC16E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F64411-1E42-6ACC-1AE8-64AEB56C6E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DC02E2-C8DB-86C1-5BDC-77640FD70E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27E15-2A5C-48BF-B85B-F7AE2C3855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3988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86227D-9293-32F2-908C-67B5C124115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51834EE-AD3A-390C-995F-7FA1BF8DB7D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Cosme Stock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BB6837-1C69-5891-42E1-761489C057B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8C488EE-E90E-434E-C978-49CF17FF871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A20E6A2-02E2-0CEF-EA92-997177726C3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88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6780B4-1459-C076-9D14-3FB2493238A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D481421-ED2D-C57D-E59E-02F86F898C0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56E3059-64A6-6224-ED7A-3C9796DBBAA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Cosme Stock Alert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33A175-A954-DC86-93C5-F70EABFC0B6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55377EB1-86C1-AC22-CD1F-FC54E47672A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3745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63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77CC388-0A50-6661-E7D8-FE08CC8DA1A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2D0AE69-55AC-8B1E-0775-DDBCFCDAEEA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D918BAA-5DD2-5F69-639B-BA0A7D592FC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3B647E4-0DA5-7CF6-7D60-B64B1E435C9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A7A85C6C-9AC2-64BB-1A4F-4A77C1DBDD2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6237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98D1C90-CEB2-77C2-6B6F-43179B43044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C7499D-F73B-AFD2-856B-592281A4EDA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29E29C9-4BA8-8D7C-C9AB-BCDB7CD528F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07A645E-6077-7B8A-3575-8C6C9F45622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159A1E67-27FB-0C22-2167-95DF5EE8896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787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962B710-EA0E-12D9-67AF-EAC2218D149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1D3F049-2074-C7DC-A62F-AA57CB7AD2B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535E6F6-A261-E988-59C3-5D2FC6C8783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98DFFF5-6FEB-BA09-7D94-C0B307195B6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3421868A-3E2C-73B1-47D4-C1C04E37099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1991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BA495FA-4A62-2D54-8DF8-66F9451F1CD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52D3767-EB75-CE74-EF17-822851DFDCC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7EDF85-1A70-CF0B-B64B-070620841655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https://syunnjack.dev/articles/cosme-stock-alert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2BB1B57-D8AA-E5B6-7EE1-7B22E537CEB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1D9E11C5-8827-F443-FF66-934A3B3F513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1916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2026-07-30T11:17:07Z</dcterms:created>
  <dcterms:modified xsi:type="dcterms:W3CDTF">2026-07-30T11:17:07Z</dcterms:modified>
</cp:coreProperties>
</file>