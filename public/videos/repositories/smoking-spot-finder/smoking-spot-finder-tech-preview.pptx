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FF0D81-9E7D-42C5-9454-5B3983F01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1A5125-25C5-C3F8-BF80-8C1FDE3EF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6B3E6F-2088-F294-2CF0-6BA54FE2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9F112E-EBDE-7C6E-CC46-4C16CE0B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A4B18B-07D6-1FEC-B0AC-F5BA55030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68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18FDF-A5D5-9C4A-8743-915B692D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361AC5-09C2-79C7-487A-895104D09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570237-3CCC-3CB9-9C63-2B8929D4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607FC1-AC12-E2B7-F58B-D686A9E6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8C4883-3FE0-E6E7-4713-AFD081B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533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2FB29-C05E-8530-BC98-F79DD0F5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1290A7-D240-6CE6-9B90-66173D53F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1F2889-0F1A-7EC1-870C-1E92E58F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5B0964-7C09-D25A-D227-0902A64E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002F74-D78D-0935-26AD-DD6D978B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67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2DF3AF-21C3-77AB-D2B2-448E8963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1DCE91-4AEC-4E70-184A-54D186367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83C409-C510-A18B-F108-113050B42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0A1D01-9435-4CDE-BEE8-512A210B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1235CA-49E1-33BF-D63D-B4DEBC59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B20893-4E8D-DD7A-839F-CAF652B1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09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FD2DAB-01D0-DE6E-1B36-7FD7C77B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0415E9-5678-EE31-4D6B-9C0014027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CC49EE-BCFA-892F-3785-AE317806E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A4D9893-66C8-848E-8941-27E4F203F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9FBC427-9C55-F001-C74F-9DEE63626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579E5A2-F0B1-B03C-BCE8-40E8FF26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6DC60EE-E251-84C4-426B-1329EDDB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8C8D429-AA75-BBF2-5212-99A1AD39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825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747C6D-910D-8D57-FC8C-C77F8ACA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0F239A4-5718-B04A-D221-3FE6ED3E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AAC8A4C-83FC-53B3-460F-902777758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52D7EA-CB78-F0AD-13FB-56C61A9D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39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597EF4-1FDE-EB72-1874-5CEFC182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22C5499-8C76-489E-213D-ED90A554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2EBA5D-92DC-C394-9CF9-3BED1CD7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45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B5A96-8E95-DE16-AF46-936639E5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56ECE2-5D6B-F831-213C-3FE35880B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9C7BF4-9C61-B0CF-A7E8-0634E4370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4E5AFA-923E-4D03-CD60-A025A8D61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AF589F-6C12-E9C2-BCB9-88CAD29A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0D19D8-5C42-BAB3-3CCF-CB0BC7E3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12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5D9559-99A0-9AB0-47AF-8A2C28D4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6AA7AB-D5C3-9C21-E36C-A5C728DD6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F7ADF1-4526-B2DD-5453-6B5E92DCF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6884BF-8C68-E16D-F57C-2D56155F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404664-4D02-1744-77DB-959FAAB1E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3D34F1-3717-2B55-B065-F1864F4D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37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25188-8EC3-3387-CF38-3D871984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02C6EE-08F1-3083-D272-74614B776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F1D456-C6CD-DD82-11CB-B993F776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934BF6-181F-E349-7811-D38702A6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D9D4E7-2E7F-4B8D-C2B0-5A8D5893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558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0EB2718-4781-3E73-516D-D605F55D6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E118E2-373D-67A5-2E7D-BAD4EF7A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B9649F-7BA2-3B9C-EC07-B3161F2C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1166D3-EC08-F1DF-48CE-1BB89DEC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CFDF51-988D-C596-5ADA-8DFB3A45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93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3846E0-E0A0-8E52-BFA2-7EF874BEC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E348FA-7E89-6BBC-C9D2-F56E8D059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E4798F-8813-BFAE-6715-10547664D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6ACAB-01B6-49D9-BEB0-30BD540AD21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46E675-6423-D66C-8AE6-52F0AC016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0D5EF0-0346-3AAF-ACE6-12BF31C6C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55B34-8CEE-461C-8ACA-DA9D806EAA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847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7F59F6-1FBE-2C36-6E2A-53B5B3AA56C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C7EBCC-9BE2-0EC4-BECA-0D68F7B8847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Smoking Spot Finder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B21FC2-298D-D9F9-9359-736353343D0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6CDEE0-B98D-A766-FF89-7AF4B8983CC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A896A48-61E8-0B54-F070-9A6FF001D8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34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54E048-CD6F-8E05-04EA-0162F8D8128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15E1F7-13FC-E14E-781A-E08EBA63886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D618D5-1B96-8238-B052-46676BD34C5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This is a Next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099166-CC09-531F-C9DE-50FC22B7B31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9E0714E-875A-9E91-687A-F00A0E335B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21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8FA50B-1410-AB9D-1880-9B78F7F766D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A70244-9D30-7616-2D61-9D0312A15F6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A0A9D7-3D6C-2305-4643-3D17B7387BA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267C5E-EBAF-4912-6123-FA10A7F0D2C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5F7A866-B789-650F-9A5B-B5A4F48EF6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30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B5EDBE-769F-FA49-638F-277265E8DBC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54E967-DF36-5AFD-64DB-009319F96B0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D38409-034B-B4D7-9A31-7F8614A6425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326884-8D5D-4709-0557-6AFBD1A0C0B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9294140-8E62-C04F-2333-05C519F502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80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F412FA-76D4-FA8B-D09C-32FF8CFAFD4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CF6627-98E1-DA48-55AC-4DB34A2DDF3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A021F1-174F-4D5A-9D35-FDDBD49105B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Add Nagoya station MVP page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16F2C2-2B8D-67D0-E6E0-7BF02CEEC20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CD552E3-E5F4-0BAF-3ADB-4577810180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923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4D54B6F-6F95-3160-EEEF-001020EE5F2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1334F9D-92AF-51D5-ADED-20EB14D5092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4ABE74-4379-924F-2E2C-05DEC7BE185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https://syunnjack.dev/articles/smoking-spot-finder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BB8489-F006-E6A0-C345-D578F2DBF7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AB7889C-AE1F-169D-B0A9-261CBE0276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14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2026-07-30T07:07:04Z</dcterms:created>
  <dcterms:modified xsi:type="dcterms:W3CDTF">2026-07-30T07:07:04Z</dcterms:modified>
</cp:coreProperties>
</file>