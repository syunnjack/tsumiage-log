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62D555-0FC4-9C52-5518-82A3A17D6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EDA1311-9DEB-FAA0-ACAC-F2A4EE28A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F41257-ED2D-1F3C-8A5A-2D5AC3A8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269D-720E-49DD-8907-60321152CD1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ECBE8A-3011-92B9-A8C3-EA40B01DF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68A85F-9EF6-4E25-B686-B9000A86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375D-A02E-4A21-9363-A09D1752CE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652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93B71A-702E-B0B3-3668-9DDD6AF6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70C8B6-DE97-DAD0-4C81-DF2349B66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7604A5-6986-4F82-5736-AD732FC0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269D-720E-49DD-8907-60321152CD1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9EFC28-9806-B75F-0B83-0203A30C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4328C8-2597-95C1-6FE0-82875CAF7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375D-A02E-4A21-9363-A09D1752CE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5160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0C8494-6344-0EBB-0601-68B03063E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A25598-76FA-C47C-8547-4A18F7DC0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CDF4F9-8EEE-E168-3BAD-7ABC8228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269D-720E-49DD-8907-60321152CD1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97EC67-81F7-6B64-AC73-29B10E2E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3B3ACF-AC0F-93E5-9C21-C0123B4B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375D-A02E-4A21-9363-A09D1752CE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8234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479FAB-2805-11B3-3A7B-9052E7A56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C74EA0-92D4-5775-46F0-9780D5452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0A382D4-608E-6329-2308-CB5C32A3C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0F66C4-C471-BD51-907D-136AAAE44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269D-720E-49DD-8907-60321152CD1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94353A-5C85-2F16-A46F-306B9AAE6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91000D-4965-9751-0794-DF9EB3C1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375D-A02E-4A21-9363-A09D1752CE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283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A57F86-50DC-0D30-DED1-050142D6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C7829B-C34D-6506-D6EB-2580DD8A3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5A9EFA-B85E-E095-0A5A-8ACEEE050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059ED89-02B8-300B-CBD5-466690EA0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D5F9A59-CCCB-E983-3DF8-2791D0354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87001AF-1097-7134-CDA4-52F3FDFA2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269D-720E-49DD-8907-60321152CD1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BB8BC70-7C96-5B5C-4C87-D593B85D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684BB35-B81B-DB42-80FF-2C1784B6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375D-A02E-4A21-9363-A09D1752CE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4871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DEC2B7-185F-C8E2-F70D-4E392F7B1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6765C39-997A-5F64-FF00-12515FBB9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269D-720E-49DD-8907-60321152CD1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F374B59-4DA9-4582-3345-394C5306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AAE6AB-FCF7-B868-801B-638D938B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375D-A02E-4A21-9363-A09D1752CE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187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F6E1F51-7CD8-C051-BA45-C96FF52A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269D-720E-49DD-8907-60321152CD1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2D56AE0-80E6-9131-243A-CF6CC168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18B562-62EA-E820-331E-347B4E200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375D-A02E-4A21-9363-A09D1752CE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686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F30B3A-E24B-2792-F55A-23601DA4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9BBDE6-3F8A-C5C3-6D65-C72B1E80D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F8D097-5E1E-2C8B-F8A6-04E7F20A7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AAFA47-C84D-A491-D8F1-17230470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269D-720E-49DD-8907-60321152CD1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CB2454E-DD16-2EC5-85D0-FA22982FD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435B2D-B3E3-4F73-12A7-3A4617DD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375D-A02E-4A21-9363-A09D1752CE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528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891D18-9B5A-D4D9-DA42-DB51A7052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CFFCE0A-98E4-8F74-8373-21521DF51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8F6E83-BDF2-CCE2-E3EA-D24420C4B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65C18A-FBDA-5D09-B47D-FA3993EB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269D-720E-49DD-8907-60321152CD1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5FFA63-29A6-F6F2-30C0-A78F69DF9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FAD6A4-15D0-7DE6-65AD-F6111D357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375D-A02E-4A21-9363-A09D1752CE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415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762CBA-F355-B595-B0E9-0A14E2E4B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1B41A51-8D58-1A19-D2DD-45B6E98D4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AA23C6-344D-6489-2CFD-B2DC0E3B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269D-720E-49DD-8907-60321152CD1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8E4D1C-7810-76DA-71B5-D0E2DD9B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49079B-8342-1DC6-2F15-696FBD8C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375D-A02E-4A21-9363-A09D1752CE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91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0E23B6B-0DA9-4C09-5A54-9B5111826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0110A0-8D8F-D543-BDAB-7CFE1DFA1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E9F76-B2C2-B2A1-5FBB-43CEEBB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269D-720E-49DD-8907-60321152CD1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DD194B-B514-CD2D-498C-50D62CEB5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8FE963-D719-1B70-8EC7-E92EF48B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375D-A02E-4A21-9363-A09D1752CE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82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A0139C8-3628-EBB9-329D-0C0A1999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5F7316-DA06-3250-E867-7D1637938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579DA6-7026-3614-EDA6-795071743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9269D-720E-49DD-8907-60321152CD1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9FC49C-CCF7-D0ED-D45E-F309EF078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FFBAD0-B287-51BA-35AB-828D8918C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7375D-A02E-4A21-9363-A09D1752CE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4295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943D3B8-DD2B-7317-6FBE-7417C02B64F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598121-D8D7-F0D2-5186-2A80DCA1D1A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Wait Time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D56DB77-B09E-71F0-2C35-5DB387521F9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7AACEC-0668-52EB-B26D-5EE626A0312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CE834D2D-68E9-7C28-34B1-E69434985F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32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6C6A1D-0D91-1162-5CDE-3C9A4F40714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4894A9-749E-5954-1DA9-92829FA14D2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3B357F-7B82-9DCB-B227-B1D56473CD5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Wait Time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病院・役所・民間施設の待ち時間通知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wait time alert Domain candidates Confirmed domain: waittimealert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934D036-1EC3-B172-1C6F-530B88FE836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C033C371-9119-5970-00AE-4617A77F62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8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2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DF3C71D-3850-FB95-ED6D-7EB285D9A9A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459E939-EA22-8233-94FF-E1BF0CA300F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D50153-0BDB-12FF-28A4-A7CE87EFDB9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264159-397F-9C03-FFBE-344910EFB93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CF717702-F5C0-5C3D-BACE-B72B87F431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6660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86D4FA6-1692-41E2-1BA3-3E10093B5C0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B0FDB6-F020-C628-FA92-EFDB44835AA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94765E7-AE61-67B8-E575-4D13AD4A03D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54C870D-0603-5476-F90D-90B8F4173FD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70F6BDF-6D0A-C86F-730C-2116764F0C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95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976A48D-D749-B078-7DAE-7383BCD2C26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0FCAABF-E4DB-A541-D289-31155637545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46412A-F1C8-B50A-AD71-D59E28B6119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F9693D-B179-8CFF-A325-7D47534E12D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26E514E-FFA8-5887-BFD8-72A9DDC03A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65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A6A9A2-F136-4F88-DFCE-6203468BAC1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F2BE49-D262-DFE0-05D4-BA89465A79A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1AB51C9-2ACE-A14F-D931-A99F606E5F8F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https://syunnjack.dev/articles/wait-time-alert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760A4B-13F3-8674-62EA-B3C996552F1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9E8EA23-F9BB-3A6C-32EC-F0B682587D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77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2026-07-30T04:59:42Z</dcterms:created>
  <dcterms:modified xsi:type="dcterms:W3CDTF">2026-07-30T04:59:42Z</dcterms:modified>
</cp:coreProperties>
</file>