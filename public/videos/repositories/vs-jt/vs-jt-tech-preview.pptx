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F966E2-BE20-783D-104E-FBC3D021A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0157AC9-6FCB-0E76-2CA6-6E09381C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6B3F8C-C07F-E878-415A-6E9A37162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545-12FB-4062-9B14-BF23A6062F6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15BE09-255C-ECE5-AF43-3950A6B8E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792056-429A-8E35-2AC9-48A1263D6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887C-0FF1-4E9F-A2C5-5279785D2C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031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81D80C-2A7E-28B6-E976-1E6480D34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1995A3-1832-70F3-738A-7E09C03B2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BCC184-0D61-FC52-3F2E-C8CE3B13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545-12FB-4062-9B14-BF23A6062F6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C5D7D3-BF14-8D2B-D655-A2E02079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A12EA4-2386-5110-7493-8A632A4B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887C-0FF1-4E9F-A2C5-5279785D2C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20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7F9A06-28F1-69A4-C7EC-76A92494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177774-2D65-0181-2911-A83E8427D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B960A1-7759-77B9-FE19-63758CB17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545-12FB-4062-9B14-BF23A6062F6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588594-05E7-524F-6FBB-32C519048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8C16C2-C42D-E61F-E249-BCF9C757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887C-0FF1-4E9F-A2C5-5279785D2C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4526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EC5556-3495-84F4-F3FC-0375F52CE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9E71F7-B625-C544-B776-B95ABDE44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16AA07-CF8B-962D-A3D4-5F7750DB3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6E1DDC-8857-DAC2-52D2-E150CD54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545-12FB-4062-9B14-BF23A6062F6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E32D2C-D795-6FE7-0BF5-F3C900B6D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19EF16-5F9D-D46C-63C6-20DEA94D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887C-0FF1-4E9F-A2C5-5279785D2C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698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B923D7-0EDA-A459-9AB4-6F87DB53F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7984B4-9607-6A73-F685-65382DB93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0DA571-CD10-D98C-F928-CEC8C8EC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C77B3C6-A4D5-1DDA-57EE-BE1FEFD06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1E45CBF-61D0-1C45-16C8-82A7191DAD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91F6C67-C465-309B-E271-8826A8EC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545-12FB-4062-9B14-BF23A6062F6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66AFAA7-348B-92BD-CBBE-4078593E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4D37335-9EC0-865D-ED3F-1D26C81D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887C-0FF1-4E9F-A2C5-5279785D2C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4540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EFC248-9396-D4B0-C099-83F8EF40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2DC95B6-122D-7AE4-0536-B1BE6F763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545-12FB-4062-9B14-BF23A6062F6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5000EDF-BC2B-AAF3-2AD5-946E11B3C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93923E-4E91-C208-7D68-EE878645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887C-0FF1-4E9F-A2C5-5279785D2C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97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526D150-B9B7-309F-F485-C19E7965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545-12FB-4062-9B14-BF23A6062F6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8930638-64C8-BC37-1C0D-2A9ABA6C0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371731-F963-008A-F273-F3566936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887C-0FF1-4E9F-A2C5-5279785D2C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883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1979E7-AF76-0EE3-38E6-D50391632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20B19C-FB3B-F5BA-9A05-207FA126A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69CE8D-C896-F56A-8E1D-B87B363B0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B6BCD5-D7B2-7846-F040-A3E8E01B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545-12FB-4062-9B14-BF23A6062F6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1438AF-436E-D14D-3AB8-0D2A0527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2CD2CE-4C01-6A0D-7774-577C81DA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887C-0FF1-4E9F-A2C5-5279785D2C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790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429D71-87A2-F6EE-EEEC-6D6D66D12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F48F206-7E26-8EA4-4173-31AD86392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0C2F97-97DB-3DF0-ECD3-B56525853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F61638-FFEF-BCAF-0FE6-0290F609B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545-12FB-4062-9B14-BF23A6062F6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B0B071-32C8-0D31-1C2A-7162A7F24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93F8BC-494C-A3AE-9CA2-CEC10FE4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887C-0FF1-4E9F-A2C5-5279785D2C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1416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22731F-F136-D353-A7AC-90BE0E35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591CE15-5C6D-D2EB-D149-06F31DE94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7013B5-E3B2-93B6-0D02-BE91D68AB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545-12FB-4062-9B14-BF23A6062F6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B22E66-9CFD-DB06-B466-0691BF88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BBA1BB-C816-8DB6-2A53-23DDB95E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887C-0FF1-4E9F-A2C5-5279785D2C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126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D0B9921-77DE-E1CA-92F9-931F8A24B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3AF7AB-895F-5CCE-92D9-A69F3A2AF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33EDDF-A162-30E6-5BF6-479EC5852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C545-12FB-4062-9B14-BF23A6062F6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131297-0CEE-875E-0D6F-FE4C33AD8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44E529-6EE8-6D9B-87FD-7161C967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887C-0FF1-4E9F-A2C5-5279785D2C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095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51664CF-6BBD-B0ED-3EEC-BED876AE2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048156-7F6A-12DF-B585-E30351730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0A56AA-C920-B876-8193-EBB01D30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3C545-12FB-4062-9B14-BF23A6062F6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7EAF09-31E6-487B-31BB-01413740E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08D8FA-B6F3-F575-ADCC-6FFE761AE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0887C-0FF1-4E9F-A2C5-5279785D2C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1827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DD700A-2BF4-D162-0872-9701AAFB990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C8F938D-3606-10A4-28F6-83270400088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Vs Jt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7EEFF70-9361-699A-2764-D0E92C86D77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F6EEAF-93AF-FB02-E961-7327A0FBC4D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F02B4767-F5FD-EC70-DB4B-8BC3A2F71E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31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387084-5260-7466-7D5A-8B19522323A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7040D6-01D9-BC2A-C6D7-111197A52B8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9DA4384-579F-AD43-33B6-5EEFA536E0B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vs jt /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スグスウ 登録・アプリ不要で近くの喫煙スポット、直近の混雑状況、口コミを確認できるスマホ特化サイトです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C370D32-6865-4F76-48C2-8DA6CFDDE13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BFBC843B-094A-342A-9279-E989E96265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859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4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544EB75-80E3-5FFC-2F36-635BE9EC5ED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85F28DC-3182-92BF-3519-A5E3CA4BFC0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8CE1509-AC5F-8E56-A2CB-4408698AE0A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PLpgSQL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540112-C198-A698-DF7C-AC6A24C7EFC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64AAF42A-96FD-59CC-24CA-A842C5E5E6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840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31B6A39-7567-0769-E48F-FF42BFDF111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4637F05-DF17-E77A-2679-DAAC67D1FD1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177211-4CC8-9620-AD39-43D242B0C85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AB6E0E-461F-1910-C1F9-FCF24A6ECD4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1E9B175-C326-E06F-20BB-B4BA91C6AF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30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01B97F-A79A-A9E9-00AB-3CD5EB7FAF0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64D44E-1B00-48AD-943D-7EFDDCCB36C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218DD0-F014-5E31-F544-47B01DDF429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02B945-5DDF-69BD-0108-2AD0F4ECCC0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B1CA4D53-3234-964D-CFF2-D88839D986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55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15A871-B1D2-FD92-928B-6FD3B54859F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3DE0FF-A2E9-82F1-F1B4-776154C29F3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1F9D04F-4B87-9434-CA6B-51C1FFD071C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https://syunnjack.dev/articles/vs-jt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180EDD2-563E-1032-36D0-8BC8437C375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CAED8901-015E-9CAB-84A2-3CB8E9E9EE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17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2026-07-30T11:10:15Z</dcterms:created>
  <dcterms:modified xsi:type="dcterms:W3CDTF">2026-07-30T11:10:15Z</dcterms:modified>
</cp:coreProperties>
</file>