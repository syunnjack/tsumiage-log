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93DA5A-6A3C-5E73-52AF-B11EA5B951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BB59EE4-E25C-0E04-DF28-3844D024AB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3040DB8-F7E6-1B38-1F49-1BA574639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DC634C-1F77-F417-BCF0-447CC371F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0BFAD8-4AE7-5D9A-CE2C-A2689CA52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9921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568CBE-FE56-66A6-CFF1-8E736BAE1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865352-7B57-CD14-D556-8EEB32637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DDE1EA-6866-9914-FDFF-32CE0AA1C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80AC3B-B6BF-6C9F-7F1B-9CADF0E14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A576FE-FBD2-DD3C-6B84-348024ECF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9806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C0C8F2-9CE3-114C-891A-4DC3DDCCF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22892-E837-8EF5-9C56-FC4059EA49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ACB3F2-6349-50DC-8FB4-27914DE0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590232-667F-5215-0403-4F37AC96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3E8C5C-33B2-B91C-A131-1E6B43128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723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8612D3-1D18-4356-5118-336215AEE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5DF0E-5E9F-E3C8-94D4-F95DE1633C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7730FE-8106-F2A8-54AD-75CB07A3A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40F4CC-F1C6-7E3B-3BB3-A93769A4F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E54F1B3-5F27-B854-7D51-B30474743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075098-F15E-43BE-B600-BBBFF864B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0394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6BF9AF-7FCA-6003-156E-3BB9EAF9D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3617DA-2818-7405-4BF8-B8759CA74B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59E738-1A2C-06AA-E2F4-5A07FD09A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28F7629-5BB3-052B-3C67-54D05D1F22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3536135-930C-21E6-DC79-6C03251D02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BA44AA7-1ABE-DACB-C324-CA659144B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87CB2C9-DD83-9AFF-E98F-71C2CE62E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83FC0F1-A4F1-A670-1A71-21F220F8D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3295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CF3B26-9509-5CBC-502C-4AEB2EA6E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229B736-C0B3-3D8A-455C-6BF73B33F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76EDF61-FA3D-34F7-C922-676F381E8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52A059-25EB-2D59-FABE-7275CB7F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678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4CAFBAC-8F21-3D73-5717-564FD2635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BDAB11-26C1-2061-B04E-EA2DF1CE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6BFA24-487E-D125-8516-F81DCB97E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4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9D10E6-4820-1DA2-621D-5FAD56912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11CE240-EC3B-85A6-2DED-8586160E9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CFA42F1-6BF0-B2F7-F24D-4520461B0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F0CC23-1044-78C3-BD18-F22DCE6DD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7DD8D1-CB28-3AF6-3299-D3E797C3F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C07BC5-79BA-6485-3E78-4DE2CC85D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2364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50DD09-8287-ADA1-94B1-0BC852877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0817FDA-04E9-CD1B-8D63-C076BF4354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CEC244-6AD9-17BC-B991-044EED561A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C35C123-15F5-0224-2E4E-E5DD6DAE5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AE0CB5-BFC5-D649-072D-C9C6453AC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893415-7FD8-3CD9-5DF7-9E2F4616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3318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94FE79-BDD9-8187-6C78-A5502E1DA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ECF79C8-E736-0BD9-67B7-C191BA0D49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4CE5F3-8EC8-EEB7-B780-45349B8CD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AEC096-2E12-B77C-6150-B860CC745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AA5A42B-1362-D492-6FD3-7CC2E843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00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06C2A66-9A6F-6E5A-ED09-7E7446BD64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68BEE9A-1893-AB73-1314-9D9A13A093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BA2D3A-9C0C-0A9F-1A71-7CDE7298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336A86-1C34-7D81-140E-41072006E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25CE08-9E7E-C0E5-C156-131608627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7670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47070B-EDB2-1281-E07E-C2E4AC527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0AE674-D644-FFE6-0087-AF477FF60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52A4EEC-A75F-2A67-1CEB-EDD3EF5273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BBC86E-792B-4DDA-9FCE-CC582720DB85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74D93A-999F-1D40-647F-558AB90EC2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4B255E6-82FC-2E36-715A-EF9C6058C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91C4C9-2D7F-4D5D-9E39-574BF1859B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5041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022DDF4-9060-736D-1CCD-33B1E065347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24F016-F090-19A0-CFB7-DBFDD014AC0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Vs Jt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577CB9A-A554-43F4-8F17-17D1F3144F1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5D059C-A4CD-EC31-F7C2-5BD25344395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6F5C445-CF05-354E-1EFA-9A9A8756996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0964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3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C73D165-5986-E8A6-B4B0-750A2C9E8D1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526F81-8D3C-BC80-7DF1-C06BA5C65B8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8E3749C-0E7B-A0AF-2421-2C22B83FCE6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vs jt /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スグスウ 登録・アプリ不要で近くの喫煙スポット、直近の混雑状況、口コミを確認できるスマホ特化サイトです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75BA93E-349E-4DA9-E23F-C8F9E78F033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4E63AFE2-2F2D-AD77-A6F2-78D74DD3681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8994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80BFC35-175C-FC78-C692-F900DE9D537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74F5BEA-89F5-E961-AD44-46B2496A344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800A3E-4BC5-D3D7-6FED-306B44E8BF3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PLpgSQL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76D6C7-028A-4E14-CA14-D6E19DF3DCA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E70B9C99-2401-F08C-6820-4362DB79A9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7239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2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9B95CC1-A290-523C-725C-DC6AFA68F46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F0827F0-3EE7-ACB0-96B4-281ACDE72FF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494EAA-D0FC-B712-5610-437BBDA4A41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D70ABA-D1B6-A7A3-B37C-E43DA3C81F7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A204B7E-DB0B-5CB4-C3DC-ED36FA62115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166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04D88E0-F367-B8A7-D03F-7AD916FBE00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F6ACC92-3DDD-2960-4E23-6ACB3DD47A3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FB72938-33FF-72B1-9531-FDFAF0101C2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Configure GitHub Pages for sugusuu.jp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2B187EE-98C1-ACE0-3B46-BED4A264C44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44BF7DD4-5DDB-8F50-3B6F-D8E53F45FC8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29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43E70C-887A-2408-0069-19A9CE3579B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991667-8548-5362-E008-1A760C7E2CC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3B42BC0-C875-A49A-E3D1-44A1CF9EC361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https://syunnjack.dev/articles/vs-jt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8C1863B-B075-74D3-7A0B-570E84AA850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39E3245-6F8C-838D-921E-C836529F90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232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2026-07-30T04:35:44Z</dcterms:created>
  <dcterms:modified xsi:type="dcterms:W3CDTF">2026-07-30T04:35:44Z</dcterms:modified>
</cp:coreProperties>
</file>