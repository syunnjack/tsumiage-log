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C7DE92-D9C5-936A-A448-5931EFFB4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F88D401-A6F0-37CD-0BAE-081009A8A2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F1266E-CBC2-EF58-5145-EDDC5672E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5422-BB48-4258-A2E7-EE85F92D886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8B41D1-FA9C-B4DF-7DEC-EB6CD3DF9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70ED1F-7C81-44F5-BDCC-7B041A4AE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C2B-7929-4BA4-856B-8864C5C91A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97409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547CEF-15F6-6844-C9D3-F3D43C825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059BB7-53C6-E2B8-4701-EBC7EEA2C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6882EE-5AD9-45A3-DD81-A4F0F8A3E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5422-BB48-4258-A2E7-EE85F92D886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881C8E-B63A-3F1A-BB27-4FA24985A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E44316-5A09-4A1E-5258-DBBF0C4CF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C2B-7929-4BA4-856B-8864C5C91A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4262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7A3E4B-57F9-0547-47C8-82E53A81C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D159D3-78BF-7211-DEF9-A239A2BBC7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0AC0315-8DDE-C4AE-4CF0-256CB4AC2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5422-BB48-4258-A2E7-EE85F92D886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C7716D5-5776-76F5-3173-B46015042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57D360-3C8F-AA28-5DC4-DFCFF2428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C2B-7929-4BA4-856B-8864C5C91A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1462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EB2EFE-569F-AF2A-8888-AF7567B09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C2EAA23-14BA-43C6-F661-0F71F61BEF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4ADA79B-81E0-62A7-72B1-F5183867C5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57C2140-975A-1BC3-4C3C-1F055BFC7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5422-BB48-4258-A2E7-EE85F92D886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912182C-72EB-3CDB-A3A1-564872C7D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9C68875-B51C-5564-9D42-92ECA9779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C2B-7929-4BA4-856B-8864C5C91A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02458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C69991-108C-C115-BA0D-02B4D0AEC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41A0EA6-DF46-D2DB-0159-CD578E5A1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E75825F-2132-1EE7-C207-04CC9F1673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62C92E4-7F9A-CED4-5596-835C83A826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8B0C4BF-3C93-72E2-DE78-694612C58B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208F108-CFC2-CAE0-6165-B5284B3E7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5422-BB48-4258-A2E7-EE85F92D886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3F9B9F7-0A4A-1043-CE5B-599ABA7D4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FF03FFC-3717-F2FE-BEA7-8CA5FCD36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C2B-7929-4BA4-856B-8864C5C91A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3325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64DAD7-894A-1BA9-104F-156841682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C3D3806-2E0B-8A8F-51BE-25BDD39F9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5422-BB48-4258-A2E7-EE85F92D886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9A6E7BC-0FB2-747E-E237-6E6415634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600D96B-0CEC-6649-90B1-20639AE8E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C2B-7929-4BA4-856B-8864C5C91A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8753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108DF24-C7A9-F30A-07D7-A7E042DD7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5422-BB48-4258-A2E7-EE85F92D886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8EE24C7-A46B-91ED-E064-9DC0D70D8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701774D-5276-92DF-F6EF-24FD3633D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C2B-7929-4BA4-856B-8864C5C91A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8793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FE13CD-63A8-B03A-566E-8EE92A578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6481809-B9FD-58FC-B643-FEF26B86C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A738868-7B7D-9CC7-7E00-F2482182B5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7896884-E67C-B092-5E9F-CCFA472E9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5422-BB48-4258-A2E7-EE85F92D886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7905E66-F4AD-EE19-9541-2EB1F0C99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F3E22B2-6AED-01AF-D941-632DE573E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C2B-7929-4BA4-856B-8864C5C91A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9692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1B8163-EEFF-8364-27D6-C3B0ED663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F47F2BD-9DDB-0A4A-8D03-4C8BB41034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C4DA671-DD3F-7B63-8FA6-166F1BA783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3F6663-6B59-04C1-CF0C-61939563B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5422-BB48-4258-A2E7-EE85F92D886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FC7397A-4085-1E25-FC6E-879063E10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5C6FA58-5FFF-7D52-BCC1-8142BE552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C2B-7929-4BA4-856B-8864C5C91A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3638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9C0B75-AD22-E8B6-22C7-3EEA40B1C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E1A86BE-9DFA-DB9C-5E79-1426217DFC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89AC71-764C-4694-63FE-150CCABE8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5422-BB48-4258-A2E7-EE85F92D886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5DDA34-C229-F2FD-BC9A-AA9D881B8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D6B390-4E8B-433B-10A8-E33F5048D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C2B-7929-4BA4-856B-8864C5C91A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0363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E7B1BFB-133C-0D0A-6823-3820DF2CB2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7533E84-D2D9-28B8-CB7F-0EE216A5E4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3A0A1D-B824-10BF-D405-6911AE306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E15422-BB48-4258-A2E7-EE85F92D886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F23F702-6052-3E93-69DF-2CDEA1064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E8E098A-A944-010E-CA2F-3DF4DB013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2FC2B-7929-4BA4-856B-8864C5C91A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0189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ADF626-2AEA-1C82-007D-8F559E683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C6C8F4A-0D5D-CFCE-E5AA-AF579D10D3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AC17460-FAC5-DF15-33C6-FE13366340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E15422-BB48-4258-A2E7-EE85F92D886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CEE624-1AFF-5A6A-F452-5C75116E72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211A891-EE21-E26E-424B-1CE749D88C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E2FC2B-7929-4BA4-856B-8864C5C91A1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6962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5B98019-BE9D-F651-14DB-DC9912A7419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4DD1499-9BD1-B70F-4DEB-BF486D6E227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vs-jt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966A189-F9E8-BDB8-2148-4C6E62C5A478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C350F23-6608-E5C9-F8F1-F2EB14F3D99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CB73749E-2459-8CF7-4DF0-2034FA9149B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3549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43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EA7501A-C3E4-30F3-CCFF-C1E375F191D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32BE104-C5FC-49A5-7D8C-76ACDB0A6E8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FF75DFB-AEF6-036D-623D-E32ED184FB99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vs jt /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スグスウ 登録・アプリ不要で近くの喫煙スポット、直近の混雑状況、口コミを確認できるスマホ特化サイトです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24E945D-83DA-6B16-5344-6442FBC0274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A013E435-7892-F32F-8556-A3928BFA5E9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3571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4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D11CA8-488C-0BE3-D84A-238F4AF941E7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715D99C-83F0-0E47-B7C4-5A2A43F30DE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8D54626-C66C-8B45-8B80-5A782E5A27B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PLpgSQL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93E6E69-F70B-849C-C64D-B38546DCD87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6C0D7E77-693D-BB04-F72A-DF020389B94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8923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/>
    </mc:Choice>
    <mc:Fallback>
      <p:transition spd="slow" advTm="1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2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AE65F14-05F2-0C3F-8E68-E294C7C33ED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DCD680E-1EA6-79AC-3924-B1D4D474400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D3C0FB4-2963-F306-0E49-F4A857DDCCC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8F92F4-FBE8-8BC8-A790-91B3020E255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730082CA-FA11-AED1-BDC1-7070F33B6CA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5271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0C076B4-5CB9-6810-D35F-C27A87CBFD9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1FE988-321F-4197-E07C-5B55302B4BB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67BE631-1255-D4F9-A145-89661AAF7C57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F13942-703F-DAA6-8301-626204B5AD8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8EE796AD-5BA7-F26A-5DA0-B77858677C2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3894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09BE668-AA35-79B9-84F6-A9A5B3C6494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1FBB218-7979-EBD1-9454-913FC8133B3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807A203-482D-A024-2076-5A138AA6D4BC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https://syunnjack.dev/articles/vs-jt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620CA9E-8908-7C95-5D6C-500BDBADEDC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478B5C0B-0F93-6060-5832-6831CF468CA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1437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139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2026-07-30T04:00:32Z</dcterms:created>
  <dcterms:modified xsi:type="dcterms:W3CDTF">2026-07-30T04:00:32Z</dcterms:modified>
</cp:coreProperties>
</file>