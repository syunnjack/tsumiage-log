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8DD9AB-096F-9689-BF9F-2C44EB588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A019AB-7F1C-1D59-F390-7163E6397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1B0793-BDF4-058B-8398-A68806D4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028E8F-8A52-D147-7EFC-BFC5157F4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7B185D-9406-B25F-B080-3202CDB3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1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31B4F-4F03-FEED-E72A-A3CE5925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67F3F7-4B76-B4CA-BD05-C03A6398F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FD639E-24E0-E87C-1169-165C5E27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0F9EA4-0A04-2771-A182-559CA52C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6AD976-8CF7-A806-7560-B8EADD97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16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5109F-A7D1-34C5-34BF-A8D3AD2D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B167FB-1CE6-F10A-9CE4-DD92C6076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F102CE-9F29-DFA9-42A2-04008FEC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83D342-0BE4-193C-6664-05D116FA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9E6A9-C574-6D06-255C-E510D322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97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535173-C285-3F2E-A025-13ECE419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E86192-7D88-242D-F110-0E49A20AD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CC5EBA-F960-AFAA-B25B-3A79DFA54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A61BB2-E05F-C9B4-D024-AA8760D5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B13D67-EEA7-27FF-7B38-10E97C68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00CF02-5369-544D-26DE-191454DF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3149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131F92-A66B-322C-EB39-46B5B49B4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FB838E-6C4C-D85E-EDFA-D3404D066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5B1701-CA2E-9AB5-52AC-0F294708B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05EE30B-99FD-76BE-46C6-4614D6C42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5B662DE-5FD0-0283-8B1F-E6E021FEE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00884AC-3B2F-1001-4A75-07540A4E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56FACD4-C0E7-3AA6-B6BC-3A384750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17D902-DE15-A2E3-50E9-9574A575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17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5CA1A-3EB2-5E88-3063-28108551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93FBF3D-C425-BB11-B158-ACCA9D76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B12660-40CF-FAB1-42CE-652A0E92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6406777-60B6-4A81-0F58-23DDD147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35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E670A0B-2D6F-078C-7EB6-9382E4B5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266315-C05F-41BC-D719-5D39F2809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FB48A7-4F3B-DCCC-C7A1-751B8400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60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EC705E-33F7-EED1-988B-87BA207E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F5E68D-2AAF-0A74-3F97-94969A5C8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056D21-8FE5-5CC9-0BE9-747C81B84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A57D6D-05E3-3D73-4B85-C1B5959F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78F1F6-D635-57B1-5C2C-437EC1F4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CAFA6E-B93C-BECF-9387-EEC75045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52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F09D7D-03EE-B6C8-4551-FDA17973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ED479C2-8FFF-6544-916A-40AE8E401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C65143-6FF7-4109-98D6-55AD02E04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65375E-C8C6-5FB5-0798-6EA03BAC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AD49A7-EFDF-E17C-068A-CF090909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4393AE-EACC-C8A3-C091-1C4D8258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6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4981D5-2E6A-7284-7AE9-D11ADC2F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FBCD94-5E5C-30EC-F99F-B58C6A179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7F033F-DCFF-0ACD-E24B-EE8F3F38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6F72D1-49DF-1390-E018-0A2E60BF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24A76F-EDB4-B5EC-CD03-0DC1C554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64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36EC93E-96F6-B28F-02A0-34A33A2AE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E38571-FC83-AC52-A15B-A846807DC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FC95D0-1F79-652D-2ACD-C299B26D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BBCE71-398B-5FCC-E614-CB8AD50C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558109-5FFF-29CA-1DDF-7AD029CB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563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6C55061-77A5-12CD-E82C-AC65707A6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3594E2-59BA-6009-2BD6-0419B554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4D6629-1A40-6431-8C6C-28758064E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581C9-D067-4B56-B33F-6FAD14E472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F34EF8-D5CF-C473-7728-004205434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5C635F-21BF-0C15-E928-D23DAC5AA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17195-F16F-4F0F-8BB5-ADA0647B62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E5F33E0-FA43-BE8D-FCCE-BCCE084FAF3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674E7F-E5DB-20AA-BF63-9383F013381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Ranking Vote Hub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53C787-EFE5-EB08-8F45-A4E0346EB8A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EC25E8-F62C-C582-F5B5-B5298984D1E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0F0DE84-B979-9A86-ECAD-6FAD015E23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87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BBD0A1-927A-EAB8-34E6-8EC6D275064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E81148-4C05-6B8F-354D-F3E0FEA77E4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EE881CC-C70A-ED29-CDEC-53CE64A0250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Ranking Vote Hub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ユーザー投票と口コミで、施設・作品・スポットをジャンル別にランキング化する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A4DB90-90CE-5D17-22FC-490A44CCD71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0C37B32-AE23-14AA-0565-2A154EC2A9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03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2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179D2E-ECB2-A736-E1B1-69693ACEDCE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2E54E6-B5B2-3721-08EC-B01F90FDF76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05DEF4-0904-A128-AF99-338EFD6F0EC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4F4AD8-BEF3-44A3-3F53-1A6555F9F6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15D540E-B2EC-283F-63CD-DDD6AA04E5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79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A987D2-6E82-081E-98C8-DEA377CB207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3BEB35-CEF5-B65F-8179-132F81A0F13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C2425A-5B4A-45DD-5ED0-DC754AA3A03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91F83D-003A-6892-89F5-87AE0701987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B2F3125-B77B-725B-E5AD-1C065DAC75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24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28C0CD-AD8A-F578-947E-07324AFD5FD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DF5E3D-4A9A-AAE1-F6DD-39DA21419C3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F1A345-8D5D-EF57-8F15-0FDD6E374BE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rankvote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EF7334-BFF7-9A85-C952-1DDFF2F8A89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495F564-3C3A-6176-8DCF-AE533C7872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64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06F7C1-C188-56CE-F93D-AB358CE659F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E06A0C-5218-910D-1946-314D2365192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31333C-3B90-7CA6-06AC-AC454164760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https://syunnjack.dev/articles/ranking-vote-hub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9258C0-E1E8-3D31-51EC-8D607E5BFDC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23B4D27-8413-D42D-33FE-40E241DC6E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23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2026-07-30T07:01:02Z</dcterms:created>
  <dcterms:modified xsi:type="dcterms:W3CDTF">2026-07-30T07:01:02Z</dcterms:modified>
</cp:coreProperties>
</file>