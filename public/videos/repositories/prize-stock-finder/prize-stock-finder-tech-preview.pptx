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666789-F1FD-AFAF-EA91-79A4E72AB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5F04621-A705-3656-1C1D-80374933C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DBF5E-6DA2-FDE7-D2A6-5D7BCC64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768AEC-96A0-39E8-8891-231ACFDE7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4AA7BA-984C-E253-9B9B-E399858B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0755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DBB787-9122-DD93-9387-A40238C1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13737A-D1E4-7EA0-B224-739856767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CB93FA-BBE9-D804-5AB2-02F773DC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C89171-3529-48B1-FCF9-E833885B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139B10-A51A-AF73-62C2-87441017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221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23EFE5-34C9-89B5-4317-A7C714410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538A45-9DB5-4F25-68E3-F85948A2F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AEC91D-F09F-2243-80F8-67025DE1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425F75-E460-0559-0E5F-6EAF33012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785970-2AE1-5F3B-C55D-62ADF845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6752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B42C76-73BB-4F10-F2EF-B934462A9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64E060-C0DA-C822-82D8-3CE20F01A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5E9935-4C29-0DC2-BC70-D368D8716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F7DE28-00B1-9B5E-6E1D-862B80CAA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FE2762-A254-C168-FE36-6388E19C6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749AF5-B6D6-6126-3733-5C2758C7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53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D27D8-52FA-8C06-4715-B62EEB66F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E1A901-7B4F-6B1A-11BE-BB886F6CA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7A2710-06B6-01E3-AF9C-ACE98A2DB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62F0032-D3B6-3D85-0229-D0CF6B3E88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4CDB130-D7BA-E58E-7B1A-944041E8C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7D5A21-9E8A-4738-30DF-4CAE9C53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1B75C9-0E0E-179A-6F5E-D2AD7528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836BDA1-1E37-1E22-0FA4-0D57BCBD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24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231576-4DE6-F375-8209-A7B095CA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7709D1A-70C9-A81F-C1AC-7EC6A3CF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C3A5878-33C6-D4D1-61BD-28FA2CEA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E1BCA30-EE99-6A74-3FB5-1F247B06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80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9528A6-509B-8C0C-E595-C18A7467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525E008-2FB0-45B8-DE2E-13CF71997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6C98A0-067A-7238-C833-02EDFC76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90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1B8637-701A-2F7E-8FD6-FDA6DDFC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9692EC-BABF-5E06-937A-ECAEAA18A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319622-3106-6686-2BD5-9823FFC46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B89BEB5-29AB-F4C9-34EA-974AB0CD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5259C5E-8FB7-815D-F4FD-2D7BBD168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CB14D1E-A745-B30B-05FF-6766541C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48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463EDF-DB4E-4046-E2AD-08BE87E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0D9C25-191A-D095-C358-FB2055E12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208186-27B9-CCCE-8F5A-069C436C1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4A0C45-76B4-913F-9201-549C3614F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2D68D2-0137-361B-FC90-D8064167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0E6872-E724-7645-7FB0-F6BE6011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161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0B9A7C-E964-A100-9B77-0EAB98D35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07318C-5FAD-20D0-16DD-610122618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012864-BC95-6056-DAC9-66FB0F0A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E1A9AF-A7E5-8031-CE65-13EC8D267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4A109C-44E2-94AF-5204-0EAAE3A8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3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2311EB6-5624-2A14-368F-16B52D3AB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6678DF-2EE7-6171-447B-082213006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E0CD97-9CAE-2425-600E-C7DA84B3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137B34-1486-C66E-AEEC-DA99A6D9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97EF82-5368-9145-714E-218E32DC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45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0E763B4-9997-FA72-D836-3D153B97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14C8E2-CDD4-00C5-887B-A3E871367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8B9DDE-BC6E-D089-5D3D-FFF19CD30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F3377-0C63-4A6E-9F07-5A34C0A9CD7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C6944F-AEEF-8003-3342-EA89BE8D8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41C4AD-1D26-0522-FD2B-7AE744EA5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82477-8602-4351-ABED-52024E500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95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C98ADBA-2968-5FDB-5665-FB911B4BE8B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F1037C-39D1-C6C9-345D-68004D69417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Prize Stock Finder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CBBABC-9AB8-2DBC-CB6F-7DE4B80FF08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2B7F28-6C72-396A-C1D0-CFF25B6BD22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26746CF-7E75-1DDA-60D7-7A7B1E5495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896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3F2EA6-8356-AF70-ADF9-4F23EB0BD81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49F02D-66B0-24F6-B8B5-90502973C71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B8C648-DBA5-1C29-9F6C-65A64843E28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Prize Stock Finder Recommended repository: prize stock finder Confirmed domain: prizestock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8722E7-F3B9-72EB-75DA-F13FBAF8871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7C70526-A11C-6C26-4796-558CB99F25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47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2E4335-6E01-0987-E3A9-641344B9FD2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4745FD-65C1-CEE4-7CF4-C4E95CDF5A0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588D8A-50A8-B8C4-8C39-2AF907EEF29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9EDE3A-8C4E-96B2-8A6C-89C319A246B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ECE3531C-CFEA-34A3-F2AF-2C7F6C99F14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1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A3D231-DF5E-A2F7-3358-EA1ACD289AD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D24BFA-ECE1-EF7A-670D-C311FD115EE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5CEEB4-B5D0-8240-556A-168EBB9A098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E47C67-4DD7-1401-8957-47673BF529E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3105378-6D7F-0214-7131-E6922CD631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076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6EBA8F-282D-AF7D-7674-9982FD8A8C1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E6DD3AB-FAD0-7EC8-3BA2-5A3D89509C5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262662-C47C-C865-0B91-93CBD290131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927A53-E85C-A69B-A711-8525059C190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C27934C-4485-D594-F433-4BFCEF4A36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85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FE0DD21-F21F-A0F8-C47B-C1EF046F7A1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54A52A-D287-9EFF-46DC-6A67899FAE9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464EA5-D7A1-70A6-FBDD-39C1342A3C8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https://syunnjack.dev/articles/prize-stock-finder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AAE07D-58E3-989A-D778-DE479225210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50760C19-8F27-6EDB-88D8-744A00E8A2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88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2026-07-30T06:55:38Z</dcterms:created>
  <dcterms:modified xsi:type="dcterms:W3CDTF">2026-07-30T06:55:38Z</dcterms:modified>
</cp:coreProperties>
</file>