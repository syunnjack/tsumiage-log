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F4EE6-8876-A618-7502-D2DA4F38F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EA11FBF-4E6C-6CE4-2F26-E045B2EF1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5A4FB-8B1C-C7CF-04BD-CB99F6265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5E5B4D-4CC7-5256-17C1-30DD951E1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F3CD24-CA55-675B-9241-C330EC16C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605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4DB692-F540-29E4-1C4F-2E509C077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BC8138-8D5E-BC31-9888-4BE383649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48C9EA-5899-13A7-73C8-D87E44A10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66EDA6B-E587-FEC3-1B01-B44391490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814F14-94C0-4773-31AA-D56E846A1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45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4425D0-27A4-8FD1-A645-D4EC18289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D1F0F6-1E2F-3FB4-7E0D-DD6EC7106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111325-256E-3F3F-9E9E-511852ECB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CEB060-DD31-4C81-3991-A05E8A1A3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39EEA7-D8C9-1EF3-7A07-D4ABB8D8D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2374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FAFE55-11BF-58BC-F0B0-147D73D2A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332E7D-9944-2E7E-B2D7-F384F39F79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3E126B-F0A3-663E-F934-0B0B5B7D7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4B7EFA-B8E6-6069-86D3-B19D70B70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8C6C00-987F-8851-547B-3415A8C39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49BC1B-F461-29A4-D190-A21FA5BC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184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252190-6698-647F-2CF6-737A13309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65B709-7D62-8652-796D-065BD52B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7DA133-C188-C2D7-6DC0-9C5AC69C1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22F621E-55A1-1B46-19BD-2CAB8F4A8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25E6604-61F2-BC0A-CCB4-B6D217D13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EB8089E-D57F-4F00-D7EE-1A59E3E7C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3954074-E3D1-5EC0-8A41-A3D3AFF3A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0FA2B8C-8221-0FA3-BD64-F4DA8350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2026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1DC4D6-9086-ABD4-AC04-65DCE778E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F6C699F-D8FF-2C53-74FD-035EF105C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7E91FE-B66F-ADAA-9DB6-6B36BB630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37DD7C3-1FAC-8396-2697-63E18EA72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273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6E06601-3728-A1A9-3B5D-25937868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B81FD58-04F7-5E9A-E028-40FFA1DDA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4A3D8D9-1BAC-5FE9-C7EB-CBB5109A5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0789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D18027-EE59-6955-A03D-BBB5A5353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662581-43FB-66DF-91B4-BF94D20E1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7B14B77-A6D4-EE40-9D6C-B095A4EE7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5B6CB9-269E-5D72-6A3B-E0B61BA42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FAA1F57-CE18-361B-7946-CC3396B7D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CCD89F-96C5-543A-BC96-CE35BD8DC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0171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4C171E-CC8A-6B95-E6A1-86532BEAE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E8FBDA-0B0C-4982-64D9-26319FFF99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F76442-0F7F-D3FB-43C3-FAC69EA2A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77E107-3EAF-1BE0-BFC8-D3B112CFC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D4319E1-8A83-BD70-3208-2B3E7FFA2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5F53E7-DECF-15D1-4320-E09B7FC3F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457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182253-91B4-7C07-3F09-5F3FC3F7B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39F0287-7185-77F3-A62C-25DE51262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E1B2F1-911A-F898-9911-4AB5D0AD1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CA0E52-71CA-FEF7-3543-86F71F060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091360-AA69-FD4B-3433-E3F2D895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314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FB60E49-913C-CB49-61B8-5EBDB6C631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B20BBAC-7B82-4EB0-5301-710537322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782A91-961F-D9AB-EAE2-4B4968212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1D5391-DAA6-4CBF-B6B6-5B9076FCB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BB0224-D62A-F693-C4AF-0075204C5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1546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386F6AA-A4FD-1EC7-E91C-362644880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14AE272-E84F-2061-8FB8-A1641EEEE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B167E5-E146-1CDD-C4E4-905FA839B0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08204-28F4-47FC-A19E-27C932FDF4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3A5086-CE87-311E-53DC-563764DCD1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2695C6-BEDA-D8A9-94F0-8A6E270A79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9497F0-5F34-405D-A7F3-3E7DF3B263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10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3E7B71-EBFF-C7B0-195B-4A72B07681B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BB2FA81-6DA6-800E-7D71-78F80796D75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Togo Kanri Tool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322EFA-5F3C-42BF-D7B7-3D4CB2C7A8E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AA4590-06A5-851B-1CC7-113EBCB6747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08C28796-8DD6-E696-2FF8-48F4C1FACB9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5832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2535AE3-A9CB-AB06-300E-DA4314CADBD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26E0BCB-FD3F-1AD3-E68F-A07505FB108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72F943-24A1-9B46-F147-F066453D215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Togo Kanri Tool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CBD86F2-3579-B4FF-5DAE-0EA540D42D1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0FAAEB2C-C091-F831-2AA1-FC807710D23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7114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0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9B1C66-FCC5-09F4-35D8-8404883ADF2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A29874B-24AF-D262-E96D-4F9FE0E26CD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9E9F6B-6E6E-E92F-C962-7DFBE0655AE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63191-8DAB-453F-B498-5AFF0DA87AB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599DBE19-A770-B968-374B-F1421DF68CC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633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E8350B5-4132-38AA-E3C0-A20EDDAA383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EE7307-CC56-C966-FF69-911FA9564EE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E8A0DD-B77F-A1A2-8CB8-29017C560B4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eslint.config.mjs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lib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BDDA7B-1BF8-CED1-0CC6-E8128D4C712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A46D2F5-5C75-5598-CD0F-D757D882E55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46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2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D211C7E-3F21-D923-A315-D22DFC00CFD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C70C5C-CEF7-E08B-0228-97041E9184A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FA5F7A-AD1A-6D1A-B35F-83900100AB9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Scaffold togo-kanri-tool: cross-site GSC dashboard with rule-based suggestions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C1E2F3-A8A5-F9B7-5414-FED0F6AB593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AF86386-4E33-DEFE-84D0-34748033DB7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8076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4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98D7920-E716-0A6C-9434-9A171756A6F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6DA4C4-CC99-AB1F-D761-2F0B3B3BE48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98EFA3-5E1A-E80B-B8B9-660B338E126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https://syunnjack.dev/articles/togo-kanri-tool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7FB804-8346-7CA3-1E9E-066632C60B5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685E5531-2CE4-8A25-1735-0B526E3AE62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8479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2026-07-30T04:17:19Z</dcterms:created>
  <dcterms:modified xsi:type="dcterms:W3CDTF">2026-07-30T04:17:19Z</dcterms:modified>
</cp:coreProperties>
</file>