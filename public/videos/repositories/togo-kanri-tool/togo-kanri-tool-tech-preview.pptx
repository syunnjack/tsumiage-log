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AFE3E65-40C9-7BB2-3180-08BD0793F4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103D128-0096-EAA3-D9FA-FBABAFA4B4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C450B4C-D489-62BB-42A5-E51E70CFC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A954F-6878-4CBB-85A4-08585DEC05C9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06EEDDB-598C-D747-0130-D8890D855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2600586-F2B9-D6CC-FE2A-8E1549A54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941EB-36E4-47D0-8598-D5AE01190AB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0542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4D7C9B3-C66C-B874-7520-E093EF1C9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328FB8A-C258-3E93-E360-281D5B8E0C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2366E61-CC05-420C-95CC-7AD784424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A954F-6878-4CBB-85A4-08585DEC05C9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CE58966-3D1E-8DBE-79B7-3E65B8721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16AABA5-EE36-7490-C4C9-2A830DA8B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941EB-36E4-47D0-8598-D5AE01190AB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96251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5BD7E0F-61C5-0B79-BB8E-8714BEB02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055680A-8AC1-7AFE-C4BC-DE83AA5DEB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9AEDFA0-7958-7655-D10B-B8437EB6F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A954F-6878-4CBB-85A4-08585DEC05C9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3A54FC7-53C2-96C8-8A0D-04C8D6583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728C0F3-365B-9863-143C-42AC40A34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941EB-36E4-47D0-8598-D5AE01190AB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663402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362B1BE-850B-6CD7-0CE8-1176CDC6E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6C55DD7-B014-DF02-061B-4521030A98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B3D71D2-ED60-594E-FE90-8D988DAE98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EC10EB2-0BCE-2A1F-D2FF-DBC201BD1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A954F-6878-4CBB-85A4-08585DEC05C9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0F0644A-0C53-FBE0-0CE5-1B68C9348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FEF56E8-7221-BE87-D783-22EB051D8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941EB-36E4-47D0-8598-D5AE01190AB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221623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3C0E66F-8E83-EADD-7231-19743B9BE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693617B-51BB-882A-9138-B49C08B3DC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70AA2EA-FB85-4C74-0299-18BC609FEE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B4D26EC6-A440-D18E-E95D-2A4A82CD84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5E62FAE-0E86-4334-8D23-B97011ACBC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DE3BF167-6C6A-3120-73C3-C76F2BD17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A954F-6878-4CBB-85A4-08585DEC05C9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AE8FCFD4-9198-6228-3B05-67D923FEC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428B019B-D3EE-59FF-7D4A-4484489C3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941EB-36E4-47D0-8598-D5AE01190AB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942591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9637763-5047-A4CF-3719-EE5667D40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8D619AD6-F8A4-D393-1013-AE74222F0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A954F-6878-4CBB-85A4-08585DEC05C9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83B67A3A-D5D7-48BA-323D-A12E9448E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1C312EA-728B-F85C-BF42-BA5C92CC6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941EB-36E4-47D0-8598-D5AE01190AB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782424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BC0BC18D-F5F2-0073-DEC0-3D592593C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A954F-6878-4CBB-85A4-08585DEC05C9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2116A6B-907F-4EC9-3BB4-5EC60720B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3440B8F-7ECC-D508-6257-4DB928F4C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941EB-36E4-47D0-8598-D5AE01190AB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075579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3D9FCF9-572E-E8C8-5962-12A89624A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8B7A2FC-B825-2BAA-E116-DB50629023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3BA0A2C-CFF8-CEBA-91B3-6E6F658FBE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8F35A44-912C-BAAA-638D-1CE26005D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A954F-6878-4CBB-85A4-08585DEC05C9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8340A82-C63F-876E-4049-B3D47AE5B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62401EF-E75B-DE70-17DD-F84F35971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941EB-36E4-47D0-8598-D5AE01190AB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39997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0E66B59-00BF-30A1-4CFC-0D68B1DA8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185A5041-891A-6783-F890-30A8B9B70D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BFEB72F-9619-586D-BC38-6A0038445C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74947A1-B3E4-39EC-DAAA-23537F642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A954F-6878-4CBB-85A4-08585DEC05C9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236F4F2-6A88-452B-58B1-D39F5EE96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D92AA51-E2C5-6A63-83C7-5FA9177C5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941EB-36E4-47D0-8598-D5AE01190AB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503733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73F183B-51ED-787B-5953-9AEE5294E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9955776-40F8-F2CC-0A22-FA665C9DF9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60BAEA9-F7F2-A728-126F-B8D4D650E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A954F-6878-4CBB-85A4-08585DEC05C9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FB6A6C4-74ED-558E-9477-822B29E5E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268CD16-B420-703A-CA92-56CD357E0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941EB-36E4-47D0-8598-D5AE01190AB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122606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53816280-9217-02A5-EBA8-A987163463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A2385CF-84FC-4ABE-0C2A-F55AB6649C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BB09E59-C170-BCEF-F855-D53328EF3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A954F-6878-4CBB-85A4-08585DEC05C9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3927A0D-6FE2-9629-5698-99B387EEE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C94D8C9-5762-B4F3-AFC9-D0A3BB9A0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941EB-36E4-47D0-8598-D5AE01190AB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147217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E740B48B-EC55-5FD7-6B9A-3C04DB7D8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EF927D6-6A8F-63E9-828D-F109D85EAE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E13D9B0-8E9A-E969-64AD-CA0A2F73F3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8A954F-6878-4CBB-85A4-08585DEC05C9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C2996CD-1B84-AD3B-1A80-0BE9870DBB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F9DB3CB-DDAE-57C8-AA44-268A4E02AE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2941EB-36E4-47D0-8598-D5AE01190AB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49607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F1A5742-F671-6475-C8C4-7010CA6087B6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2E8ED05-3FCB-0824-9749-ADF10541BEBF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togo-kanri-tool TECH EXPLANATION</a:t>
            </a:r>
            <a:endParaRPr kumimoji="1" lang="ja-JP" altLang="en-US" sz="34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443CDAC-5D3C-8AE8-EDA5-4168810B28B3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Architecture, implementation and commit history in 75 seconds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6801D57-266A-D7DF-0442-138D5704FC6B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262557DA-4B99-946A-0CFF-68DAC199FCD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5323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29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C0EBA27-93E1-C460-D662-8FF8AEBBCEA4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851E79B-F743-7F8D-E5CD-B691D21225FA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WHAT DOES IT SOLVE?</a:t>
            </a:r>
            <a:endParaRPr kumimoji="1" lang="ja-JP" altLang="en-US" sz="34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73F6BF7-7774-2421-398F-673B0B719829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Togo Kanri Tool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の設計と実装を記録したプロジェクト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05592BC-2879-04A2-0159-424A1B17153C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858F3FBA-3883-383A-408E-252F520C814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8607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0"/>
    </mc:Choice>
    <mc:Fallback>
      <p:transition spd="slow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30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30183AD-5C27-DD74-480D-87A286B24459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1160CC0-CB5C-B8DE-B32F-D6DC7E599F96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TECH STACK</a:t>
            </a:r>
            <a:endParaRPr kumimoji="1" lang="ja-JP" altLang="en-US" sz="34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1509435-FB63-EBC8-F3AB-C397212F397D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Primary technologies: TypeScript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DFB0C52-73D0-D8DC-A785-127A44075614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AE0E630F-0071-8CE4-3948-96FAB70F478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3019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7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2639252-D8E8-70C5-1D64-BB93D5CFA471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BD7C497-DCE3-F6E9-3812-658F1DC05BA3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REPOSITORY HIGHLIGHTS</a:t>
            </a:r>
            <a:endParaRPr kumimoji="1" lang="ja-JP" altLang="en-US" sz="34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3728809-8F6A-10F0-6EA6-671B886D4C88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Public source code, README and commit history reveal the design decisions.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FC50C9C-4F93-93E3-1267-FFC256A76035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C6FD116C-F86B-DDCC-C3D8-A431FCE1576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6657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82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1502931-49D3-647D-CB49-5D3168DD6146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5165B0A-2C19-DDAC-9A43-C2B23E6679F9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ITERATIVE IMPROVEMENT</a:t>
            </a:r>
            <a:endParaRPr kumimoji="1" lang="ja-JP" altLang="en-US" sz="34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EAE517B-1005-C963-516D-45D0F11B49A1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Small commits continuously improve features, quality and release readiness.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39597B9-A833-2685-EAF8-B2EF65BCD92E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2CB372C5-D34A-1E3E-30D2-5C589F2470C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6267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499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E853C12-A9E1-7B21-2A72-742A164AAC62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E9FE4DB-64AD-1B24-0CB3-DA6130C4B526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READ THE FULL ARTICLE</a:t>
            </a:r>
            <a:endParaRPr kumimoji="1" lang="ja-JP" altLang="en-US" sz="34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E4354F0-C12B-D62B-3A83-AF3AA56F583E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sv-SE" altLang="ja-JP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https://syunnjack.dev/articles/togo-kanri-tool
TSUMIAGE LOG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85F5193-1870-6F2A-463D-055A3B9B3DA8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F79D4558-4897-FC4E-7C3F-E1CC3EA0B73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96061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119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2026-07-29T22:13:05Z</dcterms:created>
  <dcterms:modified xsi:type="dcterms:W3CDTF">2026-07-29T22:13:05Z</dcterms:modified>
</cp:coreProperties>
</file>