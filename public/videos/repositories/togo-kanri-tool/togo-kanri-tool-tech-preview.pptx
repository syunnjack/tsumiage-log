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2" d="100"/>
          <a:sy n="62" d="100"/>
        </p:scale>
        <p:origin x="804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44DD5FD-F9D0-0F17-68A8-B770440AF9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88C4CA5-1574-9F3B-E3DD-DAB95533D4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6753E41-16B6-9DD4-A449-D85931E07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F951B-9A95-4A04-A553-A9E1FF600C9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62FB68E-B117-C22B-B12D-794B0F7653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D319691-3A8F-B05E-8C00-456E0E13A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9EF3-6771-44E9-A7A2-47E6107873B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128469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54AB460-0D77-74BE-E419-9EA962BF53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90B8D9A-B05C-71DD-92DF-16FE3B42C9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9A4ED1A-3F6D-536E-CE15-75F27EB054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F951B-9A95-4A04-A553-A9E1FF600C9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3932334-80B3-B151-206F-244A4C867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1C34295-E19F-A8DA-04F1-0384A0E3C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9EF3-6771-44E9-A7A2-47E6107873B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256644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A97739A-A5F8-9390-EA57-15DEA9424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8134F45-11DD-156B-DF4C-208515A5B4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9189E1B-3ACE-A9B0-83ED-9E7F658FBF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F951B-9A95-4A04-A553-A9E1FF600C9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B64EDCB-F279-69FA-5875-081E47843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428143C-CDFF-E420-4AB6-57B89EA3A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9EF3-6771-44E9-A7A2-47E6107873B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80673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D61551B-00AC-A2B8-FD94-86A4219D2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96F5679-9A39-391B-4320-7DD96D32E8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1F30EAB-395F-FA43-9D94-D58D9C7598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54CFB2D-C11F-610F-86F8-2CF190431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F951B-9A95-4A04-A553-A9E1FF600C9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3AD9469-6B5C-744C-57E0-D58102688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A55F6E3-72C5-6659-2C3E-709B7EF88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9EF3-6771-44E9-A7A2-47E6107873B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09299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9457E70-A791-1AD4-2359-F38E48F6D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F3AF274-90C5-B3DB-0630-3F88FAD64F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A94B6CF-6EFF-017D-C88C-01E7853956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8D53DC8-154F-B8BD-5B71-D66C161BF3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98D5A8F-F1F3-3C45-6ACB-3AB448E36F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C26A188B-00A5-00BF-4221-2FE239F2DF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F951B-9A95-4A04-A553-A9E1FF600C9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B469C15-D101-4336-6E36-71971F7812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F0871FF0-6FC9-765E-70C7-23C603063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9EF3-6771-44E9-A7A2-47E6107873B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55501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050C760-3D7B-A6DB-C54A-B6CF4DD11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67200B3-8F99-8D0A-EC10-56C48C0E55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F951B-9A95-4A04-A553-A9E1FF600C9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A514DCB1-A313-D73C-BC80-246CA2F3E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03E0FBD-9BC6-B467-7F70-942A3A755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9EF3-6771-44E9-A7A2-47E6107873B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590119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018460D-A2FA-68EA-C45C-AED789803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F951B-9A95-4A04-A553-A9E1FF600C9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5F8B33F-6F54-D148-1E59-D166A45171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79E1320-0AA4-C8B6-3680-8240CE818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9EF3-6771-44E9-A7A2-47E6107873B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464388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E0E7D9-6105-2F6D-BB79-13F0422A60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E1CAB00-5DF8-D3A6-44EC-2B00D69331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A31505D-128D-34EF-EB33-07DB726A08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55A4EC3-C969-8979-782C-DDEA06400E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F951B-9A95-4A04-A553-A9E1FF600C9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1C3C4CB-A6FE-895B-A358-2D9BDCB63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5D3379E-009D-F63C-C734-DD17B83A8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9EF3-6771-44E9-A7A2-47E6107873B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932106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BE29EF-B04E-D54D-320A-77B8A8A2D6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461EF0EB-DC49-4B6D-EB44-ADCA32FD1C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5387439-AA65-9D26-6DF6-DF10BA5D43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5B7557B-4989-5B8B-4395-E70DC16D1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F951B-9A95-4A04-A553-A9E1FF600C9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D091082-1216-22EE-9C9C-DBCE6149E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AC71848-D48A-8978-3887-A27533D902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9EF3-6771-44E9-A7A2-47E6107873B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17988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D4EAE5D-F0DF-FBB9-3F8F-37DBF0509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19715D9-DA66-89A8-DDF6-A9E19A2C47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494A251-0E94-4B24-A09C-F438E2D31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F951B-9A95-4A04-A553-A9E1FF600C9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9B6970D-7B8B-D676-D7A0-D1190FB6B8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1745312-0F3B-C1E7-0AED-47C207706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9EF3-6771-44E9-A7A2-47E6107873B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614378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7D710124-45F3-6A27-5686-07FB8893AB3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A8BFE43-F170-4677-4418-5A899F46DE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8799153-5A7F-767C-6A00-8016B4DBC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F951B-9A95-4A04-A553-A9E1FF600C9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885CBDF-0EBC-4646-9DB7-6F5A568A1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FE5C89D-3AEA-184E-8EC0-087D600D7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9EF3-6771-44E9-A7A2-47E6107873B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13848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F2C755E-B24F-A33F-B684-82C4D2636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18A6428-39C4-DAAB-018F-F9FC2F2A30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7EA9449-2ADD-0C23-5172-1CDB8FA2F0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CF951B-9A95-4A04-A553-A9E1FF600C98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0C7898B-F866-42B6-F9C8-29763887D8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505A707-B09B-2B84-4C30-E24871103D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3C9EF3-6771-44E9-A7A2-47E6107873B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222170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27CE582-DF85-E014-56B3-8FB4682331FD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19D52DB-A39D-0A52-8F1F-15676732E65F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togo-kanri-tool TECH EXPLANATION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5111330-C13B-C7DD-6971-2DF65FFC5EFC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Architecture, implementation and commit history in 75 seconds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5E16A9F-FBD7-D5F9-81E3-4C2B2AB02ABB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BA3956AA-F260-6D73-738F-B3D93CA66E92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375224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29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77F7E4D-896F-6052-A206-EBF41F0E69AB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13BB027-7FC9-52C1-B6BA-DFBA8F1280BA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WHAT DOES IT SOLVE?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BE9CF34-DAA2-32F6-CBC0-45ABC1F80ECC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Togo Kanri Tool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の設計と実装を記録したプロジェクト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1C3CAEB-69EE-7FCB-09CF-4AD8C0E040A8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12B31BE8-1F43-1CED-9D0A-54DB643CA2A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169995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000"/>
    </mc:Choice>
    <mc:Fallback>
      <p:transition spd="slow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30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A92976D-BD23-D781-BA5B-45DC8BB6FCB4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3E6264D-E416-D231-9E22-482B63AD0D10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TECH STACK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2708B23-6ED9-A478-5BB1-36D727DAE0BB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Primary technologies: TypeScript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148423E-E1B9-BBE6-4306-9DB36AD2CB8C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15A95BBC-3AD2-820B-C7C3-20BEB2C497E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6637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7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6D8A88B-BC90-408D-6F82-9435BD0E3BB0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7D9E256-947A-3012-2D8E-404D20A8637D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REPOSITORY HIGHLIGHTS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3DC6F1F-2CD0-A78F-D0BA-3E560F76147A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Public source code, README and commit history reveal the design decisions.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9E1463F-3911-CA0E-04AF-51943638A8D3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F052C2AF-9B9F-21EC-0C2E-454C7540A67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84616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82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7135224-98DA-4A34-6841-957C5FDB6E59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50FD3DD-89F4-BE49-F8B8-8BC2FFB95167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ITERATIVE IMPROVEMENT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140A11E-5DD6-CBF9-C14E-E5100290EA08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Small commits continuously improve features, quality and release readiness.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EE05954-17F1-5550-82B6-5C89B80636C3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627E01CA-C741-E754-FA15-23B27FC0AA4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5468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49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C1DD282-3E68-AEB0-6A5C-274FC09CE283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2548C97-81FD-68B0-38B3-2E342B27C407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READ THE FULL ARTICLE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02A555C-AD3C-4748-77E5-AC1FEB16282F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sv-SE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https://syunnjack.dev/articles/togo-kanri-tool
TSUMIAGE LOG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00E379A-4CDA-83C8-5F6C-9166B9DF00EB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A1236134-3AB7-05A4-5B52-DACFFD15678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59605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119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2026-07-29T22:09:04Z</dcterms:created>
  <dcterms:modified xsi:type="dcterms:W3CDTF">2026-07-29T22:09:04Z</dcterms:modified>
</cp:coreProperties>
</file>