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477125-DA8C-174B-D8B5-450D537FF1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6A8D740-B405-3A75-BF2D-B0B3694DB9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4C591D-81AD-38DE-69C4-BF0AFC972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A6EFA-88EA-4349-A907-4CCED1D37C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BF4F2E-5D4C-F142-0F0E-E4EF00FAE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1752AB9-3F11-67B1-188B-A226DD2ED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EAAE9-A891-4A45-9E32-2D4073FAA2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93929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E97C97-5136-EF55-4557-FE7367B1B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460D11F-555B-D15C-3004-60B54206EE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4793DB-920F-8DA7-AB5B-05B40FFDC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A6EFA-88EA-4349-A907-4CCED1D37C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BAD5520-5BED-88E9-E73D-FC27A6F7B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3947828-BD4C-0891-03FF-B390D37CE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EAAE9-A891-4A45-9E32-2D4073FAA2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335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237B90-3B1D-2243-512A-D28FDE605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40082FB-1474-AB27-68AC-029AD440A5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0015D8-DDF9-4F74-211E-DC68B4CAA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A6EFA-88EA-4349-A907-4CCED1D37C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38986BB-6A04-68BD-85A5-CA7D4C776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A31EF4-9872-5BBF-52AD-B18DDF607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EAAE9-A891-4A45-9E32-2D4073FAA2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088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E36679-CA47-26FE-DC72-D34396EC5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50E897B-18F9-42F5-3741-25DCC3E2A9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EC82A25-558B-6B0F-188B-00E57182BF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01A4941-777E-4DF1-F407-AB5C6F8B8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A6EFA-88EA-4349-A907-4CCED1D37C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D2ADA49-394C-E2EE-2AF1-E58DB9A0F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43E9D32-D05D-7065-62CE-CD43BA392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EAAE9-A891-4A45-9E32-2D4073FAA2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18983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C8313-EC3A-2CED-4D02-E8A9F903B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A37F99-31D7-982F-487D-193D57B6D3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D3B4F72-4C77-BDEA-82B2-34055CA235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EC43FF4-B644-E612-C827-A2D8AD288F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6AFB9F5-05A6-4521-6006-73FDDA0D25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CFC7716-8E1C-862A-5939-BF6B92F9F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A6EFA-88EA-4349-A907-4CCED1D37C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6B8934D-6996-33FC-B72D-8424D9E8A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802C454-F670-AB68-005B-75A3833CA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EAAE9-A891-4A45-9E32-2D4073FAA2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3395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0BFE0E-C9D5-FC2B-9BD9-3082845EC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CB22BB3-652E-9DA1-C948-34359C478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A6EFA-88EA-4349-A907-4CCED1D37C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EA3065B-34DE-B8BA-8AAC-ED07E1270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C6E2D30-921C-061F-5E02-6178E072F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EAAE9-A891-4A45-9E32-2D4073FAA2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1783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6B4E416-1D78-FDA1-A8D8-0D835B17A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A6EFA-88EA-4349-A907-4CCED1D37C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B070751-64A7-C0FB-9645-67FC580BB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2828244-8663-4631-1EE1-0ADC798E0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EAAE9-A891-4A45-9E32-2D4073FAA2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3032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F8663B-981C-D8E3-4A76-7F88DB105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2EA3C4B-4F62-9013-EBD7-C03D4ABE2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7688A9E-DC08-E78F-AA36-5B6147B220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4EB414-46B7-BC14-0D00-3BCD04B26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A6EFA-88EA-4349-A907-4CCED1D37C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9962904-20AE-7436-432A-33D7ADD46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ED09DE-5D79-97C8-D3C4-DC65CB0AE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EAAE9-A891-4A45-9E32-2D4073FAA2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364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17C95B-B0FD-9FB8-7738-F88D8B8C3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30021F6-F248-573F-7214-9F4820D13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E81DA3F-D77C-E63C-B6F9-EC786F9134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FC56B2D-C418-CFCA-FD85-6B1E64AB1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A6EFA-88EA-4349-A907-4CCED1D37C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B99D6EA-0573-3EC1-4DD8-4A8BFE59D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C16D7D-7B0F-1117-0AB4-89602A637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EAAE9-A891-4A45-9E32-2D4073FAA2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93128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928A84-429C-D271-11C6-FF4D4C1AC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1B4890-15ED-43E7-5E4B-8B109BD307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1FD85A5-3CE2-CB51-EA0C-252EBCBFA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A6EFA-88EA-4349-A907-4CCED1D37C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267C182-CB35-7992-1111-ACE343BC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0D12DA-FC6C-FDF9-8FA2-878542C43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EAAE9-A891-4A45-9E32-2D4073FAA2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25327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C0A7D71-77A4-BC17-8976-BA0FE6A8A6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4ACFECD-55AA-77C1-D42C-B6BC0D6CF7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8E9258C-1ACF-6538-75F0-ADCAD53AD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A6EFA-88EA-4349-A907-4CCED1D37C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EB74635-9943-F310-D05F-11F51055B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A0B2793-A204-3FDF-306E-C8D2BC666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EAAE9-A891-4A45-9E32-2D4073FAA2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2411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0C3B808-0571-F6EF-6782-09F3E98AF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8D45950-0D9E-F476-9B4C-AB0E22477C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9E4038-4313-78DB-7D13-E71C3C00C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3A6EFA-88EA-4349-A907-4CCED1D37C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F5F8D8-D931-0E35-2D62-18E3B7B2D7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198808-8458-1296-0626-14666E4545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EAAE9-A891-4A45-9E32-2D4073FAA2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3289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22F5975-BEB5-0496-160B-60B553E0A22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5AE634-B0F4-990F-3425-67A0A7566CF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Anchor Suggest Search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82EEE2E-D855-B6EC-0827-9FAD962E108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15A5BCC-0AF5-3173-D633-395FDE11C54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757ACF7D-9742-F4AA-84D3-C34A8F039E2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3671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3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BE78586-2476-2199-82A1-E89E99373CE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6485D54-3251-97B1-3671-C8D51ED0BD7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C1B482A-3B7B-A8A7-F233-6A1F2A1EECE6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Anchor Suggest Search Recommended repository: anchor suggest search Confirmed domain: anchorsuggest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E7E2309-B12C-EC17-58A5-39AA55EEFB0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6900E8B0-52DA-83A9-2DAE-F6E7D1A8B53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7946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10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F0B1BF1-3CEA-94A6-6B80-1F7BF70BDED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B71F38E-532E-DF66-7771-7506DB31783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AA6670B-9779-179D-7FC6-0AC905CD45EB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65DD631-5E5F-2A0B-4676-33BE156F7EF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877D384B-55E7-762F-61F2-2C5AA844F6A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8903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23B99F2-E244-C8DE-4EAB-A78C072313D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A01B8AC-1225-71BA-AEF9-AAC832EA1FA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88D221A-F11B-33F0-ECE9-593F08988528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791EB2A-E2BF-B583-C49E-DD98833D627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D676DEF9-F702-7ACE-2FF5-FCBE58C8BF2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8881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68FE746-EFF6-EDEA-8DC7-C2267521A95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D076379-1257-04E0-541E-695FABEFFC7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FC2F798-28A9-6D48-4E43-4A2015C1DB4C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Set confirmed custom domain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A5A5083-044E-9765-2CA6-E777A7E2EA8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B234DAF2-D5F0-79D5-95F0-FC4647952D5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6220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A048D7-1C99-AD33-3B94-661FDF3DFCD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202ECEF-AA10-01EB-EAB8-1E43356C9E0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3DC8440-3B5B-A716-88CD-C9295922E31F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https://syunnjack.dev/articles/anchor-suggest-search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748559D-B790-E8D9-C5CE-A6D30826844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82B96378-2F4A-46D8-E519-3BD4DB7D0E6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6604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2026-07-30T06:52:00Z</dcterms:created>
  <dcterms:modified xsi:type="dcterms:W3CDTF">2026-07-30T06:52:00Z</dcterms:modified>
</cp:coreProperties>
</file>