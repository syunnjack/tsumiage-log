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51B26A-534E-20C4-53AF-9CC43D370A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3F4A981-178C-8E9F-F08E-321C71E6D5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737105A-B43B-0342-D204-FD504C7FC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D9C9E-7EEE-42A7-A8E8-05EE873ECF0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32190D-E186-9AAA-0CDE-7FFBEF7A5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99B0BD-4016-233E-9442-6E0583816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BE590-C0B3-4EE4-8B51-79293CFBB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5046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A989F8-B4A1-01E8-2A8A-1DFF2B04E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1582014-DB71-7983-F486-195FE32F9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66469D-A92E-37B1-E46C-ABF7D4133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D9C9E-7EEE-42A7-A8E8-05EE873ECF0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D1796BF-AD5C-8B8A-0A11-04FB52FF1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C4B9C36-9A48-20C0-4A8B-77D75272D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BE590-C0B3-4EE4-8B51-79293CFBB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2847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D2382C-9532-237D-F56A-D2369C1AA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7E6FE85-CC74-4AF0-6764-D8E1130DA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D6D1B0-6E72-5135-4A62-C736A15BD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D9C9E-7EEE-42A7-A8E8-05EE873ECF0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A778C6-69EC-7EBD-D49F-B9CE7F04F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B983F0-9DDC-E708-6057-F226BD35D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BE590-C0B3-4EE4-8B51-79293CFBB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9025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5EB9AE-95E8-0F14-ECBF-8ED84DED3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42C8679-A691-E655-D96C-8ABCFC3596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8C13A0-84DD-42B8-6AD5-E296581C5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BC36D42-2096-F164-6392-0CDF0796B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D9C9E-7EEE-42A7-A8E8-05EE873ECF0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D67CD7B-1AA0-75C1-EF79-8728EB9F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70C6A4B-E3E0-D47E-1143-9013D851D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BE590-C0B3-4EE4-8B51-79293CFBB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7703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3B8566-5A23-24E7-BED5-C65EC85D8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65F5866-44FD-B1CD-8D11-E77B030E8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CB9A38B-C4FF-9046-A73E-6C1B55FE6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1F89E6A-7B2B-16A3-9509-4A322CB38B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FB85008-3D5C-5007-CE1A-E59381B25B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81309F3-BAA6-89C0-C2D5-A55F4E06F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D9C9E-7EEE-42A7-A8E8-05EE873ECF0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FF1C1AA-45D1-29B3-0B4C-B8E4AC3C8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53BB2C2-6DFA-2F8D-B4F9-93CD062A2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BE590-C0B3-4EE4-8B51-79293CFBB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0593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E6948A-E18F-04C2-8BAE-A26167B9A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F038548-3008-C8A6-1A64-FB35837ED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D9C9E-7EEE-42A7-A8E8-05EE873ECF0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32CF225-2980-D8FC-6598-75B44A27B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5C55CFA-4DB1-590F-34BA-8DBC4953B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BE590-C0B3-4EE4-8B51-79293CFBB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347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F6C1A38-669E-88BB-D80C-7778CE8C2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D9C9E-7EEE-42A7-A8E8-05EE873ECF0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10BC1BC-B9C2-2F59-97D8-C5786FD79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80A8181-85A9-4300-14F7-241350D80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BE590-C0B3-4EE4-8B51-79293CFBB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6563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7F6637-E347-EE35-8634-005008E11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D3AFFA-D093-A1C7-DA18-556B76434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A5C1C06-8085-B633-B3A1-D19A1B2936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A4C9E85-D379-CA66-5D96-2CE69CA7C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D9C9E-7EEE-42A7-A8E8-05EE873ECF0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DE9C0A5-05F3-4B01-2B71-0E32258D1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BA398C3-1648-7EA8-E97B-0447055A6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BE590-C0B3-4EE4-8B51-79293CFBB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0023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3CA002-1485-C104-B9C1-09732FD7D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8DD9B29-6D01-6E1C-9E48-D955FF656B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C5CCF33-CEFE-9CD2-4A2D-FD04330E8D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3E5AA4F-F3CB-62CC-7744-B4C79C561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D9C9E-7EEE-42A7-A8E8-05EE873ECF0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09B8596-D30E-CAF1-3C1A-AB0C18232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B2CEE88-E67A-F89C-264E-ADB3B2014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BE590-C0B3-4EE4-8B51-79293CFBB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4462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B1B954-ECB2-B076-F0C5-8CC83944F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0318968-7054-B0FF-88AE-9F5E4941AA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DFD2902-E540-98F0-4130-899A5A9CD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D9C9E-7EEE-42A7-A8E8-05EE873ECF0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CC6075-1124-78BE-F466-D3C787C83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969818-5E2A-A8E5-3AF5-4F12302A1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BE590-C0B3-4EE4-8B51-79293CFBB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6846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86271E4-3DB5-99D3-9187-034A79D3B2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05840FB-A9A9-4EAA-D917-D9EE54E2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F243F7-CE6F-E319-046D-0B2D862E6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D9C9E-7EEE-42A7-A8E8-05EE873ECF0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1F6E5C-A28F-5C82-7BD4-D71E5E67F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0B6D5C-1423-9653-7C60-7D1EB2D62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BE590-C0B3-4EE4-8B51-79293CFBB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7399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4F1E588-F595-0AEA-003D-EE01E44E8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AA98990-AEEA-DC72-A32F-D2FEB2780D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6976C6-3BFC-3D4F-765C-37A1155A30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DD9C9E-7EEE-42A7-A8E8-05EE873ECF0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60595C8-8633-5991-919A-07AED036C3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63F610-6E81-9B31-B5D7-5A99B9A702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EBE590-C0B3-4EE4-8B51-79293CFBB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9319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F3BA89D-8DCC-C30F-EC91-B5C5E4B3D00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2F223E6-8232-B880-61F2-DDB207AFDE1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Anchor Suggest Search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1C8B42A-8F24-7981-431D-76572A4588BA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D25C19D-431A-CD81-3906-457565C4A7B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010900C6-392D-6731-950B-EE84EBA48AB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2451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3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EBA2D93-1B88-2B19-339C-1A589A1B169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E61C8DD-CA08-DCC3-DE7E-1893E3773E5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2061552-987A-6E76-95D4-D31D9EAED45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Anchor Suggest Search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C4ED7C1-FC46-A892-2FE5-E27744C5B05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D4B2F238-A82A-B077-4A80-F52F1776109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950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8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7DB2678-5188-BE56-72C3-BB23E3DF650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F91C38E-4745-09A2-BC36-B653F73EE58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06D5CAE-8621-C6E2-04D1-8019C0EA5FBF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CF291C6-411C-6D4B-F41C-DB25022B680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9105021C-E191-3D02-87A1-8D0B2096672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334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C0E4F29-ABE6-D148-09F4-8222BEA2654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654D1C9-A553-BBDC-033B-235C6EA5FA5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48B94A8-F293-5024-DE58-E9EA0B41DF5E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71139E1-871E-5570-C435-63D7B7C3D2E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98C112A8-5FEC-8812-1938-D16A785652B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2163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6331175-977C-8E8A-B423-985FE90AA7F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38E9E70-A131-7FDC-6CCB-694DA877197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BD4263A-DC63-CE94-6FA7-526AAF29997B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C0C6B5A-5817-4DAD-9B69-E7C30385907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7E70A6A1-BC9D-4A51-080B-BD35A61F26F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6351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A8E7F6A-83D1-0028-30C5-46DE158FF5F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E77968A-E80C-73DB-E2AE-62B7604DB68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B12B6B7-7B07-6C23-8F3D-B76DCDAFFFA5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https://syunnjack.dev/articles/anchor-suggest-search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B1CEC2B-76A2-9825-7AC9-F75C9D334BF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557AC1FE-1576-FD4B-F5BA-7700463A224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890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2026-07-30T11:53:00Z</dcterms:created>
  <dcterms:modified xsi:type="dcterms:W3CDTF">2026-07-30T11:53:00Z</dcterms:modified>
</cp:coreProperties>
</file>