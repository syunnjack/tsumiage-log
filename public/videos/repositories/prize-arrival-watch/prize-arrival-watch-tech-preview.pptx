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8A6F0C-7154-43D9-4908-9E5967B6B0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5451601-B4FB-004E-C0A5-9B556D87DC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D6A406-46F9-B466-E656-D9CFE5261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4222D0-BBE9-3D26-A4CC-F871A208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03D856-872B-EBBB-7A17-6C15FFB4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166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5E56F-1D52-B619-B526-5D031EB11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4A4087-15EA-D2FB-4EFA-C15F22BB0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37C559-32BA-0181-9E92-A469772ED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108261-E97D-06B5-701E-A8BD9D80D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505AB0-A53E-F005-3E00-C9186F65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5133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BAE3BE-F4F7-1792-B10D-63E1079D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D8705E-A414-FE2A-302A-17B831402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DAD8A7-7937-8CB5-E00E-A4A034B4B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25B5BA-BCF9-DBB4-EFE3-E2B42B097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CEB2AB-ED82-E6AC-886E-75695FC59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4048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78EBD8-14AD-2C88-31DB-321A4B32A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AE929E-B2EF-2146-9E5F-4B15CEDE52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0D62EC-0D03-4C77-EF1C-B876F4759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E3A1D7-A3C0-C053-0EED-8D8E3D43D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CBEA385-570B-D04C-6636-008255C11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65DF60-E096-5C5E-92DA-4E080BD45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8200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0895A-A6F0-B812-1458-330C44814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9E3CEE-F8BB-38E4-9DC7-C300EB1B5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FE9BCC-5D34-E988-2F79-0842FEDCD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CD9B762-FD5E-9FE8-2F25-BA0EC4ECFB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F5C00EF-A20E-C4B1-D96B-6C846061D8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2703DC-5DAC-B9E8-2B0E-F8B3A8BA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A8A4781-212A-488F-AA9D-2C0E4061D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34F6E73-0218-ABEA-BF0F-B11C45CBD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546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1B97DA-C297-093D-CF2D-590E2F82C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43622AF-6378-DE65-0410-DA8D9231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9F3103E-8842-9831-3D7F-65C45C08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60906E3-43B2-EA40-3A6D-027BE3DA4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134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16DA804-A3F0-6BE9-2A86-8D1EDDC35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1FE191-C5B8-37F2-A39A-57734D9E4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B296CC-B6DD-A20E-CB66-48EEF578D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964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9C02C0-F9AA-5482-D094-0B5929138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7F67B9-0145-FA3D-704C-5F9ABE6C1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9C2C3AA-674A-7C14-080A-99038A6F8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CA20B2E-DE4F-ECDB-30B0-A6D50EB1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075A31-6EF1-B4E5-E8AD-CDEDDBAA0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CE36D5-2818-B7E3-AAB5-F10EA47C8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2839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B6FF43-8E3B-F9E0-8139-DC270603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3FCEEC9-8DB7-1DD8-6552-ECFAAD4F76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36F6666-D87B-DEEF-6FC1-98BED0602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39366E-5C95-6F7F-B04C-59F08674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EB574D-6EBA-A019-9CFE-CE21C9307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8161212-7DF0-C169-F41E-BE3FF801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664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5A3B39-6AB0-2C3A-3DA2-6EF8D7067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A2E5EF-C83B-9DC5-BC5B-5B0A99FB5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EC7FD7-F01C-D921-010D-6ED7C7B04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E69FFC-EA12-2251-4CE4-67B796DAA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BB9D37-3BDE-EE08-A3CD-E63A7C062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486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0362FEE-F0A9-B7DD-89D6-438275F39A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015E81-9762-C411-73E3-310B92601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45FD74-21DC-3697-1FE4-6788D1CB5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49D08E-FD6A-7E4E-323B-9F3B6D81A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40B9D0-6373-8A39-064E-24837502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24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C44BE67-81EA-8179-7C92-5DD627CE1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B1E648-8876-2927-FE3B-CA7581778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A74B88-BC1D-8FCD-0F2A-07F6097D48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68CC9A-C38D-4B8D-9576-3E25274D7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86443F-64DD-3364-573F-7DFF50575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A34BA8-70F1-0717-963D-56B53F9D28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469CC-0BB0-45C6-A481-B64D40FCAE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0660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3654007-6918-F57F-947B-CECA7E27CEB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D7585FD-F514-A83D-6F02-8DA746D2F11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Prize Arrival Watch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101F7F-CCB2-EAB4-68B3-E4E77412136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E82E1D-9AD4-0BAC-82BE-7BFEA2F1B99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A4D2BEC9-E60F-EACB-6EF7-170067D85D6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787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3D5096-EA7D-0BBC-37E2-426D7A12B54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8CFC6FB-7B3C-C637-A1AB-F5820A377E1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FCD841-4797-5DFB-2D28-ED041E062A7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Prize Arrival Watch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プライズ景品の入荷・在庫通知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prize arrival watch Domain candidates Confirmed domain: prizearrival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AB9F39C-4F32-3DA5-1E3A-C5171F29AC6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A18A3F8-702E-567D-E497-09CCAF461F3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1472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80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B2B47CC-B930-68FA-5DFB-DF57A5F1939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0E79E5C-D895-FEEE-0FB5-05FE2273A5F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E69B66-5549-7AF0-4E9E-579610CA5D3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8DB94E-6A3B-75E5-FA52-B6F1BFCA04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C40C81B-26F0-F153-A81E-876CEA01B8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3655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83109E9-85C8-3E4E-FD52-FB152929CB9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BBD292-01ED-06E3-C84D-56060A65B53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3AA4A2E-612A-686A-4C29-D04CC32969F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B518E8-A803-A20F-5A3E-246B8C5EE5C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596441B-D477-967B-064C-6215ACC095A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297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42C822-9CDC-1B75-AAA0-539F0926D9B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29016DF-820C-0F95-B00D-8DD8E79409D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0900527-5FAB-6B5E-8889-DBCFFD644C7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F23194-67F4-4A79-7A73-C523FE8E1BE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37C9F4B-45DE-EAF4-B705-ACDCEE8B9D9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3946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F9BDD0-EF58-40BB-25FD-7DF1E5405D6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63B950C-280A-B8F6-2617-E8656969938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57F889-0362-C332-DE64-AF1F955134DE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https://syunnjack.dev/articles/prize-arrival-watch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AF6F68-6B19-C18F-39EF-3611826E593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457CB8D-B11B-A1A8-C95A-BA44BEE450A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899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2026-07-30T11:44:13Z</dcterms:created>
  <dcterms:modified xsi:type="dcterms:W3CDTF">2026-07-30T11:44:14Z</dcterms:modified>
</cp:coreProperties>
</file>