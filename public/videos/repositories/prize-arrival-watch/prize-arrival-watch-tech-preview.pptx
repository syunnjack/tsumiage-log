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87950E-9D95-C987-F905-E7F35AA4E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9F240A-F0B0-689F-A7E2-938418FF9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456A2-DCBD-8D6F-B394-09753DAC9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F436CB-8C70-860A-4BFF-457248C3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E85BC7-F393-38F5-61FE-425B401A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02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B7AA7-2304-B41F-B15F-CCE51AF5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2E1393-F433-E290-94EA-26DB52070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1F9DE5-2ED1-89EC-E36B-338C3FCD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5D6066-B82C-7756-6AE2-663CD302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94A161-003C-4A12-F412-AD85E450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244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4F3467-0672-E144-4B46-DF539E3C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11D72B-50F1-B027-974C-42A84BDA6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039501-0C94-85F2-EBC5-91809FAB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4D8699-C76C-6BAD-AB06-E7E42D18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123F79-0C7B-19E3-CC9E-9B8739A6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30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210BE-8A1E-F256-64FF-FA2DEF08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6440BF-E0A8-31CD-C8C5-12938A6EF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000BD60-9172-DC19-0302-0B36EE82A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2AD313-9034-E5A8-5AB8-AD85207C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6FA7F1-366D-82AC-6C23-CE081D85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4F7754-D52A-E131-B7CB-66F9B6C5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61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A196AB-603A-C6D4-AED9-29DBE8EF6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0EDFFB-22A8-4B8D-5C86-DCB1C2B9B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CE9444-4D3B-AC7B-B954-8A7D4F9DF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59B5E05-A37B-AB74-3507-103510345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3E718F-DFE1-A405-E425-CD116E4C1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FECFBBB-2B19-B9D8-BC4A-EACCF03A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B3C04B3-72BE-7BA3-E4AE-EDF188C8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95AAA2-35E6-B592-3904-18F3DD6E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789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669A30-2DD1-AD94-7E63-91205E2F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00C3B11-6CF7-277D-306F-69BD2B7C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CDBC792-CD05-8979-D1A4-3B27D71E5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5423CD-39F2-C601-4B6E-2473F88E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49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68B5C59-263C-FA0F-9A25-4C0EE2F1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F4F4D1F-31E0-4A12-444F-F6AD79CED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C56B72-31B8-8EEB-0A32-8FFB394D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601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2ECE8-164A-F0FA-1AE4-E0597514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8834CE-CD21-D84C-8C92-08854BA59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F6A83B-41FF-48F9-C9B6-28EACCD4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DCF689-64F5-0F0E-8AAC-DCB3C15A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8782DE-55B5-7AF4-2076-376B722BE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9C0151-3C5A-460B-02D0-DF36A3B47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746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9B510E-1128-AD63-A8EF-D59157274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DD469FD-613E-E1AA-7E19-774F693C8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6C79DA-119B-B6D1-B4FF-1055E1C4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D02633-42E9-5493-C639-3FC258ED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2F49EF-688D-43DC-6AD9-BEE1E3B5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FB4114-4B23-5BC5-E5D9-9E14D59A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97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D66F29-42EC-F850-C9F0-BCD6B725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41764D-01A8-0F81-72C4-AC1949FF4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F83A7B-5AB5-5DD5-0168-FA104E34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DBEA41-0EA2-30A2-23E1-5AFC0F7F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251E51-EDA2-2DBF-FE7A-ABA11D20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830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49F66A-003C-E329-E389-F13743F74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2ABD10-51BE-C04F-DF15-F8CA5ADD6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75EE40-E9BA-3488-8F14-55FDEB2E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CC02D0-4E8F-8BBA-582F-7F6E41FC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0AAB21-6B63-37D2-6B66-7ECF1202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981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F9BED5-0F05-28D2-F315-51565D15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51B5AE-3EA2-B532-247C-68009A5A1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E4D377-0835-86BD-BE38-818E94890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922B8-D78D-4F2F-BBEC-BBA9B4FE213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8687F9-3C83-8249-E411-7B7BAED0A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60A0D9-4283-4A10-CBC6-7ED1E9E05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D2848-80BF-456E-A33A-332F56BCF3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769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9B87A2-F419-A42A-9D3B-D95083EC25D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BF3012-AE2E-F5CA-3327-8ED98481561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Prize Arrival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AC5E93-FB18-3BA0-4E86-F774DAFA8B5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C85CAC-46B8-59ED-0950-5ADA683FC78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172CE256-6E2B-D044-3070-58B480129C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64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C6DE88-D786-3A82-CF4D-23BFEF6A804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E57A12F-E893-60D3-7F64-D0F70138F82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39ECBF-7524-150F-E8CD-50D9EB0E803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Prize Arrival Watch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プライズ景品の入荷・在庫通知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prize arrival watch Domain candidates Confirmed domain: prizearrival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2BBCA0-C992-DCC6-21A4-690DBE891D2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EB93F0E-6E56-4EAF-D522-A7A16835C8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67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6D6487-89AB-102F-DDBF-2AFFDD9C6AE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BB6EEE-59F6-73A1-2B64-65DBD60449C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E11788-AC5A-ABD8-2281-EF45617EBB3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52C595-81B3-C61C-16DA-96421CEAB6E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4B180EF-8C32-4A77-EBE7-4BC9EE68F2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88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FB520E-0821-2130-1BA8-DEA14FA1998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052AC0-2F94-EA46-4E9C-6685E63FC90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352E4B-6A76-1606-6428-B99FFDF75FB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F7A440-A89F-977E-2F8D-757655B3296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9CE6014-3B5B-E2E8-8693-0AC29EA996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54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365E82-EB5F-19AC-FB2F-F234800BCEB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B98CA8-8671-1CB1-87BF-3B88E58CF24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9E5ADF-E3B9-370F-09B0-FAF812F99F6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C1200E-D751-EAF3-C7A7-9124710E30F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DFF6563-F4DF-A6B5-9973-51F187657A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42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8753F57-E2CE-4C0D-1288-1006AE70DC7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367DAF-B3BA-6E17-307C-6979DCC21F2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72183D-8A20-8CBD-3BBE-DC2B1D60B25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https://syunnjack.dev/articles/prize-arrival-watch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82EC2C-5746-AE4C-FD0E-4240F7F2EDA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26570BF-DB58-156A-B6E3-86EE665250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84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2026-07-30T06:45:09Z</dcterms:created>
  <dcterms:modified xsi:type="dcterms:W3CDTF">2026-07-30T06:45:10Z</dcterms:modified>
</cp:coreProperties>
</file>