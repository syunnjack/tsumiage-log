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7D1C99-E25F-5C1D-343B-3E0FDE6EC7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F96A1E7-2B7C-0BDB-33AA-6D6DB4F703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0319CC-C039-E633-DF8C-FD32EB133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DBFA7-F06F-48C6-BC49-EBB46574F2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B6648C-29C2-A686-F398-002CB92A4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F5A1C1-B3D4-71DE-C5ED-94FDAADAC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1F7BB-3321-4D0B-A8C6-82C9A9F8C4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700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279EF8-504F-3D64-34EC-96A8D2600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3E57D67-CA3A-BEAA-0723-9BFB75ED77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4F4242-1888-5A59-0431-9DA78112F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DBFA7-F06F-48C6-BC49-EBB46574F2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F31B535-58DD-C7ED-0018-B616AB162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5A4B4A1-134B-E220-D9CB-FC1A0049A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1F7BB-3321-4D0B-A8C6-82C9A9F8C4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6873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A2DB73-53EE-8350-AFA1-D1861FA6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1B314FC-3A00-45F5-C446-BA7E1648A9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E716E3-E394-E152-19EE-CF42BAD9B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DBFA7-F06F-48C6-BC49-EBB46574F2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5D0E2DC-C2FE-A518-1ED7-3A2FAE1B1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3C5796-5B4D-DA92-197F-803C73017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1F7BB-3321-4D0B-A8C6-82C9A9F8C4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29270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D4E3CB-BE6D-953D-E1AC-79AB53B78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AA2C0A9-16F5-6DDB-2C08-77072063CE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85BE319-6E34-2936-DEF3-130A375AC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4317F4E-68F3-C776-77BE-5E0C26E0D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DBFA7-F06F-48C6-BC49-EBB46574F2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591F471-3C76-B9C8-CE6B-06172D08B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714AF31-B7A1-BFAB-8510-03DC2090D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1F7BB-3321-4D0B-A8C6-82C9A9F8C4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5864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741CD2-6B63-3FA4-2D29-0FF6A1B48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A1FD91-C207-7927-24A4-A6A0FE65A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262AB1D-C21D-5379-7E80-3B1E57379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810B370-D6E8-7CA4-4B88-58A314EE89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2AB69EB-AE99-58E3-3EE7-24FDFCFFDE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9E85A80-31E9-6613-98E1-D25F6821D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DBFA7-F06F-48C6-BC49-EBB46574F2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2E8A224-2F89-6B6F-9409-D72AF7A29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61C1309-1EA9-5D06-5775-4B1BE46F4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1F7BB-3321-4D0B-A8C6-82C9A9F8C4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8714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B0BCA0-74DA-24BA-B975-B0E32C28F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07476CE-09AA-14FE-BE20-1FE741E17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DBFA7-F06F-48C6-BC49-EBB46574F2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CDCB8D7-CF82-1F29-02EC-1BDEAB5AA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75B12E7-B4B9-8FC9-D38E-743F89D56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1F7BB-3321-4D0B-A8C6-82C9A9F8C4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9992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0B6233B-C4EF-78BC-4A43-E458D2034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DBFA7-F06F-48C6-BC49-EBB46574F2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D78ABCE-46B2-9C75-A5F7-48CAABA54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BA3DA67-4538-6F9F-92A8-199CB67A4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1F7BB-3321-4D0B-A8C6-82C9A9F8C4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3211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766B4E-A486-8A98-3F61-47FD9BFBD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17CACB-5F2F-2B5F-237E-707094BDBD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9B152C5-1155-1122-4E00-B966C71334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5FAA648-4794-E071-55E1-64574ECD6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DBFA7-F06F-48C6-BC49-EBB46574F2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823A7AD-70C0-D5CF-889E-C30C75315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C11CA8-9BCD-5216-7415-F5E876561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1F7BB-3321-4D0B-A8C6-82C9A9F8C4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2603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E0189B-84C0-08E5-9719-C47BA5866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B628BF5-F84A-4B78-2321-69E94AA30F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DB1C6AA-370D-6259-F323-0001FDFEA8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E031175-5313-F44D-B684-1068A8F5D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DBFA7-F06F-48C6-BC49-EBB46574F2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F39060D-E370-A1FA-4831-D58B97930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C4D2E2F-7ABE-FBB4-FFA5-8B42371D4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1F7BB-3321-4D0B-A8C6-82C9A9F8C4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4441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C27933-BA35-74FF-E212-ACD9027F1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EDF2205-EB93-2BA9-B08D-899B7A8C3D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3731A1-7513-F8DC-FB4F-81B7B63DC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DBFA7-F06F-48C6-BC49-EBB46574F2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7C63B2-D71D-1BF7-D342-D45B1A2CA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57BE37-B4D2-9FCC-DF98-BC8A8335C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1F7BB-3321-4D0B-A8C6-82C9A9F8C4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8724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E816D52-69B2-D73E-8679-7376EC23FE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A16DFEF-3F6C-2D3B-F88E-738171EFDD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B58779F-4F27-FD4A-459D-C724FADC5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DBFA7-F06F-48C6-BC49-EBB46574F2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AB05CA-7FD3-4FF0-B6A9-56E840327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9770EE5-3FE6-CA60-6A08-741C05565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1F7BB-3321-4D0B-A8C6-82C9A9F8C4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1802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E07295A-11FE-83F7-952A-5898ADA93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F961512-7271-70F4-E22A-4F0DC879C0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C3D70D-EB45-EFEB-E442-4C7CCEF0B2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5DBFA7-F06F-48C6-BC49-EBB46574F2E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65C4D72-C198-C2EC-B4E5-74EEB2B463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68609F-5030-5D41-5C9F-09D101B2C6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61F7BB-3321-4D0B-A8C6-82C9A9F8C4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2311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CDD2EE8-14A8-5EE2-112D-37DB1653B92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FBF5EB6-37C2-9517-D332-E8CDC68B0BE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king-sys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DFFCDC3-37B2-7920-889A-CED80E58CAB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352E269-4AE2-14D9-2F50-026B30B0AA1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7A1DE529-A8B8-9155-E2C7-9EEC4599F2B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7284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8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770B45C-B2E0-9B3C-43DB-F1F0BEF17C0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A0F4BAB-90E8-68D3-7FB5-0B73BD9EE9A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D641FC6-6C8F-92E9-E90B-A2ADB0E7087E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This is a Next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87EE377-8E12-B7C3-8E05-A76ADFEFE5D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E0B60718-19D8-99EB-DB18-EA3735F84AE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345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4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883852D-7883-FAEA-AD73-A85FEBB8A58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09559B-73F5-CD2A-F982-3F9E22F614C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49578DC-5B28-D58D-AA34-9934725760E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BAEA827-AB47-C0D1-4CD6-754AF158D79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28C1EB0D-7BD6-EE9E-AF41-B09C71A2948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8301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784C68C-67D3-3FC3-D608-E5F96E16B45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BDC9C74-3DE1-96CC-EFBF-F25C4D921DA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9F9BD2F-5B00-ACCC-A915-CC2D48D12D11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3117A68-5D1F-3D47-E5BD-CA2C75F712A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19F28BD9-BAB1-ED11-FBD9-3E940760522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7869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1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8C8EC4B-C5D0-63A1-EBA5-1E478CE992B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60157AF-1F37-1F31-CBC0-6F6DFC456B2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15038A0-637A-77A6-8334-4B5471E630D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3142AC-AC6C-596F-5FEE-ABF8A3BCCC8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316AC039-FA37-2017-C76E-01E3D5EF579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596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497A95D-08B7-6766-7137-2F30239CCA0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3D550AC-A3AB-4118-A41C-E5996EA3AA1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7944B74-8EB9-BF0A-03DC-354D70F2F5EC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https://syunnjack.dev/articles/king-sys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D5C8E22-AAEA-51AD-1E7A-EAF3F7D7245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D27F3473-7DFE-2052-4AE1-A029F351CA8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4819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2026-07-30T03:50:00Z</dcterms:created>
  <dcterms:modified xsi:type="dcterms:W3CDTF">2026-07-30T03:50:00Z</dcterms:modified>
</cp:coreProperties>
</file>