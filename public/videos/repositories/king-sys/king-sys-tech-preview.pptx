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B96F4-A378-814A-3F1C-F66CFB827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0043B4-0A33-CAE9-AA31-7A7477540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5C0B4E-5600-423F-4CA9-36B35E4A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A7A644-CEDA-E4B4-FCD8-F4BE0369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547D32-A5B4-A79B-5932-362FC0DE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47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784303-3744-B976-5103-53D1495B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FE1BFD-B63C-E00E-DE49-B372775BE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F3C8D7-ABAD-1075-B5C1-13209D29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0D8EFA-68E8-3082-3FA0-A66ACFEE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C3039B-8F18-3110-7D7C-9C1EDE07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9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F60276-9DA1-1A73-D5DE-41891153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07314B-7914-28CE-920D-0A117267D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576A40-D4FF-6301-5287-66936572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FBAB4C-C1B5-976F-F878-BBE104E5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70B2DC-23CC-9251-0DB0-7A15B004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838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7B5FBC-633E-0893-0A91-ECFD4960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6EB594-E66F-2C2A-4299-36CD3E7F6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8680C9-1701-4E22-86E2-6356E8D52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11471C-27A5-659A-835E-A1B0795E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D93B02-B286-A62E-802C-1CDD50FF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88C14B-749E-CA36-12B9-B7C49FE4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08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C3E925-F1F7-BB4F-2B6B-A1E82C2C5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47B104-B43C-4949-272C-E9B5EC419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14354C-273E-E317-0975-D83FAB96B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789AEC8-29AF-3D45-7EA5-23624BA96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D8B41C-933E-7AD5-D6F9-2C95E743D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233B8CC-BBC1-F611-EEDF-8D9A749DC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FB71DF-876B-494A-01E4-09FAABBF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67560CC-0B0B-6D53-D04A-85628868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24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EA3FCF-CAB1-A6BD-BC7C-8CB39B0D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2D5BD6B-B6BB-26F1-0058-0D218E2EF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A068227-E518-90E6-E94E-FF88FD9E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9265F29-6325-6A08-FCD6-99BC2CCE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5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0B28490-C924-AB44-77C8-C87CD164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8BB796E-0B70-5B6C-85B1-B4DB1D94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2D548C-4DC1-60A1-5C3D-E4680F53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56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04D0A8-BEF0-2569-2792-BE732C7A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A794F4-2399-0E9E-4A45-3804975EE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006D18-3336-5276-F30D-BCFE8F6B7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509E08-FE90-7F84-73DE-119CE599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E9CB92-1A40-9D0C-03D4-4E089A52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CF7FAA-8FA9-C843-E10F-18E67531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70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D2725A-2D6F-6048-4C79-1ED3AD47E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F775922-7874-9564-FBB5-180148CDF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B351D4-B987-566F-4F25-4CABB64F7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72A083-2B30-BF53-E3C6-89A892971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2EE2AE-6072-6CFD-CA92-E3AD3D0B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675A7E-1AFB-9BF3-D8A1-6152DD5E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27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97CF0-FF53-915F-C130-F93CEF28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0CE1B04-8770-4E3E-0ACD-65EDDA58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4BDF6E-883A-7690-1D07-049BF33F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5CEE06-30E5-B37F-47F5-46084E4F8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DBCDB8-4AFE-09D7-9671-3CF9BBD0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82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D83837F-C09B-E4D0-2B3A-3E77C10F8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DD2248-7F5A-3F8A-698D-67773CE35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0EC116-C5C2-5F6F-5D1D-0F867CA35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96546F-348D-E5C6-DA95-E5DC5FF7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769303-C660-A03F-813B-177625F2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165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3755A09-CCEE-3E37-A677-5DE37442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0BA1EE-B3FA-3F47-AE40-89358D818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E6F870-EE13-F255-963D-D7833456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1401E-D393-4136-88F9-F382DC2466A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D994E7-FB39-4429-FFED-68F566F3A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54964F-2922-44C3-5773-2BF4928AD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77C43-6C4A-4599-91C4-0CE6BC90B7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34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D7DCF9-D265-289E-DFCB-989C58BDC63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B28D1D-D693-0B78-5709-748E6DC250E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King Sys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8CEFDE-D62A-0AD6-7F16-032A643E5B3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E632D0-9F46-D90D-23A2-52A797C7688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B54DD2A-4DC2-E4B3-EFE2-B25A8B83FD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4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8E4B77-E9DC-965A-D416-6BC2564596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6D3859-38B6-DE06-62D3-45DB959B8EF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834E3D-959F-F7F7-6BE4-5AA6F90D78C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This is a Next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4D79D6-4D0E-0EAA-BF42-7016AB1192C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F55DC5F-AF90-F552-A494-AD30AD38CA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37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E635E8-EED2-99CB-D22A-5DFED8E3533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56E6F9-3B72-527A-C0C2-DD3BF11C09F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8AC8F68-295F-D695-178C-CCCA7FDE9C0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759346-33DE-2E62-AC27-3B1137919B2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A9B2AD3-6078-F1CD-B688-B0559AB721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54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10B24E-DFF0-D43D-8EAF-2C1F1580E95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EC1BF1-8617-EFFE-BAAB-AC7046C742F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68C7B3-100E-F87E-0243-193D8A7D274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C52613-F52C-B006-EE32-B9F2E37F8AD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9D5BE37-75AB-466B-3CDE-871908E622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33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5C98E4-D3D3-6EB9-7C4C-617AE455B85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962A66-29B6-C3D4-A58C-7FF2C2A40ED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C8AD4C-8674-0945-D6D3-AEEDF358645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 king-sys MVP: slot reservation + queue priority guarantee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D91FC8-0E37-D3CE-4368-D82C6D92D5C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ABF2550-3E41-84AA-491F-13DFD23105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54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D9EB89-4DA1-A9FB-8BB2-150F1F1C510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3B8BAB-6E7D-7230-D14C-F38D2FADCA8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4C27A9-5F27-F17C-1481-758DC77C415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https://syunnjack.dev/articles/king-sys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9A1E695-879C-29D9-1774-C0909190617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3AA057F-75EE-A7AF-D967-948431FA83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06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2026-07-30T04:29:06Z</dcterms:created>
  <dcterms:modified xsi:type="dcterms:W3CDTF">2026-07-30T04:29:06Z</dcterms:modified>
</cp:coreProperties>
</file>