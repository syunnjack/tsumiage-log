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341930-5702-D0AA-76C2-D18310E99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1BDBCF7-666A-A106-B19C-81C6608E9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37BF47-4D78-1BA2-3163-CC1B37B0F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AB9-86F8-43DB-9518-245AE0E327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42B72D-56D2-94DA-BCC8-2945FC871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526E6E-535A-FDAE-E7E4-7AC5F986B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A61-69C2-4F01-9D68-734E01FF19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7554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90A52C-8266-E03E-16FF-D679FA67B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7356CF-F452-5AFF-569B-C4AE411FF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65C677-839E-9D6D-2214-B26AC6060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AB9-86F8-43DB-9518-245AE0E327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93809B-76CB-0ABB-0854-B613C6D18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B72899-787B-C204-8A60-ACBA7D0E5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A61-69C2-4F01-9D68-734E01FF19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538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E39FFB-139E-B772-836A-968775103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0A2706-FF02-3335-BF8E-B0CF33406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75FFD1-C67C-5919-C8E2-DE907A2DC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AB9-86F8-43DB-9518-245AE0E327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5B9195-7AD9-8AA2-0A8E-102D5D5D5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38F7A3-C936-8C4C-A36E-CD3784BEA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A61-69C2-4F01-9D68-734E01FF19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543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DDB5CC-A59C-C801-4BF6-6C6850803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31EEF6-8ABE-18ED-7DEB-436CE3C8DE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F1B45EF-7AD5-F816-A0C5-E0EC9F631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302E09-1B7A-72DE-C176-39E74808B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AB9-86F8-43DB-9518-245AE0E327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F734D3-A27C-59A3-C839-4466675E8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F23406-1992-6B5C-D617-70E0376A0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A61-69C2-4F01-9D68-734E01FF19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630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E29836-6F6A-E6C2-8776-013E88AA7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A0BDBD-E3FB-FF35-CE19-07594DA11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657FCC5-47A6-ADF9-5AC0-78F56EFFC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FCF982D-6C06-6826-4E41-18AB64A973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A37AFE4-D626-7908-55CD-8CBBD1683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0E8F131-A70B-283C-6CCC-80DD0D52C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AB9-86F8-43DB-9518-245AE0E327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E55B3D3-83EF-95E0-90BD-AF33DE46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1C51A46-4A56-F1FE-EA28-875F55FFC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A61-69C2-4F01-9D68-734E01FF19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952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0FC1A4-DC21-2178-8D23-AFDF67683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58F4D9D-998C-1506-A9B3-05E89D328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AB9-86F8-43DB-9518-245AE0E327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7D86BCE-DCD7-565F-F9AA-634E704C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DA11611-6E9B-BB43-4F03-16157FA1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A61-69C2-4F01-9D68-734E01FF19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7927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5F60708-AE08-55C5-3BA0-0A9D71329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AB9-86F8-43DB-9518-245AE0E327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3DF4BEB-6CDD-7A1A-DA73-FD89B7625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C6BCD70-F380-F123-544D-0BD5ABB5F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A61-69C2-4F01-9D68-734E01FF19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108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4D8C49-AE87-93CE-AE1F-8A0D48483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494BA9-CE85-AF1B-FC0A-1A52602FC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53D7CE2-5487-776B-E7DF-5FDBACF7D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B4E2C1A-5591-7A21-959F-A51A4957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AB9-86F8-43DB-9518-245AE0E327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A787C6-86D1-184C-CB99-D72605579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39C96C-59D0-8DAC-087A-E52C55E6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A61-69C2-4F01-9D68-734E01FF19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4887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23F257-1001-6B9B-8658-F779023E0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4943F06-14F9-7B81-2249-6D1586698D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C7E4E45-AF2F-72B3-11F5-9C962F4D8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669C76-224A-355F-C930-4B48D4577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AB9-86F8-43DB-9518-245AE0E327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2A545A-17D6-AE22-2EA4-0488FDBEE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B758030-58C7-5E96-894D-F4AA9829C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A61-69C2-4F01-9D68-734E01FF19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4089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AB2262-3487-63D3-941D-799A9F037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AE96EAA-74CD-AB81-3F53-44B38F0B8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5EC964-D26F-55B6-BADE-B76CD04AC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AB9-86F8-43DB-9518-245AE0E327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182E8E-3C75-DBAB-93A4-92DF657E0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C3782B-E64A-0D95-74B0-31BA48A8C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A61-69C2-4F01-9D68-734E01FF19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0513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5208EEC-AD0F-B64D-2FBE-FA9DDE28AC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348AA3-90C3-77F9-89DA-7D52A6352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B2DC34-ABC7-610C-4F2E-A5F4DEEC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9AB9-86F8-43DB-9518-245AE0E327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25258F-FE12-F993-AEFB-0FE57680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5EE26F-2DD3-6BCA-E98E-6FD7E07D7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A61-69C2-4F01-9D68-734E01FF19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670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1BC7C4C-FE0F-29FC-57F8-298C21680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45BCF6-55AE-3633-27BB-E97DBD3F2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1B1101-91D8-7AB3-76BA-D189EAB8F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69AB9-86F8-43DB-9518-245AE0E3274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7615E1-7F45-DCCA-DB5C-5A6F255B6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9E196A-370F-A933-CA29-9E47235D2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A61-69C2-4F01-9D68-734E01FF19C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5488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F14D11D-C30A-12E7-172B-DE9616E186C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1E1F06C-039B-C11C-D4C1-6371AFDCE91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Golf Search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849AD15-4819-7D7E-ACDC-F82F5474E12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966D2C-1736-5C34-4B56-083C59AAF16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53A28EE0-0DDC-4D3C-B7F2-A4D03EFB69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88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4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8DEB76-DDD1-F577-80C2-744AAC18114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7D4F729-9F05-7BC1-DA00-9CF98249D56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1A466C9-D9C7-02B1-CC0E-A9B8BE3F35F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About Laravel Laravel is a web application framework with expressive, elegant syntax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68B7E0-5B42-AEC3-9939-5579C1531EA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520E856E-22F2-EA66-21CC-13EE576302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02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2741B41-076D-32B5-8016-AF4EE2FD233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16203A8-B424-3E1F-D25D-04DF58354C9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9933249-8C4F-21D7-03D6-6BEF90417A5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60186EA-52C4-BAAB-F8E5-D06ACB89193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CA60DC5-693A-EF3E-4760-DE454A8A8B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71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9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2F66525-1166-0B80-CEB6-D4F36094445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FD638BF-BD9E-9FF1-8808-58313C95CF3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0E07594-55DA-432E-B4BF-CD6116A663AB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2EA5B24-FDB2-B2A7-1987-4F84C04C4BA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2286B5E1-319B-1CF6-A6FE-FDDBBF6BB5B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617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B9B8CD8-0DA7-9B01-2736-7A117BB64A5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138DE92-905A-4DFC-D2D5-C5D911E994A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CAC61E4-5BD8-F455-C0C3-3DEC67D3D75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$(cat &lt;&lt;'EOF'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40DC62-A3BA-CBE0-89DD-5249BF53F0A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2326C8D9-E2F1-1459-2DF3-BDE7BE9D0C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909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D649AAB-8FE5-83A2-8EA2-F2E21E6A972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B3D60DF-B191-6528-D9AA-9748A00E67D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E0190BC-FCA7-4483-7F5C-41E3E39F5CC7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https://syunnjack.dev/articles/golf-search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09B710F-180E-D1CB-E649-2BF804A2FAE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EDD45D5F-812F-5757-3955-327DAF55C7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02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2026-07-30T07:28:28Z</dcterms:created>
  <dcterms:modified xsi:type="dcterms:W3CDTF">2026-07-30T07:28:28Z</dcterms:modified>
</cp:coreProperties>
</file>