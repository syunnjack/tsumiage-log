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B64382-C345-A005-2CF3-EC97995DA6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BFEDD2D-BABD-DE33-3AD1-FEF292668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02EF85-F4D7-E9BF-676E-6E5C41B78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7556D-961C-42B8-9381-BED9000E7EAE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6FACF9-5B29-27C4-D1F4-6FC317D8B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8EEAE25-0BEA-7A8E-BA04-DA10C00CC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0647F-F25E-4D2A-87A2-702BADF422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29807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3CC04F-6562-1052-5338-FED76242A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7A5FB8C-F478-3DD2-B511-3E86ADDCDF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6A1C98-B166-91BE-473C-DE1C4FF0C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7556D-961C-42B8-9381-BED9000E7EAE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CD7D42-2CF7-1AA8-CAC9-ADD9CA406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7BA8187-FD1E-944C-0359-C40623993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0647F-F25E-4D2A-87A2-702BADF422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8453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4AE01F-8130-8393-1750-3B0CABD2F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C2CD6F7-3B7F-341A-395F-9CBE33142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552B09C-7B7F-4B4E-BCFB-667AAA090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7556D-961C-42B8-9381-BED9000E7EAE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9962417-7506-F1D3-A2AC-355CDD60B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44F4D58-7E2F-DB32-B679-80D3E4897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0647F-F25E-4D2A-87A2-702BADF422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4161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0A3F5B-9471-6844-E25D-7EF573EA7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DBB1D5B-2FB0-3F43-3A13-E0620F72AD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740C52A-75AB-0AC2-3E56-45B72C88B1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8477DC7-39CD-140F-AE07-A8F26519F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7556D-961C-42B8-9381-BED9000E7EAE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8075E4-F9B7-1E5F-73C3-D767C9E0E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235EA66-0E85-A7D1-2C5D-63765741A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0647F-F25E-4D2A-87A2-702BADF422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6714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1B2DAC-4D25-C3DB-0DC3-67330A784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AB01B39-33CA-0B26-15A3-36D5F3D021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79711F2-60AB-86A3-3767-5E4A659998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A1949E2-0E04-D7F2-7305-C778A1EFDD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4C621AC-D60A-0752-3FE3-BD754017CA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48F9CDE-C45B-7F4F-95B3-D8F17F74D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7556D-961C-42B8-9381-BED9000E7EAE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203BB84-6FAB-99A5-4433-3E00EF3D3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7DF8D53-F66F-BA49-09F4-B719F5CEC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0647F-F25E-4D2A-87A2-702BADF422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19998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92B9C0-F334-A38C-0F0C-339A51E0A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0A5B076-954C-57F3-986D-93E1E8490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7556D-961C-42B8-9381-BED9000E7EAE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21DC297-9316-2FDC-2A85-15FFA193B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0BCD488-E00F-92D6-6431-C2A647012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0647F-F25E-4D2A-87A2-702BADF422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4161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D378ACC-3253-C519-415E-718C22CD8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7556D-961C-42B8-9381-BED9000E7EAE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A55C278-42F1-58A5-922D-CFA20FF5C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5940E3F-98FC-95F8-FAF5-1057942D5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0647F-F25E-4D2A-87A2-702BADF422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4974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CD888D-59A6-A457-41CC-A16B8400E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ECC21F5-183E-3FA9-1F50-F7E32D054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E02C94C-A82C-B689-A778-C50057602C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D9372AD-B647-8B86-80F0-CC98F3AA5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7556D-961C-42B8-9381-BED9000E7EAE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20B3B04-874E-3EDE-1CFF-4798F5050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F87A436-994B-2A4A-0522-CBA86A7E6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0647F-F25E-4D2A-87A2-702BADF422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65324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A55263-E616-DB0E-0DC8-4EF7362FE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70C3CD-CC4C-4FB1-9661-A325777D23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8D41872-3E1F-4A7F-AE2B-828EDA2D63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8818A24-C2C3-1648-1C2A-B44C98BA6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7556D-961C-42B8-9381-BED9000E7EAE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691BB08-F56A-FA2C-7C1A-C40A0AE8D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BE3FD73-542C-C5B1-0E30-A2388900A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0647F-F25E-4D2A-87A2-702BADF422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9516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A0C758-EE5C-4B66-A0AF-0CCCE48F3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EFC058-6CB6-3B41-AF72-36DA3D6C33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619E307-B085-9803-A96B-8BAB9C61E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7556D-961C-42B8-9381-BED9000E7EAE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6C6B24A-BFB8-DB99-3F37-F525D4E01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E3F395-3552-4751-22E4-2DAFB5CAB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0647F-F25E-4D2A-87A2-702BADF422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47206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2BA5940-193F-DB3D-406F-005A936164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9A60358-68E4-8353-1077-30366A412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490F24C-E3A6-8683-1F3F-A5900B1FB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7556D-961C-42B8-9381-BED9000E7EAE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37EA73-465A-1282-977F-85025333B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413D06-233C-9368-8215-6D7146E10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0647F-F25E-4D2A-87A2-702BADF422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12768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BB305C2-466F-BFBF-C661-D0B125DA8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EAE5C55-7227-67F1-8916-F904C5F988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F9D6008-93B7-85A8-ABE5-B2C91114A7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7556D-961C-42B8-9381-BED9000E7EAE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DF1A51-A637-92A9-152D-3A5D9B8859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67E928-9A10-E4DA-4698-E6FAF90E0A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80647F-F25E-4D2A-87A2-702BADF422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7465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7E4F55E-259B-204F-0896-EC5B73395A7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B47831-7202-A472-5B9D-71BC9F6A6D7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reservation-waiting-time-v1 TECH EXPLANATION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C646027-1AE2-919B-7960-54D7E171F694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Architecture, implementation and commit history in 75 seconds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B4DB390-A91E-D68E-394F-9DEEA8CC474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C15EC979-19AD-DD6C-73A8-94918665BB2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1827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53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4121278-C59A-0E42-A96B-6F3F6CA6ABA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752D745-03D5-EDFB-231B-1ED7897640B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WHAT DOES IT SOLVE?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A6A8BF7-ADAE-36F2-E527-D04976D6C8C8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NearQueue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店舗の近くからスマートフォンで受付番号を取得し、待ち時間を自由に使える順番待ちシステムです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9675E85-32A6-2E7D-A971-06BAE9D3D1A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D07BC42E-0C9C-9313-7C6E-D2259AA7F22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1870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47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3AC1C73-BD9C-96C8-4062-6794D481802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D839D84-5C19-094B-EA3B-607D5E65E11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TECH STACK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00ADC47-0C84-99E5-5089-24B750D3C77E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Primary technologies: 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3CAFF97-E1A7-9EF5-FE3F-9E5031C9E9B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1758B69D-641D-1308-6675-C30C21C54F1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22744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8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79BD174-EDFF-624C-BEC6-007C79AEF8C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1DC9879-7BF4-11AD-D9CC-F3A917CF42D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REPOSITORY HIGHLIGHTS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8ECAEC9-7919-D936-3EBE-484021C7428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Public source code, README and commit history reveal the design decisions.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73C830E-18C3-67B3-4FF3-EFD83E5018C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C72DA83B-6D20-22C2-CBBF-FBD1E6C9381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8839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4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825A223-461D-D25F-50DB-C82585A3BD7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8F5C96F-740A-F0BB-E588-27844245221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ITERATIVE IMPROVEMENT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BDD60E0-43C5-DEA6-5E83-A7A4322CCEE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Small commits continuously improve features, quality and release readiness.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EFC9293-347E-30DB-E457-AD03CAAEF2D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D4EA8811-3987-4300-10A7-A30E73DB114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5436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35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FA171C0-0A4D-CC40-5CAC-2604D6AD3D9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34D9D3-1F00-4C03-8C3A-9236E98AA05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READ THE FULL ARTICLE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E2D5E30-C09E-AB5B-7E1A-2DB9B52EA2D8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sv-SE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https://syunnjack.dev/articles/reservation-waiting-time-v1
TSUMIAGE LOG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4F11D21-D1A8-760C-0FE6-F3956C79BD5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A2396D53-C52D-788C-6B33-B55D0623AD0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782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2026-07-30T04:01:10Z</dcterms:created>
  <dcterms:modified xsi:type="dcterms:W3CDTF">2026-07-30T04:01:10Z</dcterms:modified>
</cp:coreProperties>
</file>