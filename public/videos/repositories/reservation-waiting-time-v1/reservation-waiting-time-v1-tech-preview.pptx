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4242E1-121B-DEDE-C0DF-C40446F5E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5F5583F-EB2E-C1C4-901F-EBE3A78F12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038554-957B-38C4-23E1-83236A761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CC0869-FB46-17CC-2FF4-866E05A60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16451F-8BA7-1B66-35F0-66611CB8E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4570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7B5809-7F81-D7BE-491D-69EA9289C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CC1F9D-6835-114E-AD60-5D9F355C5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EE1C17-1ED0-4F8A-1BD2-B8E28F74A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3CA0DD-0344-9AAE-7B63-DF156F0FF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2B1D66-0046-126C-3233-39A019749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75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11DCF-8553-79A3-A442-5B7C20D3D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758655-0E03-BFCC-2585-49EA0F4A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EC992C-8355-2368-0712-4B9A74320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DF447C-5187-0D31-0E05-CDEEEA36B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40BA6F-4B02-9312-6CEE-7D30678F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7691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6DA405-0F5C-CC58-FE33-DE9B1EA1A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5A9F15-3BD5-3F7E-0FA9-2F4A361AFD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19646B-8906-6215-0007-33006D40F6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287B06F-0C1D-C139-D2BC-1CAB672C2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F29F483-1903-EEEA-CEF2-00E38E3D4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AA9255E-1945-E9EA-6EEF-44F9CAED1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2655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8A6CFE-B77C-9B76-2FD1-F6BBA0859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E91D86C-92A7-E9FE-2590-71E8A07F93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D3AA3E5-0665-0106-13ED-F12D8D307B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259E8CC-AB0C-7ACD-94E8-49C871DF73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1DFFDF-EF2A-FA91-2F41-30CC9A5981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CF1601C-B924-C217-A400-5F98B39B6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D41F1AD-BFC3-3980-6D5C-DACBEE48D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3A9612C-5915-C345-EDAA-CD2DE838F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718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C4D33D-1F50-798B-5BB5-75BD0EF6A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CC25913-B4C9-692C-31A8-C80359A07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E1DAE07-0D6B-E7DF-E155-51C38BD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5518B1-D274-876F-FEF6-20920F86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5909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3675072-861A-586E-2A74-20EADAF6B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500ECC4-08E6-ECA3-39A4-40C70C207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9397EF-14E7-FAD4-420C-DA7646974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4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844CEC-5CCE-073F-AD75-F46C48061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8B89692-7C8C-2D56-9026-F5DC59517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31B65FA-E4E9-D910-6F20-A1E3EB3FFD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1A3C21D-7418-1705-33E0-0359D4DBD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F76D944-34E9-3141-33D4-90CD507F5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1669B1-504F-AF4B-63F5-A7302E6C8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5869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C73846-4E2A-7B31-C9B5-C16D8A451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51E56F7-9466-A3D4-33C4-445B56F93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9A926EB-82D4-5521-C7F4-FE50FD033C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CCC6F50-4A2D-EAFC-5844-71A349917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87A638D-B63A-BE9D-418D-509AE368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FA6B63-544B-F4DB-3116-15734111D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4853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CE20D0-F63C-F469-7009-155EB76C7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729D805-AF42-C6E8-9483-A1C13E4262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0F317C-8ECA-7738-D26A-7DE2A650F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7E57C53-65A9-7BF9-C391-13C4B5E5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C28F89-FB14-6C9B-C06D-AAAA53E1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8852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DDA2526-8F2D-D9B0-2584-9E02111506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ECACC4E-4008-9DA5-EC14-EE0833956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D73BD5-C480-6E50-DFBD-5E8B264A7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ADC4F5-B2B5-760A-95D1-6E8EA0E13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1D5BF0-72D1-D5D5-F829-373873BC6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871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E302A4F-88C3-B442-F090-7D88F54AD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A540F3B-BE1B-0407-4B9E-92B9A86E0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753D9C-F64C-5AB3-D250-8E81652DAC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12284A-C95D-47F3-91B2-D34146ECB8C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908237-6FB5-067B-2A9E-9716996C6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605C70-1AAC-08F7-E637-DB721579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3EBC2A-0C05-4802-9AAF-93E32E64FFA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12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8A62EAC-1390-24DE-ED19-8789F879FA2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3DD947-C3EB-43ED-B9C2-E6596ECA892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Reservation Waiting Time V1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62F218C-8F8A-6A6C-55CA-6CB9D331F7C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D55C17-84BA-0446-0040-0242299D4F1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CC3B4740-5657-C97D-AB57-132964F6660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2882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53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9BB05A9-47C1-5464-499C-FA4C6047919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38CEFE-958B-311F-7D81-9111E36C3EC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F92751-93A5-4292-CD5D-49254D08C5F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NearQueue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店舗の近くからスマートフォンで受付番号を取得し、待ち時間を自由に使える順番待ちシステムです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4B590-6DAD-EB65-B43F-590BA4EDBD7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3B3F8AE9-FCCE-CCA1-6F4F-9E55A4A97A9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1167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4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85FF129-3BD5-8912-90EF-3EE5E09F566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786AF1-0F22-B3F3-A93F-95A284F432A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FC26A2E-7AE6-F7F1-BD0E-EE5E7C43232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F0D272D-265D-358E-F2EC-3A644F9BD4B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F5079B7A-9FC1-16BA-F545-FF5B409F64B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04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2521B7-8679-4F69-6DB2-363BF7A92E7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06AFA80-15B6-7C6E-4F6A-F4D32DE91CB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47059C6-CEA2-D502-213B-BF9BFA18568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C710283-3EBB-065B-0454-DA26E9E1280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77ED0138-DB4D-57B6-13CE-A7DE8D1CF54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6662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290EFEA-7BEC-06A7-C62E-346230FB523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443624-8F0B-5D65-A82F-5E157F3299E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61507E-04E7-AF82-5551-84B7659DA45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Configure hosted NearQueue release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42208C-09F7-1FF6-6BB9-CB44A16E348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DAD2C30-F76D-E3BF-768D-BA33DE2E451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9225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35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80D3A46-4EF3-EE88-F6EA-877E699A054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9B33CC4-5A79-9117-F633-E5C173BF72E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49A1914-ABE6-8386-5F8C-5CEAAE6C596D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https://syunnjack.dev/articles/reservation-waiting-time-v1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B75A4E-1AAA-0C97-85E0-B9101415B25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C36ACB9B-6293-109F-5041-7A1CC01A3B4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30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2026-07-30T04:31:39Z</dcterms:created>
  <dcterms:modified xsi:type="dcterms:W3CDTF">2026-07-30T04:31:39Z</dcterms:modified>
</cp:coreProperties>
</file>