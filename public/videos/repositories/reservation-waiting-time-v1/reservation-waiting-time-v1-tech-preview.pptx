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51A7F-085D-C941-0858-8F05A1C4A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A31F2B-8DDC-7B21-2B99-7DE94A606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D43A6-4134-53CF-230A-94A19D0A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016963-092C-94A8-A8A2-BA8B82DA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FDE00C-5590-E327-D077-FDA29C0C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547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57033-2EBE-E87E-EE3F-ED6CCE1D4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461D5C-D4EE-5CD7-12A0-630E06E2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8DF23-FDA2-1854-1965-CBB321BC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B24AB7-A7F0-8DBF-95DC-A2C2115D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89E1B8-BA1D-A7EE-9740-AAD4940D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8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52856-55CE-0B3C-C730-029B5A4D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887C0-7BE9-403A-F977-1C9011959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AD6AAB-44C1-EA0F-6DCD-E10A56F8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C0CE45-D53F-F2FB-962D-FC262E3D7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9ABA46-0FD8-6FDC-B7AF-8831066D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91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C17FA7-DE25-63EC-83CE-C355D39A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941EF7-9DEC-21EE-163B-66A88C9D6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8C62EC-936B-D0C5-5EBD-735611622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3F3B36-FC46-9CE7-F95C-EEC38E5B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C9F5F1-0996-20FA-EC12-CD45F8E0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6C124E-DC92-0D87-54FA-7C922A66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8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E6C4C-B8C3-212B-4667-AA43BC80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35361F-D60E-A87E-327D-D3B663CC5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7F5433-053C-0094-9ADC-DCCBC92D6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98F3F1-6979-2CBD-6F62-CB55BEE22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69294D-3A2E-59EA-4714-E53CF6BD1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A849F2-07EA-3020-B8AA-ACD5F969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D560F0A-3E0E-0256-4F3D-DFC2F820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47F9D2-CE25-4F13-1DD6-59BCF125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50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46FC61-F416-07AE-F1B6-3415CAAC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C922156-5858-764D-19F8-CF8437A2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32F472-6068-C57A-4986-F55A5063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3052E5-2603-E83C-934A-4B757E7B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37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4B51ED-FF2E-5D18-5C97-DC0DB9DC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477FC34-925F-BDE4-3FD4-0B76D2F8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A92383-0767-9ADD-E16D-EBFD214F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9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576FD-B353-4581-B3A7-172BAF2CF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72A4FF-B875-CFCD-1F3C-C18FD830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EBA0A4-8934-F56B-4C28-4525314D3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819278-741D-8DBA-FCDC-67F2EA24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5BE495-D600-A619-9560-12559FB0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EF967D-5121-3479-B8E5-119DDDF9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50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A0A516-B773-9D83-E7DA-9EA09CF5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215720-99A7-007D-8979-AF50DCBA7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DC1904-A1F1-A4E0-6E7B-DA52AD1C1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1683D1-D4B1-1D04-D217-48DCE653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52B866-81F3-72F3-FCA1-FFE1C79B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4D120A-223F-0247-CA5A-4778EBAF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68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C56C0-93A2-549E-DA8F-16F9D9B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39864A-EA27-704C-2A37-E86A12196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3F9983-A553-EFC4-BE12-8C492465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4B95DD-002C-914C-9B30-EDC3185E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4AC4C-F596-0CC0-0CCB-05220F7F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02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3B3DD9A-3629-8A1E-4769-738F9DD2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17AB4E-493D-609A-CEA3-6CCCD7143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E9B559-D539-F82E-3DD6-934546C6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BC67A8-B06C-523C-4278-9301B2D1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C61FA-0641-274E-E8AE-4E433D97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47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41EAA9-D5FD-F877-DCB2-704A3A99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6C633B-8B02-2135-B4EC-F7624992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FD4782-3AB9-7973-0640-4FD274B8E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8F508-0733-460D-951D-CAE4D71DB2E5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6850A-341A-5B9F-F58B-1E718D325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0C1B19-3A7E-DC06-FF6A-47D0C7E70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9BEA-6BA2-4D82-AA5B-D813974A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1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C32828-A24D-60DA-8C48-9791ADA6A40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41F007-1FE2-2335-F362-94ACAC2B694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Reservation Waiting Time V1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AD1FBB-EFE3-5C6A-D95F-05EA570076E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26E491-FD5A-CF9D-0C3E-0AE0F857A7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E070494-55FF-6270-EB80-75576B7B33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52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78E8CD-2CCF-B6F4-0C71-1B594B3A20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59063E-CCE7-E6E1-D59D-AC2E72D1479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57B3C5-337C-1051-D47C-0A5B72DDF3C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NearQueue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店舗の近くからスマートフォンで受付番号を取得し、待ち時間を自由に使える順番待ちシステムです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09EDD9-3A89-6FD5-822E-C31A8878491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F5ECB3F-EEA4-DEA0-ECB0-B1BF79E315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93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471274E-F6DB-969C-C82D-9964B41DE8B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75D00E-4FC7-A32C-2134-2513841E846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D0C9D3-7345-05C8-94B2-F92D8229533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92D7F9-2572-90BE-5C30-19CE724F758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2F79BFB-8F81-A7C6-0E6D-D97D820FCB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7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CA817C-7383-3174-1873-70C81EE584C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159350-EBFE-76DA-53E5-167C1E8712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163C0D-69AA-E73D-2009-3CB428F93EE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C501B1-AD9B-5D1A-EB6F-8680A439CF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BF7F58D-7594-0A95-0C3D-DA91D89361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17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D0E306-0CF1-DF2E-AA30-0A9CE2723F1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435B14-9A2E-F17A-E562-718A2338DC6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92D198-75B4-2FAE-3D8A-75F074F37B2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7CBE17-93A7-F499-9288-7224A3242EF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AA5F8E1-90FF-CC75-8A03-6AC9F90B19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95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744244-27D9-798B-7BA8-B1AB29806E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91C6A7-D593-538B-1532-285CE7F820D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59B8A4-506C-6344-A045-A7B2D6C4159C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https://syunnjack.dev/articles/reservation-waiting-time-v1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8C6508-5531-2465-542C-C0428324DB8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871D058B-DA76-0137-EACD-E1A2C2EE01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169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2026-07-30T11:12:44Z</dcterms:created>
  <dcterms:modified xsi:type="dcterms:W3CDTF">2026-07-30T11:12:45Z</dcterms:modified>
</cp:coreProperties>
</file>