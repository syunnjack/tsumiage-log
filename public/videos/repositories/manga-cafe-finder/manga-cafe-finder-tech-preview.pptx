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E9CAB-6200-CF1C-6510-FBDF42BFC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09B7EF6-1431-7442-1FB2-6972502DF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F53907-09B9-5CFB-702A-90DF1ECD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9F1C6E-2524-48F2-F52E-B881F194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F0B364-F3C6-8DA3-F186-7D9D488F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09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C4183C-2D15-172D-9F52-8B257BCD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439E10-4372-52B1-0A9B-7F78537FA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4D1C58-94E6-D02D-02F3-505511132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BC56B6-1C11-EBD5-ABF3-1A6BA4E0A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8285DB-E675-02EB-7EE7-E7EA5FE1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46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E43036-E383-A3CF-C4E3-52A7BE3D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D151EF-A78B-BE2B-D414-335C8BCE5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99A3EB-680C-A71B-37B9-EDEA692C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AA2CB9-C500-0D2C-9CCA-406390D3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E32161-8943-8EFE-8457-9795981C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870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3716-B018-13D6-2A63-2CDE1152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03FEEF-717A-2815-CF3A-53133AB6E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50F789-1AB9-DADB-0C8F-45691B3AE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71C6FD-A8E9-8E3B-1E6E-AE10DB2F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AD05C6-5981-79D4-8B0B-8581930B3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325E2C-FBAD-461D-6E09-A35111E3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463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75980E-DB22-96E7-A952-8D17FF17D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EADCDA-5973-D23E-EB9F-75D58A134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C330F3-46DD-DCC5-8335-24B3BF7E3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30F7AAF-060F-BDE1-BB01-2AB5F031C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F6C044E-71DF-C401-689D-2715F4BF8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09514C-7FFF-760D-C15E-27DE88AE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93EEF5-CBC1-97C5-86B8-8E56108FA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ED08EB9-77C6-D172-0262-D8F7D245E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31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C9734-9A57-B01E-D945-E9F2BAADF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338319-6D46-10ED-BCB0-46F78421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9B7CB2-3217-8352-084C-D584E063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5B7D56-2A19-10F8-88DD-6822C74B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241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7762A5-B809-5E13-C3DB-169C83A0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7D5AB58-8881-9B3F-0563-D651394CF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D8AAE7-6D79-547D-C28A-6361693E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67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3B3EB2-7B25-2077-C660-52104151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4FCC9A1-4440-DE42-2BE8-B4FB50A2D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4C5A9A-63B3-019A-2085-E46C5DCD6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71BD665-7E6F-F037-9717-5B25B7EB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643B43-B418-4767-1925-7C3B6D5B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67F7E8-D82E-1C15-5C8B-613CFA15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466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0F0448-2334-F98B-1978-1C94A6B1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981A3A-1D42-44E6-A4A9-36C0BD1AF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EB6A5E-C391-A3FE-4A63-38A660EE4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ACF392-D8FF-CF3A-449F-2A6347C6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A8241B-266A-14F6-4086-7488935B2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BC105C-E2E7-C2B0-EAB6-A40FD479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98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1B0839-4892-6C03-0A61-A5983F28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C0BBFE-840A-BD3A-FD01-8D698F103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0E46C2-FFC5-4D7A-E1DE-E2D264DC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F02A16-C1CD-BB8D-A36F-A8DE5C8BE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CC3E48-E942-8BCC-B21D-9280C85A6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00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5BA077-A54B-F736-21B5-F5DC958131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E5504C-FD6C-4327-D154-9684ED9C0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49C801-5859-9E6A-F99A-1A54C475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242D23-9D50-2CE8-879E-FBA042D4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3FC3DE-20BB-9C91-1463-AF4EFAF12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44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4B3D8D-3848-676A-A28E-FFCEE9F9E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233093-4C4E-3F21-0AA1-B83A991C8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551599-0337-C9D1-BBB1-552BC6392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8E1FA-081E-4333-8B8D-767F1D810F2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35B371-5861-B0C0-72DB-3EE8C8005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CCE2FA-26B1-3229-C24A-8B6474245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3482F-3083-4A41-B1CB-E251E2556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8097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2A5645-5C04-74CC-182B-936CE4F97B5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E0141C-8873-EC7A-43DD-7856564421D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Manga Cafe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880E91-D3F1-8074-C719-1C958635F6E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0D9B0A2-590A-6C39-41DD-3AEDD6CD131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E92A40D-E466-A38B-5335-E620F342528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41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453FF98-1CF0-0E43-BD8A-E583D8DBAEE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004390-0DF6-5FA2-FBDB-ADAE4C00617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39E92B-5FD9-2698-E609-AA9DE0F3ABC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ComicStay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漫画喫茶・ネットカフェを、個室、シャワー、喫煙、女性専用、深夜滞在、閉店情報、口コミ投稿で探せる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UGC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対応サービスです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316E41-981C-8F78-96F2-C8745965FF5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E72EC7C5-A834-FE5B-D99F-DB323702FE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73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5000"/>
    </mc:Choice>
    <mc:Fallback>
      <p:transition spd="slow" advTm="1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26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9A2074-B40F-6657-1AA9-96B5F776E97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3D66C32-D0C8-19F0-BF94-4C94842A95A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29A242-1915-EB4C-576C-4EF08C6D04F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838DF2-3646-E2E0-CA80-567C1558F88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CEDA5B0-931A-8974-C94A-0561D27588D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5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E248E2-1391-22A5-0F4F-47E3962B66B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5DB67F-B628-AFF9-501D-4DB55B3946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2BD503-9C50-BA8F-F0EC-771B9E9ACDF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12BE8B-EA16-1BAC-0B71-438FFCFF489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E4DA914-F823-1F8E-A7A1-5825A2582D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62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6FB362-3B00-3243-0EF4-2A616838D27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4553CD-91AC-169A-2C59-A623A41BBF0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AE608B-C86E-D1ED-5485-4483C768509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ComicStay domain metadata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76703F-583C-2605-F34E-1214A05227A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E3B19BB-4195-B4B4-8BAB-D1807DA1C15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65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EC338F-95AF-8EDE-0C8C-489E7FEC05C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39D94BA-E747-E717-AB8D-38A6CE3A41B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CA5616-2ED6-BBA8-EE31-1070C2A7D59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https://syunnjack.dev/articles/manga-cafe-finder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059995-6EA6-7D7C-ED79-7E54EBF7C7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0A6CB931-3C2B-847F-A376-E5DCD56AD8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5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2026-07-30T07:03:29Z</dcterms:created>
  <dcterms:modified xsi:type="dcterms:W3CDTF">2026-07-30T07:03:29Z</dcterms:modified>
</cp:coreProperties>
</file>