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F66D4-7B4B-AB34-EBCE-BB910A606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5BCCCB-1248-70B2-7B34-0A1A71D16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C08E00-6A3A-39D6-27A3-BC0C6130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C0937D-16FC-0673-96C5-CAE6A3AF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6DC21D-5CA1-4812-91BC-385DECBA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86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D3FAA6-9063-9595-9883-01D9FD4B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1F80B9-6A74-8095-0D56-284D7A800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EE0AE-2F1A-4D12-B414-66590D03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C5B81-C0F2-1C11-FD9D-3EAB98D9B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B36183-99E4-5158-E7AC-F65A9A02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16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09D05B-3C21-6CE0-CB96-28D71DDB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08E42D-048D-5967-1FDF-A064D16DE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EF77D4-1C0F-A988-F0D6-56164DBB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E5455E-4D52-B5A6-CBC6-852FA61A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44CB5F-A95C-D181-1C57-84FF6E18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90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2122CF-1D9C-DFE3-92A2-650EDCFD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952298-C1B8-5E93-9303-300606F0C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C49871-437C-400D-14E1-D7182F150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75C928-8145-4ABB-755C-30AD6EF4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47337E-E1EE-1D00-94AB-2494562B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ABE3AE-3D79-D4CC-B48A-4AAA76DA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70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B49BB-67DA-F7DD-E969-0BF7695C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16E6BD-6791-1286-D775-DAFB8C01D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701202-1280-581A-42A5-E22959E24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E0D032-5470-47F6-4148-92C9EFED3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06E8C8D-CDD7-5177-6DC5-80A3ED162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64781D-95F8-074B-2639-459D4A1E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DA0C4B-A0DF-8DB2-67C6-9F862955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21BB34-002F-1B9C-AF7B-040A5D4F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35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AF756-1485-641E-C9EE-05FDE88C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1FC1F23-D4BC-63F8-43FC-92A2A528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AE43CE-C00E-C13D-D249-FB2BD0E7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71915A-E3B2-09B0-C14C-3C189B90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09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2A3181-2B0B-D8E8-6A2B-B2F4D4E4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EABF51-5B1E-AD01-2A21-057E3A7B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BB631B-A783-D919-03DD-838B5F4B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9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4869FF-8ECD-3F7A-B7DA-4553F1C6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6249F1-04E1-716D-BAA1-D0D580F00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059D3-F1CA-A55E-41A2-9B5014352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154C08-35E0-C066-9377-AFCB666C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2A1498-2909-0B23-7BC9-BE595FEE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DAB8A2-77F4-CA9D-A5BE-8BC68741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99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ABC4E3-F805-BF86-6CFC-088BF454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527446-D0A0-51AC-D4C4-F9F52B863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675110-E3F8-85B6-98DE-21324D42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5EDC52-292A-F991-2637-F916053E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3F68E3-80F0-E08A-0E6E-43EFE201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67E462-AAE3-8533-8077-7CC1176C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66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03FE24-E08E-BD70-D287-13AFFAC9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26D1B0-D5DD-9D0C-2F5E-788A6C673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F67333-D878-656D-2A6E-24C6561F9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814863-9F7D-E4C8-8D44-35AC31E6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2785A5-6380-7305-7262-59D9184B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5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A9BBB6-EAED-7695-A099-594D4CE64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6654A5-4CAB-4204-FE2E-BD6DC9FE6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6B21B6-4ABE-7600-A5D5-ACF837C8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D81486-800C-DEED-E014-3E01E596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87BFEC-5374-9230-F74B-7E74BD6D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7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8654C8-15CB-FA24-D5B7-0E0B3D6D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09FE3F-9B2B-C363-8FE7-8D257BEA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A44604-AD6E-F508-0007-6E137F7B8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63023-A351-4726-BFA0-A7895307A35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6DC444-28B3-0497-2F71-7B1B5C007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EF2551-63AD-40BD-714C-E4AE95581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3DB9A-5EB3-43AD-B1F7-2D855E5F21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84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C38F55-169E-ACE0-C1EC-4CB12EC1A74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8A577A-C431-5399-C430-772F8C499BA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Buyback Price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734BFC-3094-41FA-EE37-EC3C2EABDBC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7E4693-E9E7-4870-DA60-9F815FE2105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B53656C-BDC1-EDB6-0266-ED4717C60E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50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C0F845-0842-5C0B-D006-25DD9B305DE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B49BE7-2881-BC5D-166B-88BD7D16709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6C81DE-0DEC-5F1F-D819-4C58F43E3A6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Buyback Price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中古品・買取価格アラート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buyback price alert Domain candidates Confirmed domain: buybackalert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84A589-EB6A-B48D-188F-1E478C55A6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91F18E8-2742-7260-39C1-BDDDF8E0F4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10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55103D-8599-6BC7-D9C6-DB5DBF25D24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B590E0-D0B6-399A-C0D4-B233DB4A000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C18DCD-8FA7-9B02-9C21-F88C43CB2F3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82DAED-C06D-02D6-6FFB-150224236CA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C02395E-39D1-D222-7778-B383FFB1E7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7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DD8A36-5D0D-2294-7888-E6D219D0157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079D93-73AE-1362-E42F-29D9B60E330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367C93-27B9-486B-DD4A-31773198498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786014-63F2-D379-7361-E210E7278F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4E4ECEB-CF4C-03EE-BC0A-917CA0F8B6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2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C63536-6B5A-B945-B1BE-E243768780E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5B3BEC-BD12-0B77-5825-D073DF82109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52CA24-0726-FA39-02C0-194F9FF27D6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AEBDFE-352F-8191-7897-8E871EC99B5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EA29B2D-F380-7763-C36B-584B7D9B00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63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27FBF4-539A-31EE-26FD-7772B076C9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46ED64-5057-F4F2-C5EC-F36457CBAE4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0FDFEC-7A4E-CDAA-4968-F92AAEECA94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https://syunnjack.dev/articles/buyback-price-alert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ACFE38-798D-3FCE-52BE-A9B71443432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F13F64C-18D3-A34E-D8E2-35B365E986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36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2026-07-30T11:32:40Z</dcterms:created>
  <dcterms:modified xsi:type="dcterms:W3CDTF">2026-07-30T11:32:40Z</dcterms:modified>
</cp:coreProperties>
</file>