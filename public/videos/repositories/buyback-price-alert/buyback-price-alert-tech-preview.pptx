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E5A241-431A-AE3D-4CD1-F19CB2737B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387F2E-F48A-2496-94CE-79D4994B4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8339228-B8B8-920F-7B0D-19F1DF0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D90E16-3A15-21A2-D859-C9A2CBC3A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4AE269-13E5-C994-40B7-9E7FFF779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6122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06223A-B62E-8CAD-AA10-714D5D989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D49C117-0163-4435-481F-DFA10F2FEB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D0DE8E-B9C3-51DC-9AEE-923809F6A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48181D-4A60-147C-AF42-E625B7F46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11CA5D-FC99-44E4-4B37-4AAECF615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3020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9CEE9-330D-5928-CCCD-4586C6D9B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21E52A5-4940-4017-B655-1CAC8845F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55D5BA-BA48-10E0-28D6-FDA82312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BB8E0B-9CEB-DE05-B049-957A80AD1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5B0211-4E12-47C2-8BE5-2AE53BF89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5380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CFA0F0-923F-676A-D9F5-D6BFC6ABB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4394B2-5EA2-1AA6-F905-AE8484043A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34A5101-77E0-95E6-654F-C45D6698F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148CDD6-BE4E-0810-B0AA-85CC68CCA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E8EEF4-D936-B511-D2F2-3F2FF3FC2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7475152-161E-2C0C-8B15-D1F207B1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9151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BDD48-5AC0-ABCE-5F88-340E6247C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15D89B-EDC4-FA8B-0C13-580950DFA5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1A32E84-065D-B93E-7096-8898B0E40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CB2D736-DD2F-BBCB-DCF7-83F6980B34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A8CFEFF-557C-D363-EC21-70AB89929D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889E045-7534-B95C-FFE2-3D2DD9741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5CE4BF-4F12-09ED-ABD5-AAC2C7DE7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1B0313B-6E9D-BDE8-D856-A5F8574ED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578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389F2B-3681-D50C-87E6-514C86687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D5DEF10-EEAF-5B41-7FC3-4235C614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F9F25D-A3A5-7E4E-4A77-A5EDBF9FA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A0E6FB5-3E42-0178-1EF6-6A1A16E8D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2445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D4BC4D9-976C-6B53-832A-0E7102E1F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56C5776-8C21-5C06-FBD0-7371B5F18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880A202-FD28-6E8C-E137-B565835D7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671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2D358-1CFE-577A-EE01-CA77864F5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FBBB33A-3CA3-0DF7-27D5-75D949E34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5EDDEC1-0782-360A-2C2F-8B7E143F8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27DE3FB-8AAB-B5FE-B0CD-02C14D00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DDC9D7-8479-0DD0-C613-39A884EE1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EDBF55-92E2-32F0-E8E6-2A9E03E3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9481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C6E032-852E-530C-128A-07853277B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E666EDC-B432-5563-E85F-7E4C76BB94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CEAB529-2901-15DA-8C64-2F5B1AA0CF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88401EE-3EEB-4830-2485-619B7FB59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5674DB-434D-8C6D-7CE3-27C48A388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4AC4F10-680F-3DBC-E058-7A438E038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4992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194CEA-27A0-25BD-02A3-773890AFC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D436FD3-3646-2CF4-805F-F40AECDD8F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C975D9-CDD9-E8BC-6879-5FD1931E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D8E23E-766A-6302-DF26-76B4CF03F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443793-903C-21FC-448B-07C06B0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6670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225F05A-1C22-70E7-3CE7-0D1CAAA811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38A024E-F4B2-2219-5975-BE8866AFA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E87621-D21A-04EE-6305-E62F84B4B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FBA305-79FA-5F45-B543-17CB136C7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2A7421-3DC5-4133-DEC9-65A79F537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5692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9B892EC-6BEB-331F-555D-11C439A29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245988-56D8-BCD0-8B70-0E0C194A7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C0FD53-CB6B-8A63-C3A9-B031DB949C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6E1C1C-01C7-4CAE-AEC3-A01BE6B4FB8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398009-D1DA-B587-79BF-8B5ECE45E8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DC1FA0-E96A-FC3F-DF9A-376BCEC71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0A6627-C065-4D7D-9ACF-25BC5809B9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9810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4611835-6036-D8E8-CBC2-6C706DE1EBC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C4D8B-6AF6-07E2-4471-A634C5B8DDA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Buyback Price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D4CBFF-B28D-3182-8D17-DE46DFB549B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4FFD2B9-EC7C-79F8-AEFE-7D4674ADABC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6C74B0B-C1BD-3BDF-DDD4-F14731B05CE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089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2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348012D-2A12-2939-AECD-35311B85789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F85704-71BA-6282-4A29-5D757A9B5F3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0B212DC-18F4-751E-4C44-8F4E776C19A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Buyback Price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中古品・買取価格アラート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buyback price alert Domain candidates Confirmed domain: buybackalert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6C0CC8-F57C-3518-C5D6-8F9218B1C84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331C3552-52BC-3491-EFD4-E283807DD4D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961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57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3E97656-0A38-B5EC-F183-F494CD76BFE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01927AE-CBE3-2928-CEA4-BCE17F3F9AF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9EF6725-0FCF-4EB9-D20E-840B62CB497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EFAB849-6C76-03F3-9247-5347A6B4360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8753B001-2083-49F4-6E17-2D42C6C8DC9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126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0F04CC7-E7E7-C6A1-06B3-470F88D19AD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069D33D-C2D3-8F7C-7B85-84CA08BA9EF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3B58A7-9C51-F468-F7EE-3F238FB9008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0F0A8C1-5CB2-970F-5CAA-F4AFC6C18C5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46EA38A-9240-5AA7-9346-BE877D50FDF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8196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AEC8843-06B9-2A98-AC5C-E42E3A96F59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FA7C79-1EC3-0511-EE38-31447559EF0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558E81-0FE9-A4E3-173B-7C0D8EBAB61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364428A-3521-5E1B-5D50-5E7367D3A98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9B2086F2-75B8-28C1-7E3B-7F8ADDEF986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7416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1553B7-03A9-7F4F-501B-6F21ABC126B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572DA2F-DE75-98BF-E62B-8FFE54E99F0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745AF1-3519-350E-B56A-D6F9F91E5EDC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https://syunnjack.dev/articles/buyback-price-alert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435CEF-47DC-AD7D-5673-EE045BEEE0B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D10BA1BA-65BF-FF3C-6BDC-A050C455F99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8240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2026-07-30T05:03:28Z</dcterms:created>
  <dcterms:modified xsi:type="dcterms:W3CDTF">2026-07-30T05:03:28Z</dcterms:modified>
</cp:coreProperties>
</file>