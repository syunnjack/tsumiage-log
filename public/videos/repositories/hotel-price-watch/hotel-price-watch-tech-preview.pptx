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F1F75A-D90A-D2E1-DF39-2063E2E41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58DE4F-226D-DB90-0B2A-D791EB8E5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8B1319-DB10-B356-31B9-10800041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49B2-5982-463B-940B-304794D3D9C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527590-DF2C-269D-AA0D-D08C751D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C6EF43-B0D5-1080-A811-80A53E436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184-EAAA-43A8-BE9C-AFF73D622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036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A71B43-3FC8-B12B-58A7-6F1A6DC3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BE3B7D-9EB8-C700-E0F0-E01C5705F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7332E2-2DD5-FAD7-474F-916DDC2D9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49B2-5982-463B-940B-304794D3D9C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3C5F2F-2E89-A28A-75C0-D5D339B77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7B1C24-4B2F-7465-AEFE-D9CB05D25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184-EAAA-43A8-BE9C-AFF73D622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973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EBB3B2-3365-9C97-937E-81C802EF0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6B7A32-9CBE-9E23-0580-7AF0CAFFD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6A5729-4270-F657-9133-69EE9EC2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49B2-5982-463B-940B-304794D3D9C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762989-8C07-3F95-3369-44256441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87943E-F705-2BF3-1BDD-609F6651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184-EAAA-43A8-BE9C-AFF73D622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530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1D00EC-CAA9-0E21-871D-05CDE29C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E8B7ED-0039-C0B6-4C2A-34C2785DF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567F96-2A60-695B-D1C1-195B1D9B3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11FD13-0AE1-744E-D291-8B2ABE999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49B2-5982-463B-940B-304794D3D9C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E946F1-48B9-3467-3238-B3E2373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B739CF-12CC-64D6-14D9-87686E676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184-EAAA-43A8-BE9C-AFF73D622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901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D4857F-455E-4CF3-9A01-ECB5C43E5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E7D6C5-85F9-354F-5963-0EB68AEC9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36ACD9-27F6-AADE-21AE-ECA5B5D14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A87601-AFA2-3CF3-91D7-0CF7C36D1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10442C-5A11-7C51-4ABE-71DCEDC82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D7BA354-C891-858F-72EA-CDEEBCB80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49B2-5982-463B-940B-304794D3D9C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163586A-1E75-C1B5-D397-F77915568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048F3E-56B0-3C99-CF6C-BDE3D661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184-EAAA-43A8-BE9C-AFF73D622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4991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85D301-2289-EC95-FECA-8FFF2758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B04A5BA-3834-9378-4A57-99C36F49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49B2-5982-463B-940B-304794D3D9C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AD7692A-B9E2-C5C5-970C-627C38D6E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FAAE0BA-FC94-0BAD-7E61-7AA174BA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184-EAAA-43A8-BE9C-AFF73D622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550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1503322-CF59-A3D8-4DBE-995BED7B6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49B2-5982-463B-940B-304794D3D9C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D1AAFA-557B-5E86-420F-F1DEC0EE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CD149F-D57B-9C5F-1FC4-4ED83FA26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184-EAAA-43A8-BE9C-AFF73D622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08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D59375-D98B-05C4-8013-EED6FE9D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2247D6-62C7-5A19-C770-672C59EF3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B7D6A87-77C4-1C12-9625-D414F1F30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1B48BF-1D53-F38F-BB98-9CBB16B4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49B2-5982-463B-940B-304794D3D9C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60415B-59F8-B0E6-991E-4AAB6E025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235BB4-776A-8779-C869-0A1FBB23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184-EAAA-43A8-BE9C-AFF73D622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1502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C7AC81-80DE-62F3-1439-B3B3E4EA2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D48DD68-9E43-B452-52CA-B58FF23852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35B562-5F2A-525A-AF74-371A902DF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6D9360-99BD-C26F-3808-F64129B59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49B2-5982-463B-940B-304794D3D9C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C2093DC-FF7B-8842-0854-737A3995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D1C8E0-7BAC-BB56-EB4E-7E878DB8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184-EAAA-43A8-BE9C-AFF73D622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861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9CA4EB-E900-EAFB-9C49-FB4769F7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F46837-FEF5-9986-8C3F-AF755CBC6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892158-CEF3-0D8B-9132-7B79796D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49B2-5982-463B-940B-304794D3D9C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BC172D-9E29-2C07-3F6D-A557F863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1FBC39-EE08-FFB4-DED0-3AFB30A6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184-EAAA-43A8-BE9C-AFF73D622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923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EAB3758-1612-ECF6-87E8-2170EC166E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777014-C8AD-A468-B99C-59CF946BD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2E520F-87AD-8C8C-414F-FF0A5B73E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49B2-5982-463B-940B-304794D3D9C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D17E61-A100-9C09-CCBA-083A4C4B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15B65F-3C57-ACA3-F1FF-C325D833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184-EAAA-43A8-BE9C-AFF73D622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7523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8BCA584-A4FE-F504-5F6F-6C95629D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F99913-E0EE-70EB-4442-125671377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C7D5DF-4776-1F7A-F03F-7193E74A0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949B2-5982-463B-940B-304794D3D9C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805D33-328E-1F6A-1AEC-795D49091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1DF512-B3B6-762B-11C9-257B703D5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16184-EAAA-43A8-BE9C-AFF73D622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5268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640F924-1385-151D-3E62-CCEEFCCADD0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DB0E97-E3A3-0F16-8962-35F840A3803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Hotel Price Watch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A270EA-F0B3-B4ED-9A11-F592E16D6D9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4A3150-F4FD-678D-73C0-43E52E6AAE0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7B641EB-9197-2A6E-6077-8D7623E17E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63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7C05B3F-0643-A191-F648-A919B3B5396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2795330-C632-5F93-D964-5B951C49E9D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0F1E27-EF7D-F699-75BD-F5289B5502D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Hotel Price Watch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宿泊空室・価格下落アラート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hotel price watch Domain candidates Confirmed domain: hotelpricewatch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AECCEC-AE83-193A-A41B-88894412F56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5BCBA55-50A7-49AD-AF9E-FE4520E5FE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09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7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D733F7F-2294-7F0D-A619-93ADB7759A6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2836847-8BCE-4EB1-35DD-C3103648D07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C107543-EB97-F7FD-BFA8-EED03F69ECE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82270E8-8D00-6448-C73A-FF6B6214629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B26B3B4F-837F-0A90-BD00-52C83D2DA6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46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318BA5B-2DA7-6C1A-73F4-10E07ADA4C0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0CC547D-9818-9B4F-D33A-91BD853966A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8EECDB-100C-6829-49EE-501FA0CE460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22CC1A-AB15-DE68-D28B-59B9DEE0654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50BA1D8B-5579-2EEC-08C2-CE0EF96882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7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BF1619E-E779-1FB3-832E-79974FD17FC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C4E289-FA26-F4B0-363D-2A53A7C5A0C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6FB395-CC0F-A53B-24C9-DC4557A6D8A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1BA911-C0EA-2C87-D0B3-AD85EF21FA8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AAD2CE15-9D06-07E1-73D2-ABD1D4AE19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63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F88B87-11B3-EA46-3379-7A1D9E9E774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38A040C-ECA2-B34A-07CB-153492F1B20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6DD0FC-D4FA-3EBA-9AFF-A8296075ECEC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https://syunnjack.dev/articles/hotel-price-watch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4D3FE3-5AAA-DA81-EB13-1AFD9E3992A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13098A0-3753-87CF-2606-67700344D5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83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2026-07-30T06:47:02Z</dcterms:created>
  <dcterms:modified xsi:type="dcterms:W3CDTF">2026-07-30T06:47:02Z</dcterms:modified>
</cp:coreProperties>
</file>