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237DE0-7FF8-7D3E-023F-A326AA255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CC8375-EC47-EA1A-A004-FF95B0953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8C0611-C746-4DAA-69A6-C46CF889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E7E013-5C80-95B6-3EB9-D836504B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27B16B-FD35-CE3D-F3BD-C7345B38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074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9FCB8-BDAA-5869-3F67-12EC25AE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DEC53D-783C-10BA-BAF7-F775FAD47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BD69AF-9F15-DFD3-0E05-B4FEE93A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12324B-7AB2-B0DC-6039-6ABD887D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9257EC-E440-CEDF-29B9-0BA9A93D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05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01D911-63CE-9A3C-FA65-E8E56C01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67D48F-A060-B537-F3FE-16C761290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24CF94-DD5B-BD25-FF17-C21ADA400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48EE85-8914-A659-30C1-319FECF3A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DDF953-FEC8-6B15-A3B0-FD219002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0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0DE023-9E3F-6EB3-D8A3-139AAD4E1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2488D2-4342-B14E-42FA-161491172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6E88AE-1B44-4169-4319-595DB180A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0E5F28-60F9-465D-1FF0-34C01D63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0F52D5-9657-E8C2-9467-1FA0834E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20BD35-69E2-2420-A508-39D3774E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81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80C7C5-F159-49B2-6BAB-E8726CC0C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8B13E9-C5B3-1461-5CAC-19E14E393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D984C1-CD17-22BC-B5FC-1DF289CB1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D43A288-5DF3-D03F-BC5E-1BB998573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43A6BA0-E0EB-CF54-B9D1-147520BD7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82E890C-7215-038C-18AE-E97FF0A44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984752-B7DE-A08F-BED5-D04FAD6A9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A06087-FC4F-7BA5-8162-7A6A06AC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4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9E9942-0458-FA8C-D846-4B8FB247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4412028-7764-FDC4-2EFD-75278C7B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DAD63F9-D40E-32C9-3CFF-D83B2B3D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3EBDC4-C65B-B221-840F-4F0FEC67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10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A915986-32D8-FBEF-E3EA-3E7AEB35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DCDCE9B-3C32-2DB4-E808-B9EF8F23D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3AFFE5-3F0D-AA43-5742-5B56FD866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04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C8663F-19B3-899A-3F7E-E26C19D79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3955DC-E5BB-43FE-5D30-4D56EF56C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149A30-72E9-A3ED-4AB9-4596A31AE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D16841-09CB-4357-AE10-706DC629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8017BF-DCD4-2DE7-1AD0-7F031EA7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C448E3-9D7B-85A7-DF80-A0596021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59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87108E-73DC-CF35-A7F1-7F3C7A19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438FDAA-E466-0559-4C14-6132B9500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CC3968-6A40-CE1D-5BBC-69B3044F3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BA72B7-B02B-76CA-DB4B-C089B0C25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520981-B9CE-F93D-1117-72327C04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A09971-B540-6AF0-464E-306B8909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10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735E6A-651E-2900-4B11-CF26959C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F2C96F-3C01-AB0C-5011-58E3CB1CB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2E19D3-DB93-09F1-7242-ACAF2725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9FF140-262B-6E32-12F1-9B5AE616B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EB1063-33C0-8873-F9FB-3C8A34AA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366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2E9BD9-1892-8C91-0E55-4EB090EF9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D118B59-9D95-DEA8-1940-1981CB8A9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7507FD-A7B3-483D-9D71-14B78142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FA04F2-F687-2569-106C-F6467CC6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4BD29-74EC-8ACB-6C31-64B16D66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79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30AA13C-4243-25D3-92AC-FD0813F5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424EB8-B462-169F-7788-B35AA3E82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B63EA0-860D-F206-9D84-7C8F99325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66D93-A836-4D7D-B07F-234CAEC6A37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DBCB09-EAE4-737D-B122-1C6B58138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724915-E1C0-ACE6-22A3-47B2AB3CF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76FAA-6FD1-41DC-A69E-9EC5B86EB5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97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837892-7A8C-3AC7-B3FA-9F32AC32A0B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443060-9D0A-CEBB-3735-59E15D1A1A2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Open Close Radar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F1F65FA-3C9E-3418-8066-265789C6E97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67398B-A821-D181-7A5A-738E29F35A1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B6BC276-901E-126F-A34D-5825273979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95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F3B82A-45A7-79E3-AB20-C887B52A332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DDADCB-8D3C-EBF7-5080-CA6A5123625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0A16DF4-64CA-4D03-ADC7-EA63C1A5703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開店閉店レーダー 地域の開店、閉店、移転、休業、リニューアル情報を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で集め、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と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X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のアラート通知で届ける速報サービスです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791A13-7C4D-5FEC-C6A1-A8FD88ABDA8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5C36772-752B-F3A0-8118-980F2F81AA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41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D0438E-A358-C9D0-2743-D345BB1AFB2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433A73-D243-3191-A300-3383BA29FC2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C30398-4928-F97C-1C89-553C70160BA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48AE74-B98B-1EE3-BA3B-C10C4606AF1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EEB53A93-44D1-B3D3-445E-827962C10F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94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E2BDBC-6854-E8E5-6CFB-F866FB00F20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9B6EAE-A50B-145F-971E-0DFDCEABF2C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5B4421-90DB-A3C4-CFB8-13F8C7C4589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5E3115-1025-D12F-9866-F91EE8A0CD2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2ED6BAB-1E39-59FC-9DE7-BBE9430E54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50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45D186-EA8B-AA7E-491A-F0E1EA691AC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A92642-E6C9-B62F-6348-078F1853E56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B47556-B1EE-5C17-401B-82FE06BCA84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Add kaitenheiten alerts and revenue flows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1AD625-9824-57C5-21EC-FEC085E19E1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3FA5BE3-98D0-1755-BF56-7FA07DB1D5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00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8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7EC7FB-D5C6-5533-24CC-61A480105DE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2C72C2-9809-0F08-FFEC-E0725E95613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0BFE89E-774D-999E-77DD-93FA8A2A4BE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https://syunnjack.dev/articles/open-close-radar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BB75379-5894-7D8B-682A-3A5CBD39C5B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DEE371D3-AD30-D23D-EF6F-C53C8B2DED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92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2026-07-30T07:01:43Z</dcterms:created>
  <dcterms:modified xsi:type="dcterms:W3CDTF">2026-07-30T07:01:43Z</dcterms:modified>
</cp:coreProperties>
</file>