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B1BA3C-83DF-A3CD-B0FC-83B8098C9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F0D2746-A719-5652-538B-0D7D4E5376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BF8386-51E8-7EF3-71C7-8A57CB0AD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72D80B-B5A4-09C1-B04E-CCE47C97B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E03D6B-FB69-2F21-C2FF-09830D14A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280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50077E-00B8-2C80-E868-4A8CC484E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D9D648-90B0-F92B-01AB-B7CCF28106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16C59D-04FF-68BF-5597-3FD4D433C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7210553-2675-9855-96CB-4CA7DC18D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3CF5FB-5B86-DD08-8CA6-D7C3A39C6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1989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F796B6-DA81-2EE3-0B18-F2CD3A58F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73359ED-1009-0B14-46AD-186E2A28EB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78860CF-57FE-D01A-58F1-D305C387D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83762B4-77DA-2850-B327-BE989500A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0087A9-A413-7939-44A9-43FEC2C88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9271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DA8640-37B8-35CB-4501-176D39155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573EDA8-DC2F-B8D0-52F8-30EF4052F1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6C3600C-1BA4-4F07-0D27-755CF5D750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2697FE2-4AF1-9EF8-7D3F-0A00A5BE9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7FD75AE-E343-8A1A-846C-E9E7963A6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8C7FB8-D208-0D29-E4D9-7FFE563B6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2649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9F7B49-06F7-33F5-208D-0DEEEFC7C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9EFCE5-E43B-06E4-60AF-83E549AA6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DB086A0-7895-C28C-020B-872A2C05DE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CCC2B6B-CDFE-AFDF-9B51-7EA02D778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39DEB25-8CF3-5760-4E16-0BFD62B56D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52EF2F9-E05E-E60F-0EB4-BB629BC40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EB992BD-A0DB-223D-AFFF-2A945A99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3DEABBF-535F-AAF1-6F20-1ABE3E01D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5967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46AACA-A05C-7206-C0C0-AD69EB7B7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D073EC3-268A-67FF-3429-E5F7EFB33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FBD9688-7B1D-97A5-0182-C8D6518AD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3A4F3F1-4897-AA7B-0C76-932718303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823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B870AA8-8A4E-8A1F-B444-BBBB7633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A0438D0-889B-2B3D-6A74-BCCBD0949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4C2EB3F-9E66-FC94-77B9-B337F3B4B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7908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C7A6E2-F6E6-4E5A-2910-83789263D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AD6E4C-AAAF-A0A5-F770-F4A820BE7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F640532-0DEA-CFB6-C3A9-96A77EE1E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470BA92-1161-EA8E-7C10-68B3D85BC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0B17FE-83AD-B444-9625-B47FB1F10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61B58D5-A808-A516-3A0D-7C34941F0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3928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C2F9BF-7866-0AE9-950E-B0F04B0EC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D809D68-5B8B-D057-D5B4-EE2ECA1D58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51F10AF-8B16-D83D-965C-B26A187DBE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3D44DC-AAF2-851B-8F78-AA77F9F61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9207903-7C01-D8E1-D6EA-BF9332F7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79020-7BB0-7C23-55E6-920C4209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0978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05E9D3-FE0D-F510-4615-7EDEFD4C2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E16AC58-FE36-D42A-A1B5-82940C05B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1EABE4-5B3D-2C10-BB54-0CD800001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6EC386-7E20-144F-30E0-F99542E9D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DF2CA2-A533-38CC-76B1-67FD34AD6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4252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FBD3E55-FEB4-3CE3-00DC-7E79805B07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93C9B6-E403-51C8-3272-0F31DE0D6E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A868CD-80E6-1C14-6470-904C07E14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E3D33D-637B-E21A-C1A6-D258BD827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56E7C9-6F27-A692-8921-4BB96155B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7935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B42A8D8-B576-6432-6DEA-CC3CB89BC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AC711FD-35E7-8772-8B75-47DDC49579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57536A-04F5-58DC-E324-2C5EE5ADE5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75E55D-0B30-486F-B5EB-DBBEBFBA1ED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ED8599-ED70-5685-391A-7185021941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52742C-4A9A-A97A-8EDE-015F754AB6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179F6-E3FD-41F4-B931-2F061DA007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3738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2738257-FFEC-8C27-CDAC-5928BA7F57C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9D12B98-64E5-754D-FB97-1A0A2CFE152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Open Close Radar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31AF76C-C9FA-1558-6881-4F3F6601513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4DEC17E-4FA8-BF6F-5890-9AD168C703A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45AFD3C1-C107-3B76-E746-234C8CA1F46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4900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B349FCE-463B-1C45-46BC-8B022EB2911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000E107-9D19-9454-5FF5-40C7F868368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33DAEA-90C0-CEF1-583E-AAA1E401987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開店閉店レーダー 地域の開店、閉店、移転、休業、リニューアル情報を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UGC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で集め、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LINE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と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X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のアラート通知で届ける速報サービスです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D86CAA2-E598-CA3B-8759-ACE7EBFF675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7C1ED088-9B1C-8543-428B-F6F32CC45C9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4266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49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738CA08-9A7E-2AE5-E4AC-9C04E0A4D5C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AD49ED-3554-0E71-553B-197670A9B4C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0E1ABD6-C1A6-84C3-0475-9520D2072B0E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F9128B6-0928-8F20-0A0F-990D7011BF8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78CCE689-E178-18CB-3072-71095846A0C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4949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8DDFD0-5A65-701F-AF09-74C1E27394E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BB82DF5-380F-E72A-DE11-0E639E8ABF7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05F5237-4224-4D09-488A-6B9EF21AEFEE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8137A1-755C-E310-2D78-A3C3B308880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50F820C9-301D-9AC9-3930-C4AA80161C5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0985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E9DBD21-F6A8-52C8-FC48-6E2E73CD3A7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7251BD4-F4FA-ABCB-1AE0-518D28FFC1B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FE512B-F407-0340-9871-0146411FDA3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直近のコミットでは、新機能の追加と実装強化が行われました。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CFF0E25-D279-E6FF-01B2-72131D9F92E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812B9057-2D41-BD2E-AC44-2578B2130DE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7713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80633C8-7429-8CF4-27A1-975C493D8AA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1FB499B-E3B8-E7EC-E51F-956FA8F1703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6DE78EE-C8E1-8D50-B3D2-5E43055B5727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https://syunnjack.dev/articles/open-close-radar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701689-69AC-9A16-BFA2-C95DC55C1D3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31418BC6-E0A7-E6BD-E136-5E9BAC0EFF6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3323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2026-07-30T12:01:42Z</dcterms:created>
  <dcterms:modified xsi:type="dcterms:W3CDTF">2026-07-30T12:01:42Z</dcterms:modified>
</cp:coreProperties>
</file>