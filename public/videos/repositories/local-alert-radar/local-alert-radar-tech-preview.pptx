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7EA09-D008-4455-804B-52A4E6578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80B75E-19B3-2D11-2503-624339DE7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6FE702-F3E5-E5AA-AC5A-73E59CEF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7C19AB-596B-2E3A-3E00-F18E4960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E911B8-FA93-214F-9991-11393FB7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45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CA5C6-A1E5-72CE-9D03-6CFBC670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841EB-82F3-A9AE-B238-796740B0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D19D64-0873-13A0-1201-51A6FD63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B57728-5FC3-127D-8E6A-A09468157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54A188-17A7-7162-ED50-66CA19E0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4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48A010-8DA3-BCB1-B9A8-0B189E0DF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89D70E-2F7A-D0F3-2ED3-A7EDB2D96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3A799D-4988-DC70-50B6-48756598D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11A828-A777-7EDE-8B20-5542CF81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CE8E90-D048-0C0F-63BE-BB699C8A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4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8451F4-8AD6-62EA-451A-245E954F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DAA8E2-C2D8-7D9F-8816-584E9A5FA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7D31E5-5166-AAD4-B690-E9F57A94E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DCD7E1-B41A-FEE0-E338-24E84394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3AB8F0-2EDD-F2EE-C3BF-2FCB4CF4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B320E2-77BC-9770-B4AD-0476A203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75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CBBD29-44DE-7822-EA9E-EDF757A79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A1B0A4-79B8-6109-4ED0-5CC91561C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4039F4-7B20-6EF1-2F11-AB0CD6378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C786460-FB6B-EBA1-2C05-210CAC129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63695C-7C55-B4E2-2C49-C9325487A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EF38E5-F11C-D44F-1C8C-29A73BD5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2D684A-EA36-2D01-68EC-17FACD15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5310AD7-4DED-E520-AFD5-B710307E4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6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0E298C-26BF-A6F2-FEE0-84C118B1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21316C8-59E2-BBA6-FA2F-D5F4DC24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8A69C25-713E-8029-0AA4-1625727C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13684C-E53B-BC61-B221-95CA54D7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59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2EF1F2-636A-F648-0143-B5041AEF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FE0C44-F208-6DD6-DDB2-A6864223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96CE2D-45B3-4AE5-7F9E-AA316B98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59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ACCCE-D575-6C55-EFFF-B0FBCD1B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DA1DE3-9C3C-0253-3E81-252D88286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A21DC0-BC63-38C9-9D3E-B74BDF1BC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127D0C-297B-5845-CCEC-B09F81DA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DDD5FA-18A9-ABA2-A327-DFB64A8A4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D0D648-92C0-1FE5-3011-5C8C2B45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65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969001-05D4-7873-0579-CD41BD6C6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F1A9CE-901C-1C4C-68BC-DEFDD6E95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B57E68-5134-D65D-4E34-36F1A0F17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D6107F-FEF0-AF74-FE85-6F3A6EB0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D1200A-AA23-4D44-9373-0095E798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5BCCA2-DEC6-A33E-A813-08F64528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609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D8EA64-C486-A2B1-D1ED-05C09A06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B55FAB-11D9-EB45-803C-794AFF9B3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7AA4BE-8EB4-D061-7B3A-2F15F0A0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07B46-7064-55D0-94F0-DB3019244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594F33-34F0-601D-C2CA-94ED09F4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11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DA5286-DC10-32D7-29F4-4F284F059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0AA9F4-26C4-2A45-FEB4-736037A49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3AD6E9-40C5-2AEC-86DA-531221D7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00A40A-D1F9-073D-517F-76047027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0E3649-F267-5D3C-0F6F-0BDBABB7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81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082B02-4485-4651-009B-576DE1F2F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14B263-F19A-BBFA-5989-DD4A294E0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462ECD-49C5-F37C-7F44-70BC89A7B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9E279-55A6-4183-81F5-D795B217AB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853E8F-9CB4-7866-DDEC-220729922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0D12A3-1A23-8943-ECFB-C107C45B6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CCBF8-8C76-4712-A1D1-56F42B37C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1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9555DE-134B-80A5-2F7E-5F05D66F60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DEBC7A-3466-1094-4E44-108812CD6BD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Alert Radar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823AB4-3AF5-BDA8-16C6-A080189E85F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42315D-84C6-CEDA-F6B7-EFBE4BABD87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9F8FCA3-FA2E-6365-DDCB-DB3A55D902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01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448DD8-9527-516D-01E1-5D95B985C1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DE5A70-F69B-3CA3-E942-01DB1ED836C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6671B8-38BC-84B0-CAB9-7AF113D82D5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Local Alert Radar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開店閉店・地域アラート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local alert radar Domain candidates Confirmed domain: localalert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274D14-0AD8-909D-81EE-7022AD3A968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240A3A0-CFD9-892F-4CA5-D4F68DC8DD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37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D9688B-04CE-F2D5-8021-0219B405380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423B58-FEAE-6A2E-6B39-E5CFC6A32FC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DAB0BB-7214-4A4D-F2E4-170CB7FEBDC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BC9D0E-C7DB-992B-2B9E-9613A3E1459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93E6637-D1CD-46EB-CBD1-D31E2F8BB8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31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1C57A4-C471-4BC2-4A38-436C1CF6317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EF7D0E-ED8B-3FA0-3B60-711FE324B6C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162E56-F701-3813-2576-58CB73A4251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AD7040-7968-783C-1EA9-D3177ACADC9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5487394-6E05-0EB0-AE47-7634399FE8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313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5F0E6D-8878-1B49-F8A7-ED598D71528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8C83CD-B53C-9B34-7810-ACF7C8300A8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89FAB5-9807-4853-3657-5F8FB5FED24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0F4EF3-F877-9EFE-F38A-18D441C1705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984DF71-3BE8-1BB7-F86E-2BD4A0AACD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50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B7C81D-9D80-C7F1-7CFF-FF6F5CA3E1C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B0AF25-8E63-FC82-D7BF-7F1E47904A8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46C06F-5886-51A6-CBB0-3FBC927849F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https://syunnjack.dev/articles/local-alert-radar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B6AB43-9540-1AF3-26E3-58F404F7D50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8BE397B-D86F-B5FE-9953-D534ABE4BB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56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2026-07-30T06:50:51Z</dcterms:created>
  <dcterms:modified xsi:type="dcterms:W3CDTF">2026-07-30T06:50:51Z</dcterms:modified>
</cp:coreProperties>
</file>