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98A4DB-9FC8-6E2B-D8B5-E8E5D010BD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D554193-081C-2222-8029-4B4EDCDDC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8BFD3D-1A9A-9BAD-5DE2-E38DFA0B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883D39-8267-36FD-BFC4-085C8863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101836-F2E8-BE4F-33FE-A9EDC3CB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60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17CDD-E2CF-DE2F-A0FB-FEE35B6E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6B3C75-A4D1-EC48-18C0-AD1D2825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EAD4F8-3445-68A6-7EA9-D5EB0E316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E93415-E8EC-D1A2-6731-BFA82023B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34E732-0CD0-00EF-DCE5-FA2D267E6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4142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11159-325C-4467-E17A-EE758ACB7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26396E-B55B-DCC1-CDBC-E9C6467511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1EFC76-8FD8-C83D-EBF6-CE91AC567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191FA8-C8D3-09D5-4C83-C9B5A18E3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EC4166-BC65-0263-1191-A8907D8D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184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FDD4F6-6D85-7D71-783E-0FA6F8E27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1A56C1-2BFE-6334-C404-0CF69D3E08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D77E3B-E9E4-6C2B-A89C-8E8F6A34A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44E1B7-7B4F-ED39-039D-BCFD955A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25C2F3A-7EDC-57DC-9B5B-63F88A759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DD11996-8F76-6FE6-FC00-3E0560385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154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315096-8B18-DF2A-46BA-2CE652BEF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FA84BE-DD7C-A976-0614-279384F0F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AC6DBB-C2F5-E7A6-6178-EE4753A98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FD23623-3CF2-B2CD-8B20-6BAD736E1F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843ED98-DA34-F739-EB59-1603F8AB4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04D40B-FEFB-9C85-4D38-3DFE01FE5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1627CFE-BDDF-5BCE-DEE9-40276AFC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EB9629-AFCE-3E5B-BF4F-00FE65DF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2008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FE0447-F2A8-C069-EF19-D54C76B9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1C1AEF1-7FBA-8BD1-2E4D-6CEEFE796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F2783EE-31E6-9F56-A5A5-06845D2A3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0676B4-8037-EF96-AEA0-6AF74A0C8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425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216A36C-7752-9B53-2F5B-486D86132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D2A4272-7021-5CB9-D677-439F03CD4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F0774FE-8D47-E61A-730A-257CCA867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57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62EA2E-C075-5CEC-7645-3B856B98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ADE1CF-8754-F44C-A0C4-DBEA14173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9A8C1E-823B-A2AE-21D2-32D351B314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80F723-D0DF-ABDE-9002-51C4FCF45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5F1950-1FC4-C9FD-F058-0C2C2843B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38CB89-5693-E822-334A-D8AC7360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084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8BF66E-FEBA-7B91-02B8-7BFE33B6B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137EC79-164A-CE19-4F02-48538368DD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9AACA8-ED71-5561-1924-3F527C0B5F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E41EAF-2A9E-AE8C-DA0F-D1F4A4581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8E7714-39F9-7926-A706-2A2642A1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DF6D5D1-7257-8475-8FDE-5BA6197ED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96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427BAB-06A4-2883-093A-A443D61B6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FD941D3-F752-7ED8-F17F-D87999B4B1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E32997-5F6E-E921-5689-875DA58DA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53950-6518-F058-2002-66C3DCDD2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7F8CFD-7C21-554F-210C-0B23E671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310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3AAB538-C1B4-EE1E-7BB6-E57974362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B07F67D-0A52-4D5D-30B9-1C4627DCF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ABE35A-CF35-8886-01B3-6754C658C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1E24E2-3D4F-2399-2A62-B09055D2D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C1AA08-027A-E61D-BFD9-510A438E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236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003440D-F0C5-1481-FE3B-69488FE95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57FA0D-C8D8-3E9C-2336-3CE83E10C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625E57-963E-9CA1-8F2C-9B621958D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B6FC17-8C7C-449E-BD4A-07BA56EDFDF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9C1AA4-5F5E-8CCF-A147-58C3319B62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6279D0-0052-41EB-76D6-509A0334E4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1BAFF-54C0-4196-8E78-B9FB4140FE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503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067CE1-033E-7F7C-C740-B56B646243D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5F2FF6D-37E4-D7D7-FFA3-BB2A1110FEF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Map Search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A18D1D-DE17-38D5-D7E0-3842072E523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FE48FC-6CB3-29E2-B46B-3ED7620AE3E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1E9E798-5D24-7347-CCC4-F841A1EFC8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867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514C80-2594-DA32-E435-CB8807E1AEF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C76881-B115-6951-ED23-3A4A100D1C8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75CC233-192B-AD4D-5C47-FA0627C7202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Map Search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31013EF-5327-8C29-E971-4E6BBB0A6CD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9B562D02-3E48-3428-A647-9836A1D9F5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2916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EC102E3-50E6-AF05-87FB-95524904C6D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65423ED-D488-8CA6-C873-FB9D46CF51D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A5E9A6-E1EF-13F3-9C38-8FB1B740AE51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9FE40CC-F12D-656A-60EE-EBC7D6CD137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462DB8B4-4264-E48C-CA3D-E9B8C644AB6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7267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267A2B-1578-D5DC-7E0A-05B6BA21D75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4559CC4-7DC9-D298-CA18-46C3526B105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371C4C0-0887-8354-7D1A-62896DB2C54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AFFILIATE_SETUP.md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HOTPEPPER_API.md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aichi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F8970E-3448-C5E7-DCC3-C4998EC517F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DEE34F56-7FFA-04D2-77B8-2DA6F91A38E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704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6D08F4-A56C-157B-6100-DD7587576E5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43AA5F-B712-FD5A-2E08-9A0E13D7052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28D3463-50AB-7D20-7A87-4051329684F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root as Vercel output directory for static site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13481B-D6A3-5CA4-2BE4-31A9EB21BE5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250E091C-F0A6-70BD-9A5A-F17FE0F0BCA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06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D16E94-3BCC-1DB6-14B4-F48B2722D61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745096-178E-E18D-09D7-2EE9F2AF559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1C051C8-4FE7-8901-786B-A08F981E06A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https://syunnjack.dev/articles/map-search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325FFE-3AFA-E492-C60A-35183AFA778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D49BA08-F2BF-5A88-9D2F-5FC82270B2E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842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2026-07-30T04:34:11Z</dcterms:created>
  <dcterms:modified xsi:type="dcterms:W3CDTF">2026-07-30T04:34:11Z</dcterms:modified>
</cp:coreProperties>
</file>