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8C5CC4-3887-7D28-DA79-AC9BA4087C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127F92D-15E1-DD11-AA02-EF68D89977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2469F9F-E324-99D3-9B81-3398E3996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F61B0-F343-4BBA-A03A-C6F8776FCB6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409D7EC-A5D1-BAC6-6F35-A1AAC92DB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8120F12-8EB3-FF87-2E18-B6C5E35D9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29B5E-12CF-47B9-B0A9-F8D9F69288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806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F4B305-8122-52A3-C03E-579BA7573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992671B-4D6B-A730-A859-754330C86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070851-2311-65CB-84F0-0B973C235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F61B0-F343-4BBA-A03A-C6F8776FCB6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E537DD-3CDE-67F4-B7A4-CDF8D8DD4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2099774-1D86-CB66-8FD3-63B2852CB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29B5E-12CF-47B9-B0A9-F8D9F69288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81002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B5A85E-9344-BB03-3B6D-B610250A0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28A68B0-615F-A82A-AC62-D9964A2E06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F9FBA28-D839-0337-C0E1-3636CFEA2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F61B0-F343-4BBA-A03A-C6F8776FCB6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4ABC00D-9989-A378-EA7B-B6BD7C517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886D94C-B094-C0E1-BC41-03CC3014B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29B5E-12CF-47B9-B0A9-F8D9F69288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3228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6B73A1-7FC1-8E80-B31E-AF44366B2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31732D7-C361-2D90-2829-D5354DF077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C05CAF8-874C-33D0-B62B-DC9495CA4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9A411DA-7E20-1A1C-AD70-2F301F669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F61B0-F343-4BBA-A03A-C6F8776FCB6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ED60C00-87A1-0DA1-7F8B-257C27537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6677468-621E-7D7A-5892-3E65EF114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29B5E-12CF-47B9-B0A9-F8D9F69288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60355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91EC98-24F4-BFA8-F57E-EDFFDCDF7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CAA20AE-2E30-2EAF-3C64-AB3B3573BF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D37398-F36C-802E-56AA-C43019A81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C99D90C-0EDA-30CA-D42E-D46BF47C5F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ECEE7BF-0AC3-806F-B960-ABEA666DAB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14201A8-465A-9CD4-B631-03424639E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F61B0-F343-4BBA-A03A-C6F8776FCB6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3092C7F-7627-F9B3-941A-96D80B0C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918477F-F84E-732F-2B08-EE05C468A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29B5E-12CF-47B9-B0A9-F8D9F69288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57572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3D1421-FB97-EEA9-0C23-246E21DAC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140ACB7-44B9-A642-DB93-E159E117D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F61B0-F343-4BBA-A03A-C6F8776FCB6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AB14D45-CE06-87FA-4030-03E0EA89F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506B9FD-3CBC-355D-0E7E-AAF16A529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29B5E-12CF-47B9-B0A9-F8D9F69288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39746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1FD6AED-AD98-0586-CA1A-252D7365E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F61B0-F343-4BBA-A03A-C6F8776FCB6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8298CE4-E505-9C86-091D-14D6A4E5D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38F0FE4-3B7E-D86F-9B91-A9EAA5929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29B5E-12CF-47B9-B0A9-F8D9F69288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79526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B8E11C-6654-EB88-6AB2-F93E46432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DC9C73D-0C06-D80F-C484-E3DC03E312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666D49E-4A35-D44C-2C3A-18DD590B67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CF9331A-9DF7-5C4B-977F-595460329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F61B0-F343-4BBA-A03A-C6F8776FCB6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F87ED2D-75D2-6B64-8DAE-31645E182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D6ACF46-0D5B-4ABB-9A86-816933FD4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29B5E-12CF-47B9-B0A9-F8D9F69288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1286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A0487B-9882-C9DC-979C-C77496F90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397AA73-11E2-3DD8-18EA-AE38F4758D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2B1CA50-49D0-2481-207D-96456BCA91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E39D3E3-C9C6-4B35-DFF2-0F3F8DD60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F61B0-F343-4BBA-A03A-C6F8776FCB6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B60319C-B595-1272-005C-81922844C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3B9CDB7-4A58-1CE6-7867-49999CFB1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29B5E-12CF-47B9-B0A9-F8D9F69288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2918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5F8F12-DDDB-1AAC-893F-CABD8182D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7F4015D-AB53-7E53-7B52-81A94685C5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F7F5E2-E5AC-E74F-3C86-06D794F60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F61B0-F343-4BBA-A03A-C6F8776FCB6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D223BC0-EBBA-E083-1E62-99EB21270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A90C61C-9843-4A6D-3F70-755F12D51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29B5E-12CF-47B9-B0A9-F8D9F69288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7455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B1A260B-76CE-CE37-85BC-67FAAF86C5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78A7F91-1A1A-0B9F-C8C0-E573BA8601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99C8B4B-9BEF-6974-7921-25411DA86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F61B0-F343-4BBA-A03A-C6F8776FCB6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31818A0-7C5B-6106-57F4-158536944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2344F4-DC4A-36BE-3621-A00693D44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29B5E-12CF-47B9-B0A9-F8D9F69288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884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B671650-E5A4-E8BF-A37B-1AE48E687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C131D61-23FD-8AC3-EFD5-C4C5E8284F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1B948C3-5DF3-6F97-1CE6-ABA05C8969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BF61B0-F343-4BBA-A03A-C6F8776FCB6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A8268DC-3CF6-3787-7414-DB8EE82BCC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5B971F2-F812-1E90-3788-8A262AE948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529B5E-12CF-47B9-B0A9-F8D9F69288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3584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C378B76-CBB6-CC02-5E97-EF6A1491C97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B0EB819-5ADF-2EA2-A687-DC754613530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Map Search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D3472FC-44B6-7B11-8D60-5B681863FE34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210D564-3523-CAFA-EDD8-E581C83664F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B93ED3C8-02D5-B97B-8B54-831EBAF21AA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8489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7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76F99D1-C097-67FC-A7BA-18E786F7BE5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D5D198F-A595-61B4-6AF5-F9188E155ED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93047DA-D1BF-AE21-BA6F-3364EB6B6F7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Map Search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の設計と実装を記録したプロジェクト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4CA01D4-0D63-B7AF-55BD-C654ACAAFC9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82A4E734-0E82-E417-93E9-21E9DB62619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3291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06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7FE91C6-FBF1-6F25-300D-BF3D714CCA6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F78EACD-8CCB-3B00-2DCF-2FFD3D8E453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CE3E7ED-3D28-EC8F-8841-482CA4BC3FFC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954EECA-2AF4-DDC1-DB46-13A3FA3050A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248B9CC3-B595-2491-2229-8AEE42FA197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0872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1856F8E-86FA-50CC-9F4B-ECB45987DA3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BD1F33B-73E4-A172-25D5-037F88A242D1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B53330D-DF6D-9964-5E1C-29EEC1E6F3FE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AFFILIATE_SETUP.md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HOTPEPPER_API.md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aichi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5DD4C5A-E888-E8F7-A2DF-E583471D889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B8DFD448-FC89-13E8-84F0-52E00759F6B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3432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93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2713138-B2DE-274D-92A0-B5961B12046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B29BA9D-F76D-30ED-86B4-10188509FD6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488E4E2-E25A-9102-EA4F-22612DDCBBBB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直近のコミットでは、実装の見直しと継続的な改善が行われました。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494120A-6AAC-D574-2D6A-9CB0D2E3F8D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76DF3A8B-709A-4C31-8812-E214284BF4D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516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293250C-3974-1A6D-93C9-630F6B17F4B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1343CCC-F29A-62AA-ED06-576503592D2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E535D79-AE2E-73B9-60E7-E9BB99450609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https://syunnjack.dev/articles/map-search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01E1A64-B13A-1790-255E-D6E86812AD3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8CECFFFC-E107-3A5A-6965-CE24579680E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7813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2026-07-30T11:00:36Z</dcterms:created>
  <dcterms:modified xsi:type="dcterms:W3CDTF">2026-07-30T11:00:37Z</dcterms:modified>
</cp:coreProperties>
</file>