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3D0511-1623-220E-B32D-CCBDE31E0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6BF2D3A-58BE-94E2-B6EA-6D3359B5C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65BDFE-B482-F0B1-874D-5792874D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0475B4-4729-A0EF-C3F1-A25227739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C42AD4-DCF6-00E3-4AC1-9AFD2670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043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43BE28-72F0-E7C8-E4B1-6B45E922D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345A4-B952-CE9E-31D3-1A2E93221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CA6EC3-AAD8-41BA-7009-25DE9D45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F6160D-5545-8370-7679-63480B09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FD95D3-3AD7-5151-4258-B3FA8802C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734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E7B6F1-131F-5045-0988-961C1B16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4B7B59-F96B-3206-A4A2-0DA7A5401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A41840-B9DB-416B-D748-A300D4519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B96E97-601D-B8D5-7E48-F2279962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095DEB-18C2-57F6-A946-4F3042D63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87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AC10D-0B71-23C1-14CC-BA9F0DFA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DABF8C-9EEC-185F-C651-B61A414A9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30DFB0-B00D-9278-B391-9D28BF2D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87286E-36B5-EDA9-27A7-C4E380B2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BF126F-DF13-0FB3-C651-D3DB5D8D2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DDD638-DFD0-83D7-5FBF-6FADD2347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731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BE03D5-4FEF-EAEE-BD15-486AA2E6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514459-F8F2-5560-4963-7D8092D06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6E30F5-70DD-2186-6FE8-C3AFFA92B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69FAD0B-E854-7CE7-1519-073669329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010E054-126E-BF21-05EE-B63E7F5E6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76FE2B4-8721-0110-8D97-4E594887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B93F461-6725-64DA-A145-A42776A8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ED6B298-D7EA-DA8D-0ACB-80C9FD58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4160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FC141C-C2E7-425D-BBEF-6186D6E7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846C18B-9637-37BA-6809-2C495D395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EC89EB3-D223-52A8-0A19-D2EE0E440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A8E8B8B-FB88-E55E-A299-CB921770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1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A260294-462B-8BC1-D598-D545A2E2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02CF220-1DCE-6942-03D4-4D56CD825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DCFB6D-0625-4FF9-4C8D-F340CF26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284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F165D3-E925-87EC-717C-AF27C7F4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82882D-D5F2-20ED-3FFC-FC547CE6C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1F421B4-5CDE-6975-7637-4C854C9B2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231060-5F53-61BD-9633-3E23EB72F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F8A996-348A-2B42-D29F-D4142959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EE920B-9107-DD35-0A2C-C0C2EC7FB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458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9CF9E7-BB72-091C-945A-0980B9C6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722B419-4973-C9F2-5AFA-4F9E54302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BD2F9D-1F45-2211-A09A-7E8A29E11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2C69C5-C67F-E1D9-7FD8-AB50BBAC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4D6EE8-494D-3C1B-7784-5515CE75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4A117A-34C1-4103-093B-BDA7A2BC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27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251D81-EFA4-C073-9502-19577C3A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D44261-D7AC-0A0E-4999-FF626AB73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8FF094-6B44-5B1D-7FA9-66574B074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862483-E985-401F-7B87-09EEF7C5C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7A7E38-B4F2-6FF4-4983-C34AEC23A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1115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4E6CF71-32D0-424C-4593-7753C7873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015FC94-1569-A5BF-4FBA-8332C6A02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9F6F79-9D47-33D5-C992-56C00FD7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2BE855-6D52-5B35-08F1-975CA7FB5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90B695-6756-FE10-DE64-FAABD9B0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5440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12A67B0-6F8E-2885-781E-083106120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2EB2B4-4D65-E562-7B64-5DDD38D74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6ADFF6-25C3-F3FA-0B31-F20B0D06A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5E7EA-258D-41FC-A4A8-903EE98C1CB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E68EFB-BE9D-2848-0111-E49F12E41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D6040E-63D5-007B-D79F-D31AD9256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EB639-B339-47AD-877E-C14FD3914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1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EED15C-011F-C091-8F2D-FBF40E6D692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754CA8-4745-BE84-5D51-A00E969B69C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map-search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6B2070-FE98-A9A7-235A-570AD98C5BD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CBCC003-27DA-C1CF-DD84-0FAD3AE4B31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B8B2D6C-C403-6654-3055-53E67DEFF1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63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63357C-7D13-6E34-2741-7A8A7A434B0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C801E1-0609-5449-6CE4-31DA3D9D197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3A75AC2-EF49-9F83-1C6E-E311B69EC19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Map Search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E6B39D-4E18-F60B-5F51-A85E9292984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2034CED1-F64E-96EC-F455-38A4312429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2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140BCEE-A654-2614-B026-FDDF6FEAF8C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029121-A5E1-D4C6-865B-EF59C693CBB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B6D3A7F-9D5E-8C21-114F-2823EF831A5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2494EF-BEC5-9B48-AF76-0ED9434E24B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3A706D5-EA3E-0185-73B6-401A82A6BE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984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459201A-7E0D-4D31-D1B6-8783298D98C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58FF8B-9FC1-870C-C009-F8FFE02592B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4D55B0-671D-C752-6D72-B918506FA6D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6AA39A-6765-4E96-2DD6-BBB6A532CEC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9D69F191-5347-C443-066F-2567ABEDD6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31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03476BC-9A82-78EC-F394-B9C680A2542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4CBA7B-2132-672E-1D16-D6543E7881B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8D468E4-C27F-3FCC-2A7C-B32E49C77D9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2C1D1B-36E4-305B-6421-55533BD11CD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72B6258-C2C2-E3FC-ADE3-1002A82C78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83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9EFB04-7F71-81BF-81C1-1112B54FBD5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DA456C-81A2-2815-121B-6415C849EBF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821B67-5DB2-FDE0-4193-418A3A724D0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https://syunnjack.dev/articles/map-search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8B11A9-AB4B-242C-582E-8EAD500C9E2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9FB5A96B-EB6D-F4BA-AED9-B1FAD59B46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58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2026-07-29T22:32:47Z</dcterms:created>
  <dcterms:modified xsi:type="dcterms:W3CDTF">2026-07-29T22:32:47Z</dcterms:modified>
</cp:coreProperties>
</file>