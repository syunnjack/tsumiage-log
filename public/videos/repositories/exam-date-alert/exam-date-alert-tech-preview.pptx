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FD0F1C-229B-28B4-232C-5C742325AE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D37CFC6-1DA6-2EEA-BE97-F837E68D8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B7B93A-E8F5-7AED-112C-C4BFD4B93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30E95A1-A906-58D1-6042-CE86B01BD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A640D0-01DF-7189-A8AA-6C3317F2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79060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815565-594D-AB84-CE6A-DB05B8D2F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0AD789A-81BC-2E63-5F1D-3AEF417DB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A62B25-C1A1-FA0C-651A-76483E3344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ABDB10-D027-1FC6-25EA-6B7991126B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724138C-5F40-A130-8BC8-DB10D8CE8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7466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7C3DAC7-0F46-CDAB-305B-78851E0A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83C0351-C4BD-F6B2-9CE8-E4AF616635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31711B5-EF2A-3E10-59A3-72DDB9045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41C2EA3-C8CA-854B-4C89-362ABA8B2E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EE9967-3BB7-315B-E67F-01323916D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5839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7C6E85-CD6A-0A1F-DDCC-9F7B487ED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E5B30AB-6526-3714-14A0-24F54BE372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1C39B33-6FFA-6757-A170-C71653C2CD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DED4611-4C68-ACD8-0BBC-222FDB462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A67FF5-24A1-55B4-643B-6A32F8FAC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CFD0D8E-A10F-5065-8685-0045612F3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10962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FCDE6D-9C3E-D392-1FE7-C3323CBD3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FB69EF9-B17D-C2ED-4B89-20F60BAF0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014428-17C8-DCCE-EC9B-28F85DF6D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18C8933-B1FC-6D36-2F11-0EE6FED5DC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925A28D-9A35-1471-E08A-342774848B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A09D73F-7AA5-4515-C734-6AFAC5D24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2FE54-E870-ADF3-87B6-9C6DCD186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EE8C9FCF-85E9-8D27-6081-921EEB9AA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6182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3E40D8C-03F2-6A32-C152-D34DC8BA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A13FEC-74BA-9765-90F0-4328255A9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CA674AD-E021-A20E-3AD8-DCB82BAE5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353ED59-4094-CD8B-7FDA-968F43913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4109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8EE57F8-708D-EDA6-2AC0-6C466BE4C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3B57704-0451-23BF-97F9-DF54038AF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00D981E-AE43-4B4A-0A45-28403B758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69281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77F680-8C25-3B47-6219-5304E74B9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528D294-CDDE-6CDC-E4F1-79905FDE56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9B099DD-3172-7F2F-AC6B-29C5227A84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5147-347A-BFDE-D4CC-48040ABC3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2489C6B-B750-0AA4-6172-20B2EBD38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93020D6-9E47-8E94-2CB0-DECF03A41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90075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63DE9A-76A2-A87A-3AEE-4ED38CDC6F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C19FF17-7456-2B86-12DB-7E5BDB743F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B1DE174-29E0-799C-8F8B-005B8FB33C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78A30F3-A3B7-AB76-E8DE-0C53A54F3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34F848D-8882-C3ED-82D2-A306DD9BC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EA672EE-BCAD-7F87-D120-1C7A2E2BF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1026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0767C-24C1-BBF0-3DB3-7332A662A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4EABE9F-EB3F-41F1-DCB6-3522208994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EBC9E3-B4FE-6910-D8FD-365FC44A0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7C1190-9EDB-5EFB-79D3-676D7555F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04CCACD-DD5E-1ABF-3B24-BAC5E55A3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4899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4F44CAC-2580-D637-0F8F-5C7C22E0B9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9FDB26-C802-69C7-F01A-5B2984A1C7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065CA3-CDC9-38CB-02B2-1A9EB468F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7DFC448-E577-6F9B-B21B-8A6373C3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847875-75BC-CD8F-90FD-6611D4D98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34111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9DC2C9-EEA1-3F21-E61E-0709002A90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D55AEA-08A6-3DF3-C112-E72CE48D64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2E029A9-4B2F-2805-5E38-AF82C9C68F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39367F-274D-4BBC-90C2-F0C64D0ACC24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D000B6-4949-B55F-9A57-34F0284119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14012EB-B18C-2290-0AF2-11C4CEA77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B490DF-494B-4AAE-BE1F-A36078D12FD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90703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C9BE1F5-ED52-543E-A0BA-1FBB3400F68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A94C570-5858-B59F-D473-12BAC984F46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Exam Date Alert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6093D3-7013-E7A6-DFA3-8F3DA5607DEC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1A9EAFD-D566-D498-C2D2-165C7447B4A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41CE13AA-AFE1-F4D8-5166-CB74968C851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00292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1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435971F-0DDC-BD58-B180-F30F5F99F41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57F0418-CEFD-5104-24D1-8C97A901B77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3AA9C85-3C60-ECFB-89B0-77DC311EC0F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Exam Date Alert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試験日程・出題予想通知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exam date alert Domain candidates Confirmed domain: examdate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0AE0E2-6D25-2DE8-5728-5DB9CEC2525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79F9F8B7-11D9-7068-24F4-614C3588CE5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16511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3000"/>
    </mc:Choice>
    <mc:Fallback>
      <p:transition spd="slow" advTm="1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17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4C378E9-EAA6-6092-9A04-EE785EF3637B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C1E9E6A-3F9C-459E-15F5-06CBD412950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DA1A71-A236-FD5C-A056-3A7DCAA72386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A43046-4A2A-177C-176C-8BCCAE1CBB1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D551B77A-E6BF-A313-D875-280FB90F76F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0983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00E2559-A7F6-48C1-52F8-FAAB80A5798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6242311-9538-8FE3-62BA-90253E57731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EF084CC-58BB-0058-A5C2-C44258F1FE8B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354371-9C53-4ADE-46F9-65BA413D60F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88A38E5C-C5C2-C469-A89A-985E36EDA43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6042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2D89986-BB12-89D3-B564-7B0A48980904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089FDF-2876-A19A-A1F3-B0E6543EE28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E5D3F1F-48BC-B836-6FBB-458DAE9D2476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CF69283-14E9-6B16-93A8-74C55760394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A2DA22D-F5BB-C1A8-8F3B-AE980947B9DC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61743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2D31414-8D30-13AD-17F5-F7CD565F90C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E6145A3-9EB7-01AB-B0BB-1B9CF9100537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570F84-7CD6-E9F8-79ED-723E77D32262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https://syunnjack.dev/articles/exam-date-alert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5A2B14C-3344-0B70-002D-74C27DEA576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8E6B4081-5419-3119-9EF8-E37EB5B8D6D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46112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172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2026-07-30T05:08:43Z</dcterms:created>
  <dcterms:modified xsi:type="dcterms:W3CDTF">2026-07-30T05:08:43Z</dcterms:modified>
</cp:coreProperties>
</file>