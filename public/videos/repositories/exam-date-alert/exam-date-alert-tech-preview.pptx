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02B7A6-7EB0-E4EC-7C23-44139F54C2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1C46B39-F0AE-9869-9D8F-CB8C52503A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3EA0AA-660C-EAD9-3430-A8579181C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F9719-F195-4A7D-880E-523B62E86B4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C81B1A7-DE05-6FA4-ADA5-63700CCBC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472059A-8375-A5A7-A22A-D82BBC6E6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5B6A3-4019-4767-B5D3-AAED3E725C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4884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101823-341B-9181-AF0E-F51606CC5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BA1BB0C-C9D1-71A7-BAB5-BAF0166FB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086876E-5E3B-D061-A55F-0D8D4C2B5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F9719-F195-4A7D-880E-523B62E86B4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E8553FD-BE32-5D38-1C27-7B5D89A3E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8DCE35E-65FB-9359-6663-C4E35FE37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5B6A3-4019-4767-B5D3-AAED3E725C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9056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FA46F9-1376-2D0E-B2F0-629A32DE6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2DEFA4B-DDFE-FB04-DB5A-F44900AD43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66BEF34-B2A7-57F7-C797-274CFA9BF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F9719-F195-4A7D-880E-523B62E86B4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11E1C83-92AD-EB24-C01C-C69CEF959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0846DD4-16AF-01AE-7095-74ED5BC4F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5B6A3-4019-4767-B5D3-AAED3E725C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4786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533D13-F07A-4332-BED4-FE0298E1B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A5629D3-2AD5-CFCF-0B42-CBB01122D1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2836603-FE53-0A9E-B22B-B96D8F921E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719802B-6C3E-16AD-12D5-EC29F7A6C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F9719-F195-4A7D-880E-523B62E86B4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1C462CA-4F6D-1D28-6C67-FEBDF8F55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01E86AE-9738-E375-8F71-6DABE2645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5B6A3-4019-4767-B5D3-AAED3E725C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3477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F1AFE7-538B-DAC0-2AEC-24DA34437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F633129-D010-5DA6-994B-8C08BDC50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EC0F555-F011-2A8D-EBC4-3D94F48187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8DF3DA7-A0BB-957C-8833-5AA194DFF8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41142C2-6567-0A57-2FE7-D172D92335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81A5EBE-648E-0ACE-FEEB-C12232BF2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F9719-F195-4A7D-880E-523B62E86B4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8A3DD46-F607-220A-AC9B-2648C0A23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65EEE10-C75C-06D3-E9B5-DA84F26C4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5B6A3-4019-4767-B5D3-AAED3E725C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3093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6E3171-D0B6-899B-9189-058A63A40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B5C8CA2-75BD-ED55-B025-AF4D12C5E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F9719-F195-4A7D-880E-523B62E86B4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0259153-5F9B-6AA1-A0F9-CEB808232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F4F0544-359F-00E5-2A9A-B2D620B81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5B6A3-4019-4767-B5D3-AAED3E725C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8040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64A51CC-5C45-3F16-98CC-1027CE170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F9719-F195-4A7D-880E-523B62E86B4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110CEE2-EC09-D712-B362-D560D641D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9F0DEB8-CA6D-8079-9B5A-4295F26E0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5B6A3-4019-4767-B5D3-AAED3E725C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0673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F6D27A-E47F-3266-A43C-4A35F5A78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502D8AF-B7DB-C6FA-9E92-D6B3AF608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DF37DA0-6618-35B7-9C67-DBC48F06FD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0201721-7D4F-E892-7AC6-1D31A7DFE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F9719-F195-4A7D-880E-523B62E86B4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BFDE8A3-274F-EA9E-D8C6-BAD2340DA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3137954-34C9-1AF6-94DC-2BF090988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5B6A3-4019-4767-B5D3-AAED3E725C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1132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862E23-11AA-5B28-7883-295501913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2F736DB-4FF2-6D7B-8D86-461FD677DD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94256F2-9ACE-0D66-7871-CED52FE7A2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719CA6E-19FE-8193-1A6C-BE81B3CA9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F9719-F195-4A7D-880E-523B62E86B4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C585852-B409-03FC-38C9-2DDB96220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DD9D6AB-16DA-09D9-ECF6-1C9BA3CDC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5B6A3-4019-4767-B5D3-AAED3E725C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3423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E481BE-8866-16BC-03CC-A6445A503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A514D29-E687-2922-D203-9B8169256A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53A3E22-EF7D-C687-7C65-BBFD33FA4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F9719-F195-4A7D-880E-523B62E86B4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B53CFF0-2ABD-E8CB-3396-4C5452D7E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65252F8-570E-25C7-97C2-32344D2A9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5B6A3-4019-4767-B5D3-AAED3E725C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7104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81844FF-2639-EA88-17F8-8D1A92F3C1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4635DD8-0C52-CA63-0719-14D6502C14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A872074-C022-97D8-9F6F-43030D66B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F9719-F195-4A7D-880E-523B62E86B4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868424D-2BF9-9072-1AE1-0D7CCF308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105643A-4C25-4437-B4CB-04FA210A9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5B6A3-4019-4767-B5D3-AAED3E725C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7476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D37A807-8CE6-FEC9-A0DE-F419740EC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39A7C26-36AE-DB9B-84D1-C5AC43B9F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76A7ACF-98F8-5AF7-A59B-D4B226760F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6F9719-F195-4A7D-880E-523B62E86B4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6EE5971-CA9B-78FA-678D-9E1262217A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F58FBAB-EA5A-A250-4EF5-F95FB96EB0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A5B6A3-4019-4767-B5D3-AAED3E725C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0951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B1E565D-D2BB-397C-CE89-3EA83D1D549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591F775-4B48-DB2C-D768-4A9DAF544EA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Exam Date Alert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CB53D7C-1263-E8E5-B529-9EC4BEC5FA5F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3453087-CB6F-5EFC-707F-572089E8E965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8C4CC75A-70F5-845A-362E-D800DA0B0F4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2042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1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04D5A8D-99C5-998E-01F8-ABBE674F2E1C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C55A434-A239-E1F4-4FEC-C7F604869412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864242F-8F27-01C8-82CE-31105702E8A3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Exam Date Alert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試験日程・出題予想通知 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Repository Recommended repository name: exam date alert Domain candidates Confirmed domain: examdate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C847A25-D5E9-3C5C-D6CC-F1E65097A84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3D3EC179-4396-2B44-11FD-68B18AD5A3A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2989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000"/>
    </mc:Choice>
    <mc:Fallback>
      <p:transition spd="slow" advTm="1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17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3C3268F-31A8-EF58-2598-C2A80A3D3237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95479F5-12E1-66B0-9625-E7ECAB7CDEF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71289F5-5DBB-4824-E9D4-809B61C7F065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CF24A32-2693-685E-0E92-900B98EEB35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D31E6538-ABEF-6DAB-CA20-52323921FFF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4251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820C48C-3BF0-A4A8-24B6-72799945D974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AF56839-7E0E-4945-FC5D-2372E29CB59C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4436ED3-791F-9AD7-BE89-81970511D9FF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5343514-25F3-1261-383C-EEBD7E7F16C0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1BE4C64F-E0A6-621E-7516-EB4EC4A94E5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0970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AE4A715-920D-B1CF-3F58-EEB9D016D64D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4A3FDD0-150E-1202-38BF-B2971F02C51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887B4E5-2F6D-A099-8F27-3A34C814749E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直近のコミットでは、実装の見直しと継続的な改善が行われました。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49ADDCD-1F8A-F2C8-9044-E307C860413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BB9F7801-BAFE-DF10-26BD-99046EC86E5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743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A727A2C-8C7E-D9EF-8D94-B815783442F2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6D20D64-8FCA-BE2F-815A-17D0361D9384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E714784-5223-C483-D016-69A2194F9F7E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https://syunnjack.dev/articles/exam-date-alert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8AF7999-01E0-85EE-A700-1C7E17A75BD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A64C1965-3813-9723-341D-A0BDF90FABB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930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185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2026-07-30T11:33:31Z</dcterms:created>
  <dcterms:modified xsi:type="dcterms:W3CDTF">2026-07-30T11:33:31Z</dcterms:modified>
</cp:coreProperties>
</file>