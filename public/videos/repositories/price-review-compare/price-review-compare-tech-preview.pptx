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DA60CA-5410-837C-451F-5BFC1C94E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A1930E-8290-CDE2-30D7-5515E2037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16C80C-1465-6806-B862-1581CB66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5112E3-694E-A55F-7341-C44B324D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15CCDA-AB9B-0D1B-4EA0-AF4C6A8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54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12EAF4-7D11-2EA3-7341-348084F0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DF7ED3-FA21-5D59-2E7F-B84C41E89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EEAD23-6F15-A449-19D5-880F0A50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41B867-3D46-E606-0F67-9EF33653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827610-784F-3CDA-997A-D24C25D6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01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6D17C-41F4-D65A-F0B2-01472D59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1374F-5D47-F0C9-AC24-9D5625079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ED7B6E-2043-88BF-DA0C-F661FCDE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4842BB-47FD-AB28-3E29-DF8D4948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ED1A3E-B2AF-7C16-8B51-70C71CA5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393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5EA0E-7608-FEDF-8116-15C8B462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356E90-02E8-4B52-6A6C-EEA830EF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90012B-E706-B635-E0A6-4FA6CD64A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80E69A-72E9-7FC0-049C-866B68CA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486F02-E535-77C8-7693-E9E2314B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8C54DB-72B2-E538-6719-0E2FF08A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92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98809-FA76-C0B6-8250-1C246C4F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714DB1-9C93-7D8D-D162-E9595BA5E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94287F-21AA-3F0C-8A0C-6F85CB757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37506B-6B6C-5285-CDE9-D4F818F7D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0588441-E605-D5C7-2B7A-FD652E58C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5B29FB-7E53-573F-9A7D-84FA8AD2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55AF4F1-0C30-9717-444F-A88E18D3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376447-0F90-6FA7-F52A-A2A29DDB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9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999BBA-2703-A5C1-B326-B57547D1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7E52F5-5646-C167-266B-468A7635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2E29E1F-4679-81BF-62FC-79523BE2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286E48-696D-39E6-D1C4-AE401D77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62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BDAB9C-DF1B-942D-A705-8763DC3E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EE96B0-F589-55EA-EB3C-84E01C00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A701CD-35B0-19D1-11AC-CD697ADB0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3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FAC3D8-9CD8-52EC-E53A-F072B164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E27011-001E-153C-31A3-CFC2545EE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847587-F190-C03F-0E0A-69374C479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A6AA82-BC2D-8DF1-255D-4435DDC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06AB00-1BDC-0EF5-C658-F7086CA7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8C6E50-5579-F078-F2D1-B6DA79D3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010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D2781-C657-8C8B-6EF3-0591E20E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9C81AE-7A59-64BA-C4B1-EE4BC6E46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23E086-947A-C928-5C3B-0EE590F4A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6ADA64-D966-130A-4BEE-12DA28C3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B79C47-1DA2-CF84-AB07-05DE1544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BF206F-B182-5F37-0000-D6CE34AE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54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0BE34-CB9B-C68A-601E-22928066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B2C23A-68F2-A9F6-CA6C-8F2270418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9F9DA4-BA33-F467-BCA9-44CE2EE9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BD7CCA-5720-0140-A9B9-A24C36E8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A9D4D9-0064-AB99-9693-4152E3D7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75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16C970C-9FCE-3F59-8102-CBA1380B3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B13F5F-5BDB-487B-95D0-14A8FBAD9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ED2651-DFB5-FFB6-B02E-6EE8AD2F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F30764-DF7C-FA7B-986F-C3EEA1E4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FB93DD-21EC-31E2-CA15-9E15B29E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11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74DECD-5E94-2CB4-629F-0092E20F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3EC55F-CBC4-D974-A130-174D394E1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F4FB97-B998-D7AE-BC24-8F8634B76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63597-6936-4BB2-8D3D-31DB45F24D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12C315-FE7C-0E94-98B2-2F7007C9A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036DC1-E4D0-0D9B-21B8-177051C3D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C73A2-29A2-471A-8A20-A8F5413FB7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32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AB6F8F-0296-4A00-52ED-FC4003C0020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86BFD9-2054-E2CD-77B9-D8DC2EBC50C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Price Review Compare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8628792-C179-9A3E-8501-03DF92E7298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D87BC8-20CF-E73A-BDDF-7D3012A7E27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1E5AD696-CD77-B44B-04B3-679734D4A7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53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FD724A-D66B-C071-A0FB-BFB16964253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CEC30C-EDD9-5E93-EE2A-6E298D98931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0E0B73-213A-EC92-0885-57A679BDC61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Price Review Compare Recommended repository: price review compare Confirmed domain: reviewhikaku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3C34C5-FAF6-93D0-C09A-A199C274533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98DB29F-62D9-4C92-C497-9E478A57AD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26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53FE72-39C1-2675-D2EC-5C51310CD64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7F6C82-FAB0-7802-45E8-BB035278FC5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3BA3AC-CA75-CFC3-CDE0-B9E0B63EF55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E0C73F-B022-316F-5718-0C7ACB918B4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46833B1-6D4D-8D05-904E-70BEC451C2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32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0198D8-42BA-397B-2BA0-747A7DC3C48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CFBB7F-1169-F910-DEC2-4ECFE98AC42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1F2897-EBEB-EAE8-898A-7CC2E5E4059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A73573-70F4-2702-E877-EA93353D134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017E2479-43F7-6181-C59A-F1668A5E78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63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41A738-EACA-A074-6502-1D47C53EB5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C67528-3DAE-D34C-3925-BD861A4CBBE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278898-0E5F-DCD3-94DE-5F227602F52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F1DE36-E473-AEF3-3511-9FE53770436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D8A6DD1-D5E0-B11F-26EF-56B71384FF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95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D2C012-CA60-850D-656D-BF64CE5BC25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45B67E-F86B-C0CD-29AE-B9BD0B867C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BECF6C-9A6E-377C-7591-D32A44D4056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https://syunnjack.dev/articles/price-review-compare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10AC3A-C1F8-0308-4D5B-24C4BD262A5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BA05397-85A7-6962-91A7-2B356482D6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42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2026-07-30T06:56:54Z</dcterms:created>
  <dcterms:modified xsi:type="dcterms:W3CDTF">2026-07-30T06:56:54Z</dcterms:modified>
</cp:coreProperties>
</file>