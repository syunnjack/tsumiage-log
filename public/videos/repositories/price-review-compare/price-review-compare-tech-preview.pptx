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71F795-F2B5-6732-20CD-CAE1DB1C61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4EC91F7-2300-1C06-8D5E-FEDC94F3C2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2BF1F0-5983-8190-A0A6-210170902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2B19D6-C58F-E699-54AC-988F56024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6C035F-8349-8BDC-DBEA-01508B284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943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236374-0EEA-167D-D57D-A4C83003F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0265ABF-6EC1-052C-226F-12E5AA063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B255DD-4835-8E20-857A-86A9CA56C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D05CC6-889E-AE87-8545-129E41044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7FDED1-97F2-9D0A-964D-20C48DB7A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1661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2878EC-7F10-1E00-5C7E-AE5203198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3CD4C37-0D1D-3E7D-93CD-8B99A7E41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46633F-2F35-E18D-F51E-FA47B117B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CCB05E5-0D5E-C9CD-BFA1-2E313C740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509D55-D855-8002-8CC5-8193D8116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2188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CC19A8-A4C6-FBC4-3C81-D1E4EDE1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400AF3-DBF9-4CB5-AE76-3942A768A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6086E8F-5870-0B6A-69AA-1663B66BB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708211F-BD72-2EAA-BE96-28D7317EB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D383882-9C03-4D99-2897-4B2EACB5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4498FC-0A34-23B0-93D0-07400C330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24972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B529C6-FA42-C0DC-B440-43DC34550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D669DC4-1597-FD53-6ECA-5139C520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BDB8D14-40E8-5874-1200-EA4FAB9139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08678E4-3AA0-626E-A5ED-7458EF8E3E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372D9A-DD3D-FF83-8164-864B9D69F7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CA2C413-2DF0-2621-5DA4-3994DD330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DA837B-0E5A-5F56-6B75-6DAEE77E8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7CF3825-9111-CAB6-639A-F7B0B6E5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035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207322-E438-D566-4585-EC7239A82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6734A2-8DE5-3AB0-FDD3-132868539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ABF818F-973B-423D-F8A2-AB3F23BDF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A39343E-9EE1-6949-5706-2DB44155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0880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50E115C-72F0-B9FA-17CA-19C27A644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E81828E-788C-AFCD-17BD-0BF0BB165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55D2597-EF02-F14C-C15C-DAA9FC946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7825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AB101-EEC1-C756-679D-62AFAB403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45AF58-3446-A34D-A3BB-52B03CCCE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AFEDCD-2D59-CCB1-1789-4203C647D5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EF3CB05-E7E2-4EA2-936D-73A8E6696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916668-AB24-119B-3D6E-98D4CD12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961FD9-14F7-C03E-F2F3-F9A2D8ABA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4439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E08272-6CA6-68EA-65E7-773047B6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FC1305A-4A6E-1D8F-E733-403B0B949D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DD5DA4E-A062-20A2-9560-DDC7A915D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5FABCB-7B08-CECD-2CAE-5979A39C5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C9DD15-8BA5-C7D0-AE3B-64C2C72A1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1B333DC-E355-0FB2-89A7-10B184BBA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6561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DBCA20-6466-C1CB-045F-FDBF759A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0A7D5AE-2E7D-61ED-F7D4-C96D1DD99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7C19C3-DB8D-5FBF-99CE-F1C0E7E76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56C95D-8A3D-8F6B-F8EB-714E1B4C9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351A45E-60D2-FA41-6EA3-547D92241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0670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8D764D3-D6B7-C589-096F-DBE0D4092E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A4A08A-07A9-298F-B621-575DE41514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7DF848-236C-E38F-D66A-6C0DE9E23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A386A0-18B3-62AD-42A8-C6A751C59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7488BA-11F4-FE79-DE11-F938C62E4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6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D821A8C-29C1-CE41-41C9-2B185AC63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D91464-50B9-A16F-A584-0ECCDE43F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AA36F7-3A65-9799-D584-B8E818D62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827759-9E9D-4BCD-80EE-8117F6B6920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8D29AA-AA4A-996F-399C-DEE2B0D30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8E4383-F429-A0EE-8CA7-E4CA2A2CA7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F50A0A-288D-47A2-A2D6-08734344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7773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E0BC2CB-3A3C-C9C3-4763-183D3D05A3D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8FF5C9A-B0D0-EB0E-EAA8-B932413EA8F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Price Review Compare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1B69D79-08A3-D0D1-D633-CC96C3CC699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3858AC-261E-1816-E994-4A18C277A1B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CB111A4-4D78-FAAF-F10C-4B02D3973F5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6340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406D4E-CB4F-8356-77CA-54E14721B99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DDCBB31-7889-ABC6-8C67-E88DC2BFAE5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5DEE0C-00AB-F9A0-2279-271667A783B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Price Review Compare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CCE2F2-768C-2731-755E-6CEF334FF24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21888391-C418-01E1-ABE6-4D4F96EEE22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7485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DD49739-FE01-2C83-4949-4C5B6CA0EC9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69532D-CC42-A8DC-667E-25431B43239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4C9DB6-E7F1-05C0-170B-C509D3D2752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1D712D2-6CE1-E676-465D-9D32BABE398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53AAD4B-FEEC-8F53-E6DA-33EFAED9CED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9000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373B903-2830-7970-D51B-DB3E72EA892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76BE550-4A6A-3D73-A11C-F99659615FF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C10627D-2DC3-58EE-6CE4-2EE81D6C76B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CE99E-48F5-D602-BA04-12819844247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CD72BC26-AA11-92F5-9CC3-047EECD5FF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381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F0A399B-2820-D2BE-5228-83DF23DFA28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206AEC6-84A6-62FB-0E6A-610265BEE03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0A879D0-FA79-C635-9549-26F6A2375BB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3C97CC-AAFB-0833-2D79-37CE7AD92CD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AA3B0055-AD06-E16B-A3C8-C300A211BEC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6564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EFC81B1-5467-592D-2EFD-7DD13D00DC9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C1B65-F0D3-FF67-BD7E-595FA34389A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A309F2-6F5B-FEF4-42DB-E1AEC43BFCA2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https://syunnjack.dev/articles/price-review-compare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BB0FF8-E551-C2D8-7269-2E7EE4B0960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5C26041F-49F0-585F-1818-A45C2C05D0F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706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2026-07-30T11:59:16Z</dcterms:created>
  <dcterms:modified xsi:type="dcterms:W3CDTF">2026-07-30T11:59:16Z</dcterms:modified>
</cp:coreProperties>
</file>