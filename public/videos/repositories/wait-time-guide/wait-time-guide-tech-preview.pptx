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FDA440-84A7-702D-48DE-53D4A77EA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2035767-5AFB-5466-EEEF-E60E0D870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A5C4C6-988A-FB20-95AF-63B2E097E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EE66C-04F2-4273-ABF6-AA1FDB25EA4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71CB43-E3F0-ACC6-BF4C-7B88FDAF9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E3CCC8-A67D-A60A-4CED-0B6762CE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D5278-7AEE-471E-A031-8249E2F160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238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87583C-866F-A3EB-CE55-19276CA66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1873BC-4465-1BF7-8AC6-A9B573A75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9B9D1A-796E-DA41-C127-64E09E850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EE66C-04F2-4273-ABF6-AA1FDB25EA4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11E6F7-BB13-0A27-D2FD-715CAA2BA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206901-2692-2360-AB99-FEA6E488F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D5278-7AEE-471E-A031-8249E2F160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728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ED6D-0F22-D7BA-75D0-4272D915D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DCF789-71A6-9F90-1517-19BC6F4C3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81FD87-F49B-CB03-08E0-37131AD85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EE66C-04F2-4273-ABF6-AA1FDB25EA4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B9C17A-25D0-BA1B-9174-D34BA408B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DBF620-BA1A-E9CB-75F9-D3CE93979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D5278-7AEE-471E-A031-8249E2F160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4878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F9C39A-CF0D-E2DF-5641-0C4ED36C2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930507-17F3-AC6B-4F3F-E23F4BD8B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102C88B-9770-09D8-568E-CB394B399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554FF0-E25B-F6AF-7B2A-5129E10E0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EE66C-04F2-4273-ABF6-AA1FDB25EA4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FFAD024-69D7-72AA-A196-B9EF01C24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BE7D99-72E5-302E-DA65-D4651AB3E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D5278-7AEE-471E-A031-8249E2F160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4162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5CE55E-BE36-E298-C7E3-39001CD64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3AF77F-D2D9-66C4-C041-41AC27940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F52D16B-E58E-A5EF-790D-45A1DB93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CBDECE5-B02C-39CC-DF23-7285620B0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1426B36-A554-8D42-C918-E50BE0D766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970AA18-C306-D5F2-6519-F9FCD7FA0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EE66C-04F2-4273-ABF6-AA1FDB25EA4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85DCAE2-A197-7756-CCB5-6A9916C83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B38B258-A257-6436-010E-C41B2C77E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D5278-7AEE-471E-A031-8249E2F160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317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E3ED83-2DBD-9AFC-4450-78D8C7AB3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82016E-ADD7-C343-E343-982AA3F30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EE66C-04F2-4273-ABF6-AA1FDB25EA4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06755AD-0BE9-49D5-C742-3915FDDB4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709E3B5-32FA-9068-60AC-0FA35294B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D5278-7AEE-471E-A031-8249E2F160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3038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1EDE819-F686-9CB9-CD19-DBA642187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EE66C-04F2-4273-ABF6-AA1FDB25EA4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2F8885F-8EAD-1C61-76EE-7E6D898AE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4172135-7BBA-5CE2-E83C-E2C9399D1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D5278-7AEE-471E-A031-8249E2F160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603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E31F74-48C5-5722-C293-20FB35ECE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0B6EE6-6F89-002E-D86D-6EBBD7E6C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67103A7-3C0B-23AB-0944-9F810A6BF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2936B5-94F5-2FE7-1CD4-1ABFE2700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EE66C-04F2-4273-ABF6-AA1FDB25EA4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0892845-E341-B6D4-6678-E4676A902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B3FB44-BEAB-C937-0D1E-A7F5F2AA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D5278-7AEE-471E-A031-8249E2F160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6914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B960F4-F2A3-6043-74CF-9EF033787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84EC190-F048-2794-5B69-3B4C7BCC5B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ABA085E-34DB-5D72-B5BF-68E063A10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C48F098-A2B3-CA39-6FF4-E4637E2EE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EE66C-04F2-4273-ABF6-AA1FDB25EA4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49ACC43-E1A2-C5F7-8E86-AFA579D5A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350834-F65D-6186-0B8E-494116DA2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D5278-7AEE-471E-A031-8249E2F160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383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6A1616-3DD2-1289-E51F-939924572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70CC838-56BA-6014-F709-8F094DF8D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48EF42-84C5-AE97-01E5-99C38D3C3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EE66C-04F2-4273-ABF6-AA1FDB25EA4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C47BE7-5A93-1363-CE0E-1414A5758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D164BC-47E3-190D-1450-1F0E0EA04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D5278-7AEE-471E-A031-8249E2F160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0912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E862211-5E18-5CC7-A446-D6C1F424E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CD9F22-6205-9D97-0419-486B7BBB6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2F9790-510E-C4B8-0CA4-0EBC9AC3C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EE66C-04F2-4273-ABF6-AA1FDB25EA4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0B50B7-DBE3-20AF-8D96-7B5122604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91B9BA-BFB1-10A4-16AB-6DA33A54E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D5278-7AEE-471E-A031-8249E2F160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5779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EE1E64D-78C1-BD4E-8760-32B9D6892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96D737-A4C9-CB8C-F999-973A57BC0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0C3A94-B809-47DC-AE60-595D4531BB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EE66C-04F2-4273-ABF6-AA1FDB25EA4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8FA64E-EF76-5C18-30F0-EA5CD77D2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F03C55-4742-1CCA-575B-22A397A0C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D5278-7AEE-471E-A031-8249E2F160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0915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8A79CCD-25DF-3E59-3780-BFAAA5B9541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213118F-A527-868A-EF32-709755055B5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Wait Time Guide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B369961-9A33-BB0B-C22A-9710548794D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03049EE-A11E-8A9C-D404-FD61D6C04ED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095D15FE-CB21-2B3D-BBD8-9D8A10D213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420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D9E8014-9EC8-EEA2-BF0D-B62EDF7F4F4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D56ABA-C52D-4F8F-A843-9008CAB5283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6BADEF-31D6-B5BF-C453-BE8A7D122C4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wait time guide Wait Time Guide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は、役所・病院・店舗・駅施設などの待ち時間を見て、近くで過ごせる場所へ案内するプロトタイプです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088A90A-1A3C-AD21-3B16-C2156B637AF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71B1D72D-F67C-61CC-CCD2-5301B0C980D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981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9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38433DA-AEB1-808D-FFFA-0238F806CA5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7EB3C15-91A4-BCA7-2686-72DE6E24457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D2CC3A5-F52D-65F4-32D0-FDD0E78844C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EC53816-457F-3B44-DB75-DFE0009D6C5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38B09833-A0AE-03A5-25ED-B091633506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79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443D35B-7AF9-48CA-50C4-D8B25849455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42C0525-51C8-DC58-7441-220C98C81BF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874AD28-7674-EAD9-0F71-5B9E557B197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B33F4EB-252F-8A9F-03A3-A474A59AD22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3879B8FD-F326-E526-B098-51B8E08B1D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04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A532A61-E910-CCEB-9935-8487732D405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1E7B7D1-4E60-03A7-82FC-4163E2C2F26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1859203-EA87-0BC7-D989-F03F06F860A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直近のコミットでは、新機能の追加と実装強化が行われました。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664CC4-8076-E0FC-0D10-94FF798AE6D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47B9043E-5F39-637C-D7DA-4DA2BF0D3D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105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858EFC9-FBB5-D244-0699-8B76F9E4082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4CCCE60-9731-E45A-8866-4A7109FE84F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CA1E08-1F69-8855-4DCE-C439676D4287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https://syunnjack.dev/articles/wait-time-guide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A434F2-009C-91C1-3481-98F227CE8E2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CB2FBC0A-EFD8-FF71-CA75-C073A5F9F8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1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2026-07-30T12:05:55Z</dcterms:created>
  <dcterms:modified xsi:type="dcterms:W3CDTF">2026-07-30T12:05:55Z</dcterms:modified>
</cp:coreProperties>
</file>