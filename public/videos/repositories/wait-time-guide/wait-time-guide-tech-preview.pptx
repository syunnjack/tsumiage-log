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563711-2271-DA56-EDB2-6ACDF1405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844EC8F-9C52-5790-11D8-182638E70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B943E0-BE7B-38A0-ECD2-F52FFA4B8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7C7060-36C7-54AE-7C52-74A0C43BE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FE1F32-BF8E-F0D2-DB4D-19A408DE4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565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CB2BC9-A50A-1276-3B7C-F40464046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AB00CF-A0B0-D45E-1F8E-8DE561611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F15DF6-D2FE-50AA-4CEA-E500A6E5F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764155-0DDC-0F4E-6503-E5B6B480B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A48CD2-AA5A-EA39-BA89-59917A15D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018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5B6F9A-C513-A95A-0E55-3B37857B4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A62E0E-8E77-8CB2-9E79-89F95965F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72CBC3-1D5F-1C9D-CA45-0F66B0F61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F13180-837A-024B-8275-C2FE88172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F2D69F-F412-ADA8-139B-C161FDD48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327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177AA5-DB0D-A9CD-C018-1C7F25DD6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021B9C-EF50-7E22-D0ED-22063F1745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9E250E5-2565-89D9-3A1D-0D34C2FFF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2D682CC-A115-892B-8DC1-39FD11BA4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EA6972-ABFB-4228-2DB4-DD8A80AE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F9BCC-96F0-C13B-F911-57ED1778C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9332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C60DCD-9256-1B70-CAFF-2B2AC8FE2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3D361C-CAC2-6B4B-7B50-FEDACC5A6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BE8B17E-C4A9-060C-AC1B-C5D8229F2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2A761AF-C0DF-E706-1239-05D15B884F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7766CB3-92BE-EDB8-9253-CE29BB054C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CC1D91-0E22-DC15-01F6-ACE576A01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08D9665-BE0A-B812-B649-7FC823E4F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2007A38-DAE8-703C-A7BF-15D2CE75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6230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914B57-0498-169E-FC8A-06AB2B772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2FA3E-DE6E-ADBB-CE63-7D8AB8B06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84129C5-2351-48CF-1AE9-A86CC2E82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0A2471-9074-1DCB-A3C0-854F9244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4308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14267A1-ECAF-E36A-3C87-961935F8F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87EE281-CA81-547B-7C97-B6F5620EE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BBE3E4-326A-B8E1-0B10-49B4BF480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33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FBB72E-22D4-F254-D524-A32C76CC5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998C57-9977-CF2E-74AE-2F55953C8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8834BE3-D112-8A36-DE68-CA9DF93C6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758144A-06A9-BBBF-D337-5E26DC7A3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7E835FC-C3AA-CF90-B415-81DBFE800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23E72C-CF20-6D42-8D92-D28EB3DC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3103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7EA2A3-38AE-F8D6-B777-3D5A39A9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6528AC1-E56D-3829-4521-95EEE4B188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7856A7-5FC8-F43A-6C77-0A6B465FA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3DBA5A-4CE5-EE3D-A69D-5F6E47048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D74D861-26F2-0951-8514-E4C1F8824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843449-1747-3AEE-DC33-93E53EA3B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5352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93D8B6-B5CF-A30A-57C5-C2E0DD5AF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9DEFB3-D0F8-00D8-ABC2-9247C96FAE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C6A1FC-C2E4-EB17-813D-B8B2060DF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0C0CE8-00BD-E998-F1BA-D94763249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1741EF-1742-06F5-969F-9BA53BD72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7542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CE1AE02-EB4D-3ED3-0DB1-8D9E9DDFDC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89DDC-8698-F7F9-F3F2-9D5E77883C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822C9E-E831-84A2-3728-82E40E2AB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93AF19-34D4-4705-8683-70F03722F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E7C3788-DE72-F3D4-B664-EF04BF329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311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E43A3A4-80E5-E208-DF63-6ABD38D1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6562699-7BD0-BD59-4387-14E8469936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820BEB-65E6-10A5-9CFC-1FB013B383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001212-F287-4AE0-8F10-33415A4AAF93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1151C-F92B-893A-F4E9-1F7AE7BC68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4630E8-6A9E-F270-7ABA-79891BF54F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3900F-BFE2-4005-B230-CC316F86FD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2317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E17B4D-EDA6-C7A6-4C92-2136F8B8E6E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49CA3B5-B97B-C99E-CDDA-6AB807DC98D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Wait Time Guide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0FCB3DA-3BD8-176D-3FF5-353F83E7B0A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FD3798-A9A6-F10A-A3EF-1F4F782DA3E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7689523F-C407-F84C-F623-D449E868F1E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144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5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A057658-117B-E9EB-62E5-D34B5DF1E34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8D9FBAC-622F-71F6-8C85-3359BA66C3F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C866F8-770E-B92F-B2C5-C49C11C48A3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wait time guide Wait Time Guide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は、役所・病院・店舗・駅施設などの待ち時間を見て、近くで過ごせる場所へ案内するプロトタイプです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E15CB96-462D-E007-4705-F05B88DF0D7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B6E96E2C-6E65-4043-1024-C28969B5815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799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9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BA8E36-918F-CE06-0A61-BE757F9814E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D597C5F-0555-34C3-B57C-157329A6877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8BE9E59-8D4B-C12E-C5FD-73C001839E6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7E38D6-3CDD-9283-7A2F-ABC8BDB32EC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01E6F2CA-20F5-ED97-D424-08EDC002661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8542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93B4AF8-7CFD-AE1C-A49E-B41AEE23FBD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E4FBF1-6BB1-6D22-80AB-5B70A800224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2D573C-8B39-31B6-86F7-D2059BE4054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026891-3F7F-206B-72E7-21B775BBC9B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4FC4B470-7671-1F5A-A87D-1CC993ADB34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2843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2BCF837-074C-DDDA-42DB-35401A55BE1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8559E65-F9D2-D203-85D3-9FB4BDDA35F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A816D2-CCD0-0376-4170-CD7BD0BA55E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Add SEO UGC and monetization strategy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706C06-DA3B-EDD8-D2AC-492CC5A65C1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A416438-64EB-82BE-99FE-901E98D2C03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712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F207EB1-4389-7065-DF7E-F9D11F16F27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C62AA53-5840-5DEC-777D-724FB568864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2129B4C-7DB0-D5F7-B31D-E0F3637A074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https://syunnjack.dev/articles/wait-time-guide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4A00FB3-1CCB-C0CD-3118-2DC4C0B2D96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FF983634-17A5-DC73-6EED-6B78AC0E5F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370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2026-07-30T07:04:44Z</dcterms:created>
  <dcterms:modified xsi:type="dcterms:W3CDTF">2026-07-30T07:04:44Z</dcterms:modified>
</cp:coreProperties>
</file>