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CDC041-C6FB-1D04-817B-34CC07980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4B5CB2F-D32E-1A1F-F009-EF8CBF689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73C2F3-FE38-DACB-0B88-C6F26F34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689DBE-BE25-392C-F9AD-BE665B8CC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F8E66-705E-F017-01BB-3AD63D07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836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4A158B-CA0E-F49C-73A0-5987F4FF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4FB935-71AA-037B-AE5E-91EB9417C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6C8670-2CFE-8CCC-5BB3-6893DB60B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5F88ED-02D0-BAE6-DD8A-58360361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C072D9-B78D-097A-1C50-F3E016E2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612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C5052B-0C7D-68AA-DCAE-23A90322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599E71-E48E-9A13-C739-1CCB02E4C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528ACD-5A58-8A71-434B-0A2124A67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CD91D9-B809-9C1A-04BB-B918CA145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EC3E44-E114-4DFE-58F9-4BC0912C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87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0D3FBA-F507-48CB-A6DA-2CCFE8C8E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EB4CF7-ABD5-777A-AE85-5BA04099B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3D795F-B4B4-AD61-C8EA-AEB10770B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381D0D-1BEF-52A0-44F1-22D55CEE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21FBE1-EC00-A9D5-808F-08F154149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C42D6C8-D447-062B-F437-79A6A4E6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53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31B46F-67C7-5F30-3B09-92BFF81D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827F6D-B7BC-EAE4-39D3-3BAACAD26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428AA9-97BA-39B9-1EEE-C58614E09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AC0A1DC-BB9E-AE1A-00D7-5ED0F0456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1E79832-C941-91C4-7B84-74E2A8EB7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A6EE196-79AD-7B3F-27B2-326041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3C9CCC-1C2D-F392-3155-90B15052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CF16821-E697-F944-1E0A-C49F7C07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939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A4ED1E-4A43-76B7-6BB9-94A5C4DE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2A9F2C-F83F-732B-4538-E10243008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BF403DF-482C-5442-4CE6-EFD80C5B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4E9EE5C-0B6E-79AB-B629-25D15AE1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7020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FC651E8-E377-6DE7-F5F1-65CC688F7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39ADFA-707B-185E-A14D-0DAF84DD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F3E6D4-0EF4-980C-88EA-45332F4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9384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E1444E-D801-28AE-1CA7-8061AF7A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6B0848-1999-45D9-A39A-2222BCC34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852929-E952-6A47-9C40-B25A36ECB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ECFA21-9CE2-C0F2-4F6A-51AFFC44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C8C4B4-AB09-6FB6-3A5A-D621BF67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39C7758-F678-4045-30D1-37766811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342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D2C385-1838-B311-53A0-B93E6B7E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48F8883-F1CE-7DAA-686F-05580729C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5863A0-739C-A673-54A3-931AA90DB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32BA13-58ED-E83E-93D8-99DE975A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DB1145-5983-48CA-D20E-431E29D40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16BF72-8C22-8059-AD09-610E05BE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598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1551EC-AC7C-3723-2E39-3CE061F6F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475F83-274F-7324-CD8E-B6B0428F6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FB2EA0-A13F-C7F5-CF56-E52A3C072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FEE5E5-DEB4-BC20-1F1B-A1F736E86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2AE116-BA30-F1CD-AF2F-A356FB515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499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BC176C2-1150-0013-4745-88FCFBE4A4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ED08FD-5529-7411-6A0B-96814EA18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63D84B-5D46-BE19-A599-3E050BAC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F88C77-F372-E2FE-2393-698E65B09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06AEDF-4E59-5AC7-0719-999F6B2C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924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2D577EF-33DE-9A82-87CC-BE088FB0E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E30DCA-0E86-2EE5-A331-D5B0D2DAB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4CA313-D366-E796-07DA-E99553734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2A836-37ED-47CA-87A4-683513FCBB3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2DB0A6-28DA-D563-6583-8F6791094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4A7172-4C99-F04D-F0EA-1C3A32E82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4EB4C-AC86-462B-B0D6-21F83665B7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32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CED6F63-D160-F572-1C3A-1F93182126A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17CB03-D0B5-D8C2-C710-D94B35045A0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HotpAPI01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644B04-67DE-FAE8-0B17-78C2F2623A8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43AC9B-8A6F-D67B-CCA7-C0CEAA0CA85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B57F01D-4E12-E6F2-CB11-F4B805F724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52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3C9AC3-188F-EB48-C75C-4905ACA214C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7F4F70-6815-BE8E-300B-42AFE7160A5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6B0FF4-CBF2-E105-C36B-1BA5223D798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HotpAPI01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0DEE6B-6691-0F44-BB6D-D5D79CC0C6F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20062992-B539-CCC3-86F8-40EE174149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1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0A0DC3-6DA1-6E8A-F8CB-92EAFFD19FF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BD1FEB9-618D-59D9-43B6-D3F38F309DA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EF2702-2DD5-EA8A-E794-737D4CCEC28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C#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3AB12D-AB4C-5F4D-C7FE-20BF014A7F1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A35CEAB-1659-04FB-8C61-B73E262DC1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04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8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F4EB8D-0077-3D3D-7497-6C3BCF377F4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81BDA7-ECF1-4EEF-1971-EAC34784F10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6037B1-854F-35E0-5843-30C9A6763DE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hotpAPI01.sln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hotpAPI01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C42BC2-2BDB-0FF8-FBA2-D50BE99B336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A39F1641-0E78-6942-CAAF-E2E18ED829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08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1C6FA1B-CB29-93FF-4CE8-67ECD8167F2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446CA2-8EBF-A4AE-E466-71CFE0C2FED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915D83-6C14-76C3-8FD5-3512C7EB5A0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Fix silently-broken budget filter codes (B004/B005/B006 no longer exist)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68ECCE-F14D-3E89-9190-BDDB8581DD0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0189C95-E2BF-BE27-A121-5F69DB4C2B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7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3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26C5862-6ED0-720C-1F34-1B07DC986D5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6C54C3-CDC9-0802-8BFE-F777FD5A05D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0F6E76B-61A4-B475-F0CF-6B428CB1810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https://syunnjack.dev/articles/hotpapi01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9BCDBC-48A4-F07C-23AD-1B6E9F2256A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98FB83D-B4EC-E03D-4217-D5E0BB8577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41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2026-07-30T07:21:08Z</dcterms:created>
  <dcterms:modified xsi:type="dcterms:W3CDTF">2026-07-30T07:21:08Z</dcterms:modified>
</cp:coreProperties>
</file>