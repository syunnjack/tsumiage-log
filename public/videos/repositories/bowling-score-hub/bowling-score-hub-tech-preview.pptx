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53928B-72F4-5C0F-4A03-F7A716BE7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965B149-ADD3-FAC3-4D8B-30AF033A7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AB6947-085F-B356-C612-61CB13598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A4B2D-BA0A-4902-A22A-03282CEDE37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56F415-46DF-87F3-E5C4-FFB77BB36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56939D-8655-E8EF-43CA-6F730F914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DB92-9456-47D0-8600-630C5FFA4F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6672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A9259F-4650-B76B-140B-B57B2F232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7533E2-4858-4F57-CEA2-F106D0335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F43321-899C-5236-DAED-B22B10B6E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A4B2D-BA0A-4902-A22A-03282CEDE37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50E2C5-0825-5BD5-FE9A-B5A1C8AEA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D86EBE-FDE0-F4B7-4CD9-4491DD69D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DB92-9456-47D0-8600-630C5FFA4F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0973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9DC721-8940-0814-CDB4-AEEE0B0EC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4DE4C1-269E-B52A-CBD2-9C92BB03A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CA8A90-B6DC-FFE7-AC00-CBCBAE956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A4B2D-BA0A-4902-A22A-03282CEDE37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73B199-0C94-7B43-E931-0AA73520D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C3AC7E-0BD8-E046-0D32-26F15FD3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DB92-9456-47D0-8600-630C5FFA4F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690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EB00A9-2931-2CA2-02C5-A66395A4A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437F39-8214-9A9E-5328-A410CD428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C4158AD-D648-1985-02A9-933D6D8D4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908BC5A-4F40-BED4-32EF-EBA93DC8E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A4B2D-BA0A-4902-A22A-03282CEDE37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464C883-4375-1DE9-666A-A6B3912F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CBFC74-B8EC-E2AE-F442-628830718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DB92-9456-47D0-8600-630C5FFA4F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5226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2AF1B3-64B9-A49F-D06A-60A42E518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BB7FAE-0F24-5069-AA54-499169A1B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CF92DA6-D6F8-5539-FE4B-1B5C089B1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34A8F00-FCC5-BDF7-E100-B70A64C7A2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6486F8E-271D-7FCF-720E-12305D61DB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DB57F5A-AA78-A7CA-0CFD-0C21E689C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A4B2D-BA0A-4902-A22A-03282CEDE37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65440B5-B41D-EA9A-B243-B1D512183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FE13C1F-4B75-74A5-8D58-9151A8548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DB92-9456-47D0-8600-630C5FFA4F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3785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387F4E-955A-9DDD-2596-3560D82A1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2C4E1B2-325E-926D-78EC-FBF73A29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A4B2D-BA0A-4902-A22A-03282CEDE37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E0DDE27-6FD4-1C0F-FB4B-5FA3932B6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A077397-5CEF-093B-D37D-149131FD9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DB92-9456-47D0-8600-630C5FFA4F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4346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6249B8C-95C5-1C00-3620-A03398A2F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A4B2D-BA0A-4902-A22A-03282CEDE37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A8EB1EF-8E63-491E-DCF9-3624E9A78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744D5C0-3F29-4736-644F-2FBFD9BD0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DB92-9456-47D0-8600-630C5FFA4F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7353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D6BEAE-09D0-5C72-7252-A430AD787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848103-F1A8-B53A-12EC-8382BFEA0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42CCC76-F203-5B94-0E24-B1BC94A9D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4EC9A68-7CD8-5CAB-A9A9-6D2D576D8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A4B2D-BA0A-4902-A22A-03282CEDE37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B94B93-EE8C-DC4B-7ED0-C0E86F5FF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2E5555-DE95-8818-9A8C-341E1A9E2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DB92-9456-47D0-8600-630C5FFA4F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1248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54A769-4E9C-9730-0D75-8E395FAB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A8C0E9A-8B5A-CB51-AD46-B53F34D9A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36697A6-A94A-FE26-97E8-668A9EB94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40ED34D-549A-D949-EC21-45F1847F8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A4B2D-BA0A-4902-A22A-03282CEDE37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D84452C-EBD0-A5EE-18B5-7700B782E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C32478-3606-A2E7-9395-B2809F85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DB92-9456-47D0-8600-630C5FFA4F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989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50C733-AF69-7B0E-2C43-05FB50FCE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6ADE962-872D-D2CC-E608-8D5C1D977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6AC636-BA74-6E05-50B9-CC549969E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A4B2D-BA0A-4902-A22A-03282CEDE37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75C8E1-9EDB-136F-F78D-9ACE5FA26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B388AC-46B7-89B3-4DF2-7C22BB5D1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DB92-9456-47D0-8600-630C5FFA4F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6237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18CB8C0-6C4F-E276-9DAE-E269044515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EAE64AC-EC7B-58D9-5CC8-2735CB5E3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C04449-B603-DA0D-5DE9-01E7E3DA1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A4B2D-BA0A-4902-A22A-03282CEDE37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57ACDE-38E2-6DD9-33C7-64EF3EFF9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D35310-8BA7-788D-58D8-21CCC6A90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DB92-9456-47D0-8600-630C5FFA4F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8348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D7D84E1-61B7-C0DD-D71D-6BD013D37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636299-093B-6063-BE3F-B0B2A2397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7DFF46-8552-4004-B7D6-49A2B4DF42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A4B2D-BA0A-4902-A22A-03282CEDE37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4E5A83-D9B5-AD94-3420-C20231F7E7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0C484F-AF49-940D-83B1-D140F319FE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2DB92-9456-47D0-8600-630C5FFA4F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4203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D62EE41-7063-F246-1559-4369D872461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D96EDE7-6431-E87A-3014-A4C4EF64F51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Bowling Score Hub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12FD5AC-3FBD-9970-D916-1DF98EC9CA5B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12329F-145D-986F-414A-E5F2CB11308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946DC1C8-8B79-A17F-17A7-F1259498C59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167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2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F440F7F-99AB-FE6C-8484-3D8361E347F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6EB5C67-6EBE-C487-D6F6-583AB537715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6857E97-A037-39DE-4AA9-78D7ECCEA77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Bowling Score Hub Recommended repository: bowling score hub Confirmed domain: bowlscore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F55AE80-8CF7-7397-59C4-B687208203B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24AE2515-79A2-9A8B-A5B0-2B58ABA587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703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E88BF20-0DE1-F8B1-B3CB-D0B9D632EAA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2873B1E-FD2A-58E2-52C9-B01382963FC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94E44FD-F00D-8641-DB5C-BCF848C5676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94A7888-4C51-970B-EA22-EF79AE3971A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A3A9B5F2-6B6D-33FE-C4DC-A8F1D635287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67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E24CD14-5462-AD9A-82C7-349DD499BD3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66F74A7-3C66-99E7-02F9-22B1E97EF42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6BC23DE-2FCD-C993-0833-720BCCF880EA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E00F261-BD4B-187F-7569-D673CCEEF26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4D9CEF94-38C3-ACB4-BD5D-DE64B6FC08C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893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C48998-3DCE-6A5D-EB50-90F757C50BD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C2130C8-3482-6FF6-2228-E24F6B9A869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23C8BFA-AB65-B5D7-BA26-CCB570EC919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1A0917E-9A63-A666-C76A-9A8B14406C2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E7F8401E-EF1C-4E8B-C2C6-67E6C88958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514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5DFFEAC-244F-4988-EC47-C558BE99CB8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CD207AB-547E-D9F3-9ADF-60C9DEE7EBC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0D3FDD4-C85D-D151-97D0-7C444866F7C4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https://syunnjack.dev/articles/bowling-score-hub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B477AB9-58C7-D147-D20F-4F4C1145529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1F3CC72D-4CEF-E860-9D4A-4837AF0986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806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2026-07-30T06:53:47Z</dcterms:created>
  <dcterms:modified xsi:type="dcterms:W3CDTF">2026-07-30T06:53:47Z</dcterms:modified>
</cp:coreProperties>
</file>