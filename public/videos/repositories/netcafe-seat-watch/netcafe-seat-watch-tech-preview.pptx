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38B7A8-711F-8C99-CD75-3CA64629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57E60E-BA6F-2876-7317-DF2D54E7A3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BAB1A1-4B0B-A7E8-1A0F-49C71420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AB490F-E3C0-586C-4454-3A1EC4D51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C8B3C-E710-9804-330D-1727C3556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3727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D6A26B-C773-8732-313E-A728B0EE1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8560FF-547B-14D5-D8CD-5B70ADA17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602B3D-FEA5-AF9E-F267-F058D04D2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FEA6FF-A8B8-4FA7-3B70-9B434452A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6156A-3049-4A67-F07A-55F0BE5A0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193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8C9AA8-CEE9-E0C3-3794-1765CE6F9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393C30-211C-EBDD-E108-799A96229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3C7AAC-483D-7034-7362-F3C524470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AE800D-5212-4E9C-6249-FA1BF633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1A6FC1-E425-3F97-176D-2FFA8F7C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88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9C73C-53BA-65B6-D014-3AA0CE2AA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1568F6-73F1-E2B3-DEAB-94F085B4DF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A41721-33E9-24DA-51D7-F80640C0F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D7FC06-BD6E-08AC-F182-1B7E4131E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3AA59D-D2DF-1CC4-15E5-7EE04CAD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AEB5C1-A88D-A619-A208-CA5DE9B80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345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5AE925-A549-09AD-6DC0-20B27CE29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7A3F3DD-D031-03DA-F365-7CE0815812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43DED2-B671-E2DA-A2FD-04D03F8244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EAA981F-1421-F052-A77C-7300D888D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8B073FA-D106-F2F1-D5C1-A527D5E090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FAE8F25-9BEF-2692-C98F-1967AD0DC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C358056-85AC-28F5-BB1F-D3922EBDF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2791E9E-622D-3F81-1DB3-236A72A04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7249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D439FF-28C0-B088-9678-EC8E2A727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2292232-1680-E38F-3894-1A7CB32A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60969C5-52FA-B474-E9F8-29671909B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7495675-35C5-8F1F-BB09-B738D6B7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9252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B0FB53A-28BB-8FE7-C11C-8F78D424B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F9A4692-11BB-D70E-98A3-64D8C5DAC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F1FB4A-5332-85C6-DE58-596413A6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526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13FD1D-E58E-B5C5-238A-F0E81D935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D4ABD7-F49B-2832-FABD-C9A844C25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C806031-B9C5-C3B7-38B3-B82C1AD0EF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57E2992-02F3-D0F5-E4C8-75A3F80C3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63107F-D27C-6071-8B0E-A826213BD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E4CAE6-3803-19E2-4B5E-91C3A871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070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6EC7EB-BACB-6E59-3370-F202DA16D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24109E-6934-AEDA-8E36-AEEB913D7D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5CF8D9B-8AFF-F20C-4CDE-BDD7991C71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0F9454-E1D0-AB0A-3E2B-1C46CC7C2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0E09C54-0304-1C0E-DCC2-ADE657C4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5520B8-3CAB-7FF9-016E-28A9CD5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006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01C937-9B56-B12F-371B-FB4DE44F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84CF9A-DC6B-E853-ACEC-5BE02D088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B13234-FC9F-B4D3-51D1-DCA9BF6AA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D060E-8261-2D19-1BA0-C85170A4C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A35811-6B7C-EA17-6E14-F5289E1A0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3822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1FCBBE-586A-0A34-29BB-74A3B7028C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030C252-50D5-5266-059E-55BFE8678E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AC1719-748A-F9C6-2F8B-1D0F31422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AAC8AE-306D-D6A8-FF41-B6CFB5CCC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228473-ABC4-0916-B233-92F17B32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3343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8953A5C-263C-7596-5A3F-FCE8F56B6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F014503-0158-9CB9-5F2A-E37AA42FA8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8E072E-5C1D-9B30-C01A-C4416A754C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DAB16-53B6-4EF0-B478-06DEEBE0E71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11FE39-564C-B101-37F5-57ADBD7CA3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B71DB1-21A3-F3DA-124D-0D3837D41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CB072-4314-46FB-B7F3-661D3335466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756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5A2FE9-A903-E668-3F82-20FDA3EB39E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00E3A4-FB70-EBD5-77B6-39FDF97628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Netcafe Seat Watch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0275F0-E1B2-88CA-A402-7F406BD2E44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F2FFA5-C1B4-AE8A-D251-35FD88B01C3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3F8B801F-C06D-AF75-8390-0ACD3C9C496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0241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DCFEE53-7590-DC3C-438E-E6473CA7A6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E001C21-9EBB-EE88-61C7-0F9F63C9464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55D5091-B7A0-1907-6550-EAA43B9C32F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Netcafe Seat Watch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漫画喫茶・ネットカフェ空席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/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シャワー通知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netcafe seat watch Domain candidates Confirmed domain: netcafeseat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304A3D5-EAC8-A8D9-9A61-1A7384AB5EA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3B66A16-16CF-99D3-D63A-369A65F98D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130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86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D6E19B1-38AF-D371-7D33-706C79F8AFB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230EC8-E94C-DD44-4A80-EFC4D4377C4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A27617-7733-ECA4-FF1E-175F7A9A89B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4A168-F0B5-A59C-6DA3-4641B08F394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9778E96-A5FA-6BA4-16D8-F5915A67E6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389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93D29A1-7C09-7A04-BF68-885CD62344A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0DC744-053A-791D-06D5-FEA39D1A9FE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54B8F1B-51B7-D1A5-14AB-83A2BD38312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CBE6388-2C71-1A5A-8249-A5CFE8FFC65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9B148B7-526F-6654-E147-2BB4EBA4E86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598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234E051-8090-1E6D-C6C3-FFAC864EF30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598EF9-0E7E-5B0B-EDBC-5369A50F15F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5B1C88-D03E-C6EC-DCD2-C115A4F0E7D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B13B28-AEB4-8A46-1608-3BFF99E591E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5305B1A-23E7-B605-1050-33E87B1CB20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051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F111B6E-9167-6902-C9B2-66164EA257B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2A510BF-2F68-F735-6708-6693544D072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60DC07-3B3D-056F-9175-07C0E724D1F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https://syunnjack.dev/articles/netcafe-seat-watch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93A3F1-5356-32B3-B031-8BA22E7C635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DA4B2275-60C8-40CA-68AA-A5172C13234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724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2026-07-30T06:30:52Z</dcterms:created>
  <dcterms:modified xsi:type="dcterms:W3CDTF">2026-07-30T06:30:52Z</dcterms:modified>
</cp:coreProperties>
</file>