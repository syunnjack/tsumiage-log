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CF4FD7E-888C-4B96-2A63-A4314D6A32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FC7A3BC-2928-65A8-3DC6-6D8B5BF6D5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2675D03-57CF-3512-8E7D-190D8C843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352141-9843-4316-BBDD-32833FECAE6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212AB89-A831-37E6-FDD5-50EA185FE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3C89CC8-F86D-AE4F-00DA-2E536A7D0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44295E-E99D-4840-ACBC-FAC7FF7804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01172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C03D294-4914-D736-9405-50A018270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BEBF2C5-3D22-D924-7472-AE33EFE23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ED5377B-A1DC-04D2-8C9C-F5709AF5DD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352141-9843-4316-BBDD-32833FECAE6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99D222D-27EA-6B89-3DCF-0DD69FE88E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66D1AA0-1EA5-10E5-B90A-BD96E9F1F2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44295E-E99D-4840-ACBC-FAC7FF7804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398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949B1A9-E44A-5509-ABC2-1FD7DE857C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70C5DE8-C4DE-616E-DD3B-B16A9AE863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28E413C-492F-8906-A6AF-FBEA603A1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352141-9843-4316-BBDD-32833FECAE6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A5E3394-09A2-6BD4-54D6-A7AAB8B6FF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247C1F3-0247-4DFE-1E6D-B6EA2B11A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44295E-E99D-4840-ACBC-FAC7FF7804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19832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4783A0C-31C1-CC3F-3E69-EDE48DFA6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B75B983-BFAC-3F1D-A029-BCA881D7CA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B9DE894-6C2F-D831-5A1C-E25CFC256B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F4CC2C0-4218-9757-C5EA-C9A5077F5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352141-9843-4316-BBDD-32833FECAE6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EAEC2FD-94D4-AD3E-9235-F3B734938E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A4B86A4-908D-0416-5536-B29E8272E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44295E-E99D-4840-ACBC-FAC7FF7804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80284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3D9619D-595A-1C06-848E-5EF70BE1E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0D263B3-B13D-991D-3290-99E3935793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8FDCE0B-F8CF-C2CC-22BC-A5DF1D2295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9F4E2720-25CE-349F-BB4C-642723B8EB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D7B6476-22E3-26AC-608A-8B82983B424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6DE5D049-CBA3-5FF0-436E-AF1E5926A3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352141-9843-4316-BBDD-32833FECAE6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200D822-A535-8CC2-D039-253609BC3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12336A89-56FC-88E1-88F1-B768348698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44295E-E99D-4840-ACBC-FAC7FF7804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480514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44E5515-9406-B1F3-6239-B6FE78E93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9734604-F7FD-CC27-88AA-9E6FA80F22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352141-9843-4316-BBDD-32833FECAE6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DED54B2-82BC-389A-2533-2D5A319548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7E6882EA-8C5F-811E-BC7E-8E28CB097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44295E-E99D-4840-ACBC-FAC7FF7804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76942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0BFB796-B2E7-8246-5F44-4BEF0C28BC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352141-9843-4316-BBDD-32833FECAE6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E4D53E7-2AFF-B86D-A5E4-B2BBFDE364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E39F0C5-BBF3-DE8D-06D9-E5F3F6839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44295E-E99D-4840-ACBC-FAC7FF7804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2033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AEBF077-EF9E-484D-67D9-837CC1449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B6EE205-F581-EB49-0695-368C07FF73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A110F5B-BA91-4E89-710A-6263A89D51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B3DC30E-8D11-019F-88F5-41A59D6FC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352141-9843-4316-BBDD-32833FECAE6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BA4234D-7973-4701-96A3-AFD93B1CC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14C311F-512B-12CD-7396-5E0CFCDD4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44295E-E99D-4840-ACBC-FAC7FF7804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95930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705320E-6498-A2A2-C818-E66BAB99D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E7BDE621-1F03-C2EF-A2DE-E042AEE69E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37EB4AB-E15A-0528-8903-0999D906C7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45705B6-F7A4-EF95-B4D4-B5C7BF30E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352141-9843-4316-BBDD-32833FECAE6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91C328C-016C-7550-E538-860074E63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3615B20-D1CD-BC9C-748D-0AFD7A508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44295E-E99D-4840-ACBC-FAC7FF7804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668845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21509A3-AC3A-58DF-853E-F1CD7BA9AC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89CFA9D-7641-2590-4E3C-3D459FBED7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E5F7D63-8DB3-3215-D4ED-EF9E831DD5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352141-9843-4316-BBDD-32833FECAE6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8B93FC5-6CD4-F9AD-E9AA-3548C1CC5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993BCD5-08B7-FD5C-C3BA-889FB0C32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44295E-E99D-4840-ACBC-FAC7FF7804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931062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9E204B74-8DDD-56A4-4D25-E4D60E70371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7674E74-2BF0-C8FD-74CA-3540C18ACB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2C189F-6D34-202D-1C62-A4D6867C38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352141-9843-4316-BBDD-32833FECAE6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F6A6CFD-DCF2-6211-0A7B-99BBCD364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1C275A3-5BC4-A138-1A6A-60CFEC94D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44295E-E99D-4840-ACBC-FAC7FF7804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13643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9FD26FBA-4642-8D70-0207-40B22118F0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594F96E-4F5D-559D-412F-F4252652C7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09A1924-47D9-2FE2-E66C-A7129F482C9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352141-9843-4316-BBDD-32833FECAE6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06143CF-BDD2-ABF3-D764-A2ABA763A1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21AA136-C23D-99FC-B916-5315D937DB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44295E-E99D-4840-ACBC-FAC7FF7804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04608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AC3CF4D-B021-4378-83CB-21B3D003A9C1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84E4627-2633-10FC-09E7-98E9A758B7D7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akecom-spa2x-ryu TECH EXPLANATION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F96908F-77B9-DC11-5408-7ACE1F393B69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Architecture, implementation and commit history in 75 seconds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F750933-EE11-0D25-7AEE-8BA4F2D8C412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2F9CACBA-1A72-2BE4-EF6D-EA0FB6D5784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32269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93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93018C5-6739-E96D-CA86-A4AEF9F05C66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9FCFA53-DB98-FD78-FD20-60F272EA9F92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WHAT DOES IT SOLVE?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FE4B0F8-20FC-93D7-E54B-5DB1533D784A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真空トレーナー 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『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スーパーストリートファイター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II X』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のリュウで、中足キャンセル真空波動拳を自力で出せるようになるための、非自動化トレーニングツールです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9A678FD-6474-359D-8460-59ADC52F163C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EEC96012-5CEF-E9FF-B534-FEE1C1F3DD1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61220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2000"/>
    </mc:Choice>
    <mc:Fallback>
      <p:transition spd="slow" advTm="1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33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F5D972C-EE28-5FB0-E58E-AEA843F5DFFD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9C9DF38-E1DD-1D13-C4A9-F4B42439F37F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TECH STACK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41CE214-582F-60A2-723A-E830EBE73DA6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Primary technologies: 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HTML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426832B-FC3E-F508-2901-C3CAFF770323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6E2B36AA-BDCE-C03C-7DA0-675E05CFBB6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66064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31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1361BB5-C855-4CD1-EA87-6B2E9847A1DB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5749355-12AB-A071-CF64-371B77BFC5E8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REPOSITORY HIGHLIGHTS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A27001D-1416-DE3D-3873-9883C174AEB5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Public source code, README and commit history reveal the design decisions.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199B39B-5BFB-44CC-03DC-566CC22D1AD4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01DE6348-0D18-2BD4-1717-90F6AE9F7542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882467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000"/>
    </mc:Choice>
    <mc:Fallback>
      <p:transition spd="slow" advTm="9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6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D1F7A63-CE88-CC2B-331E-255C86428D50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CF495B7-3ABC-7F70-A4DB-C78AA2DD7D28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ITERATIVE IMPROVEMENT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80B348D-AB25-7515-0534-0DABA044836D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Small commits continuously improve features, quality and release readiness.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B8D2BC7-1ABF-EAE9-4E16-D9F6C6859C32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4276100E-87F1-D40E-CAD4-07DE20CA37C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75513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17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C2B0A1C-4726-34A8-ED45-AEEA8D7EE30F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33A316E-7E03-67E8-76C7-C1DD6F55220A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READ THE FULL ARTICLE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539F5F9-B178-0177-0115-96ECC0CA41E9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sv-SE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https://syunnjack.dev/articles/akecom-spa2x-ryu
TSUMIAGE LOG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E811F5F-4823-2400-E456-5DFDA4F60FCA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156EC082-7D47-B321-ADBE-DBA8FBD15C42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72426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137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2026-07-29T22:33:23Z</dcterms:created>
  <dcterms:modified xsi:type="dcterms:W3CDTF">2026-07-29T22:33:23Z</dcterms:modified>
</cp:coreProperties>
</file>