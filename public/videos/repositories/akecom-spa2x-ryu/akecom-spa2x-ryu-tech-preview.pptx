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423AE3-3265-A919-F809-82D98909D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FE0711-8477-BF40-60A5-B26550662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53FFA-F30B-D5CC-E4D6-5F93FFC8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D0B940-88DE-C6D6-E73A-80598CE7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3C761-6FAA-8413-7674-5B800B75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89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9682C-1E70-8300-AB00-7652E4BD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FCF19E-57A4-B80B-8E9F-8C5A8B63B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ED14C7-3241-6037-05D2-FC4FA519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028EE9-756A-1F1C-9DE3-CFEF3EEF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734E79-14A7-9EDA-35A9-42F74EAA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75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47EB4-AEFA-49BB-52F5-4E32884D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AC52B6-6378-3665-013B-45A6E4F9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AC2D91-B3AC-E012-43D5-AB263691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CCB88F-8028-7BD8-891F-E6E360A8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79D4A5-7B87-A36F-B4CB-4197CAC5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68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EC0FF6-BF59-130E-824A-9465DB27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5EA9CF-C87C-B717-5214-EF0EB6892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F3EE82-A86D-F9FA-E550-744EDD685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FC15D1-F200-BD3A-E168-91DD2EF9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FBC3E8-69C0-B1F7-7D03-A803ED5C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077567-CEE6-515F-4AFE-FF2DE909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98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AEB1C-8A54-DB09-DDA0-FCA2A6E50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1E69F0-77E1-13E4-84CB-18619D9D4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7AE8E5-DB9C-2ABF-D8DF-7B4E3A11B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A1731E8-155A-C626-2FDD-E8B904B54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14A3FA1-3597-0BC5-B8D4-375FE3BF9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7F7025-F387-1AE5-C2F6-E8986E09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9C8726-D373-64AE-0530-575252A6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E5004E-4325-AFBE-63AC-13C8D5DC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66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3A79F-AADD-6C9A-E366-75510D79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F97A36-15CF-6A1E-2803-2BE4EC19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664E0AB-49BE-A858-22A1-9C7E452F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AED172-A0AB-6046-6C6D-8312FD72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171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18BECA-D8B3-8ADF-A35F-20B02584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257133-FFA8-278D-2889-58DFD5E8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D243F2-16CE-7FA6-ED00-44BE7ED3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76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ADF9FC-310D-0271-AFE4-5562DFA3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16D3AF-29F6-5A98-F956-8623FDEEA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FED94A-85FD-0624-7FE0-A2B654717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DB75F0-D159-2608-6CC1-A6BF7094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926F3E-6894-6077-3614-7999B1B6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BE9D4E-985E-A1A0-B2A1-EDBB22A4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062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379F74-D9DB-375F-8616-16ACB3F8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6C8F592-6404-6440-5B2A-9F1A3ED80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3850E0-E0CF-072F-39C5-155ED9C5C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64C5F4-B3F5-8EA6-9EF9-0717A85E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0B6F30-C058-719D-24B5-1FAF5BC7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34E8AF-6F49-98A8-2A92-2F3DBA01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074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A480E-2BB1-16D4-020A-6F3F3D69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F07D31-06F2-F855-30F9-C20D2FB9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880CB0-C9C3-FDE9-AEB9-03EF4F55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89574A-9868-0509-B058-14DBF6B8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E2F3B7-4799-DBDF-0EAB-F8391D32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16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1AF558-1410-B3A5-4359-F8006799F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D6E997-2561-A4E5-C275-29CE52B4A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762F29-FA51-16B8-8FD6-C97FDBB9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643A38-8064-E15B-439E-5CC8FCF2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56362C-BFD5-7036-E076-7E9B2D64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12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C6A479F-2D0A-CE5A-F3B3-5FC777535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B5887A-3B02-C11E-9305-CEE1F40D0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9B544C-1545-5EFB-4533-39846A797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84519-D319-46E2-8FEF-E30A6544EB7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887A70-FDD5-F97D-0357-0A62781FF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7A801B-D684-576F-A3C3-7B7F367A2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EC84A-F438-4B8D-8613-D1012426F1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56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860262-723E-6196-9034-91C507FA2A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64A10B-FA5F-ACCC-810C-DE2DC5CC6F7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Akecom Spa2x Ryu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A4129D-84A1-1C55-3620-EDB932D180E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F7BF896-1738-3EC8-F11A-4A197AA06C5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B2C88E0-12A9-ED48-687D-FDC3D0917E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69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504348-C379-7621-B566-1079A39785A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50B14D-E167-A806-C109-D26891E069E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C7C3513-A49A-BE61-40C1-98D0A6DC3B5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真空トレーナー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『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スーパーストリートファイター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II X』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のリュウで、中足キャンセル真空波動拳を自力で出せるようになるための、非自動化トレーニングツールです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B14676-AB4B-BE24-499C-10818BA7AA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65F099C-0E5E-7C33-5842-488C3C37CA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18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34D9CB-38C1-0319-FEB0-68CAFA48E43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E6B313-A45C-64C1-7233-DD411C254A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4C5B03-537D-2F2F-386F-88B738D0DC1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F470B9-783F-473F-EB9D-776B369489C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D6AB8A1-87DB-48BA-C51D-70BCFDD253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69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F342F4-2264-B849-D48C-59EB6B161DE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BE315AC-AAAB-34B8-FADB-8CDFC663CD9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96DD5E-0759-977C-242B-E735E813BDF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LICENSE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app.js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48087C-F3E2-BB22-CEC9-A3AF4CD4464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69E0742-F60A-7939-57FF-C0A26F8ECD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59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87D2BC-055C-76E4-5D76-FECD176FC1E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195B1F-DC29-15F1-2BDE-02FE8BCE658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D26ABB-70E9-28CB-8D9B-5158C4C6D29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参考動画に合わせてキャンセル入力判定を改善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(#6)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724E5A-EBCD-9B97-E60D-3CD51A007F4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BEA887E-9F63-7EF9-00C3-CC5EB8A9C5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7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23BA6B-3219-B68F-47E6-BA74CB3B306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EDC92D-E434-B81D-12EF-3C41EFEBEB1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20D795-B8B8-F7AE-ECD1-1D33D37F499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https://syunnjack.dev/articles/akecom-spa2x-ryu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DA5960-D7B4-852E-AFCB-8B5BD89684E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73A9D01-DFDE-96FB-F360-1C2AAECB71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93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2026-07-30T04:28:53Z</dcterms:created>
  <dcterms:modified xsi:type="dcterms:W3CDTF">2026-07-30T04:28:53Z</dcterms:modified>
</cp:coreProperties>
</file>