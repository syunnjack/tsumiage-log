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FC7CD1-4F39-C6BE-6509-CC373B3A7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E616D3-844A-A1C5-30C4-25EA67DCE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BC3926-19EB-DF1B-F292-50E2A673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0A0E1C-4C76-BC09-2868-C805B10A1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B4FA47-86D9-B194-CD24-7CB9B6A5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903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21A10F-1E6E-80BA-F7DD-6F9BD778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A7D19A-BA10-8356-DF98-C95D533D3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AA9FB6-208E-9684-BB33-49614900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98F385-61AE-EE18-9F27-BA98E64F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035319-073A-E87B-AD37-4A8BDE53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77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A601C6-01BE-3D10-3D45-17A83E43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75193E-7778-7A5E-6193-B2E717739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E98768-A220-60CB-F2CB-8C53EDB8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217A0F-D08E-62D7-92EF-CEF49AD2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E5E713-2841-BA18-9D0F-C82DDFEC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935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5EF2D-A417-73FD-0E27-54B5F096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ECFB14-8827-015B-655F-86F7961EA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1A43EF-6684-9BA1-B0C3-C370F2250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5E6E1-F031-87E1-C7A0-B738BC31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9CAB0A-624E-4484-AB5E-618EADAE4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882D5B-B0CC-DFFA-C490-55B2879E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74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75F98-E6DD-6B98-F468-E58F563B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F4D531-FBBF-3A74-E0C7-F5E70C051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B25BDA-3C12-B5B3-33CD-6A317CF3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0EA09AA-35FC-EAAC-996F-34CDDA352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93A9D3D-DF66-7E97-B319-9A8E76F8D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F77AD01-B7DD-8A42-E42F-05B36810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B47D285-B9C5-9036-E9E6-71B23250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FE3F2C1-5E3D-BD3A-C4E5-97553A16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569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8B1748-F951-14CB-A396-40AE7E64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BC1841-B53F-5B99-9BB9-FE7E28B69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521730-585C-F7AE-97D8-BF75AB13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33CA3B-E477-CF87-2AC2-33F775C6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64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390FBFE-B338-71E8-9F91-30840B8D9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4EED581-F1CC-282C-CB65-2687BE156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D49751-C157-B2BE-986D-BBB97838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584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CEF6CC-0ECB-80E2-B293-FBBC51FF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64AC60-123F-E1C6-8387-07E67ED53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907DF7-BD1A-AE28-EE07-7530813B2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F0FE76-A761-E9C3-BC0F-16A6FFC10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1F505D-65F2-E03A-3DED-90462F00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526983-E003-5370-8D10-04F67320B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107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C70196-3FE2-7E92-CD5B-973BEEF8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2A9372-C7A4-C092-74D3-4838AD278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A14EFC-1333-7AF0-0898-1E84A4B4D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3846B4-7539-C413-88EA-26562718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552BFE-FF57-5580-D8D1-81EFE785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9C4127-7B78-B127-2944-C7D641C0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87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601368-8394-5302-E3D3-7B5B5D2A8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1C9E0C-3BA0-0B8B-7AEE-1761E77D3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955B76-212F-F7E8-A7CD-479449016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953313-F12F-0812-94A1-BA4AD9AAC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6CB229-F370-354E-C405-C841F4362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36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978B0D-09BC-8951-0B69-76512DA45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E6E0AD-B538-732B-DC63-01DC9E0C1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013DCC-9D4D-3702-2A74-5BD41CD8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DFA8F8-5A10-C93B-1AFA-8D80F5AAC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FD34CE-0A5C-010D-BEC2-8372CDA1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149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9F0833-0A52-5C33-1CA2-7913C97FA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0370CF-2873-650C-1F86-1FF7A6479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298740-9511-9CC2-628F-04272D994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8BDA9-9156-481F-8FFB-74D2460B48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06AC3C-6913-CE5D-FF38-64E003E74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46D9A8-AA4A-0C0F-12AB-2F112E23A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0460F-2E5F-45FF-8539-38F7A680C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59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5634752-DDB4-301E-4B9C-9F116F6C869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A17D4B0-98D4-5FCE-F09F-CF042FEB563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reserve-sys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FDD142-487A-878F-A941-70476582157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CDE7BB-D862-74B3-C8E5-1179D5A0E33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24F0FAF-E525-9125-6218-42EF34D7B7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01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8CD552-D73B-8F4D-1412-395BB4D169D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8F40E9-30CD-F470-8D1C-59E2829257C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3D55EC3-D456-D57D-0D8C-D5D37B58D26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This is a Next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018780-214A-41ED-A2CB-36DB9187F62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E00BB58-E2D2-D023-CF3C-77A2D7096A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81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1F68439-8760-9F43-44F4-0462F290DDC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792817-B255-7673-8785-773DD89106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FE4049-A3AF-0E6B-85DB-26C04998402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25AC0E-3AA4-F251-6698-0062E2AD6C0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06ECC65-3999-E2A6-2199-9C3A8FF4B9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11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40CF73-5CF1-695C-CF20-6F2107C8BB5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EBB152-DE3F-1042-9E2C-3D70B2801CB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F2E3ED-8771-60DC-8A8A-FA0A9FEEA48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672246-6002-1AE9-316A-BA094C29DB2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813F431-D27C-F2CE-7C0F-0E4DCE085D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16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24B52B-120E-6F40-C475-DD7E455BA3A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EE9EFE-D12A-FF47-69CD-79838BBFE35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723048-976E-D7D5-20B3-28F63C623AD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466CE0-C9AA-CF10-14F7-6B2BFA1AD68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C0BA102-086D-8E71-F524-FEAA74EF89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59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71C2D60-A869-4641-F008-62A9B0F867A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AD0F98-77D4-7532-1170-5ED759AF0A1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578D2D-68CC-9BB0-1A80-3BE4EFB67B9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https://syunnjack.dev/articles/reserve-sys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2F59F8-6035-8431-4345-E7BEB4D460A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8D730A3-6D70-48D5-5384-4351C123E8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78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2026-07-30T03:50:12Z</dcterms:created>
  <dcterms:modified xsi:type="dcterms:W3CDTF">2026-07-30T03:50:12Z</dcterms:modified>
</cp:coreProperties>
</file>