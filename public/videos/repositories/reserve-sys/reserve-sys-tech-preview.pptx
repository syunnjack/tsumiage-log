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36B881-D23A-7EDE-D3A7-A3DA450067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006623-06BE-F463-70E5-11AF0C03C1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5227C6-5D57-58F3-6F3C-25ADB1B42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F3C31-AADC-421A-A3BA-3DA6E648B9C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8F7347-4B62-3A21-A898-7F75FFC0B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6AED18-652D-A86D-B2B1-1B62F78EE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2CFA1-0640-430D-AC4F-C2F08AD884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06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E72A9-7AFA-FFAC-36BD-1A455DAAE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A321FF-D7FD-5F8F-7F23-8CE37154E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FDBFB61-82CA-3290-743D-7C2BB579E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F3C31-AADC-421A-A3BA-3DA6E648B9C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65BADA-08DB-2D74-30E1-F150CE49C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E70D9B-B51E-CC42-748D-89296687A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2CFA1-0640-430D-AC4F-C2F08AD884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547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DED08E-E9D6-3B80-3C49-A73772BC6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D3B579-373A-FEAB-DCD4-81802EA61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6D98C8-B845-9249-61F2-246AE6D09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F3C31-AADC-421A-A3BA-3DA6E648B9C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1EA3FC-6D06-DE2A-7359-E996B6858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D90F53-3E44-7CAD-E9F0-7FAB0010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2CFA1-0640-430D-AC4F-C2F08AD884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6691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543B34-1344-3470-7286-3A367F737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E342F3-E707-1959-3790-1619F421C9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E7A6134-7BEB-D951-6CB5-2B7F75A6E0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189E74E-5B5E-3479-D52D-0F449E0E1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F3C31-AADC-421A-A3BA-3DA6E648B9C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1289F02-BF85-66F7-90C0-A9A3896B3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15F3CF-0526-64FF-72C0-80AD4E241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2CFA1-0640-430D-AC4F-C2F08AD884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8149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EAA25B3-1E32-95CD-7E45-65521B8A1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D36D1DD-61A8-E3E9-8FC9-6159E75D3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B1844A2-1CA4-166D-016E-CE4CFA209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5EF2DCE-761B-DAFD-E7A7-EB8B8A05C7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300A92A-06B6-D237-6983-71687483EB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B74A086-B1CA-2988-18D2-B447B0DE5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F3C31-AADC-421A-A3BA-3DA6E648B9C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77FA307-ECE6-F286-A1D2-3596C3D4D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703E17B-35EC-7649-AE92-29B7DA8D5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2CFA1-0640-430D-AC4F-C2F08AD884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8700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084D24-DC30-EFF7-ACD8-99F9C5D21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7965DCD-58DE-A0C9-9DB7-D36127BA1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F3C31-AADC-421A-A3BA-3DA6E648B9C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1DC2B97-448B-07C9-B628-F654F9411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9B299EC-6DBE-7B62-0BCD-1E687E2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2CFA1-0640-430D-AC4F-C2F08AD884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2293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4F40FA5-9E26-2080-F765-73A064DE3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F3C31-AADC-421A-A3BA-3DA6E648B9C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DBB8CAC-0D1D-A967-93AA-92A9FFF41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E3B4D2-A7F1-A151-AA0E-96A490AE1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2CFA1-0640-430D-AC4F-C2F08AD884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4465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6D9070-49B8-FB16-5371-628F168A2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E8E549F-40CA-73FB-085A-B635C761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7EF714-0913-502C-64DA-2BC7D76803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B12162-FCBC-781A-F10E-B73E7B0B6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F3C31-AADC-421A-A3BA-3DA6E648B9C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82CF6CD-1BB5-9032-AC67-ABB389355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350E1E1-6F98-97A2-AEE6-78B258AE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2CFA1-0640-430D-AC4F-C2F08AD884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4877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1D4957-4568-86A7-37B7-E8C0685F5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1DEE9C1-AA68-9BD5-1F6F-307371FCBD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CF19F2A-243F-27A4-9EAA-274FD377B1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9202822-AD8E-EDAB-4FEA-1B805708B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F3C31-AADC-421A-A3BA-3DA6E648B9C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A7FC04C-F4BD-7074-352D-F51764545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C9EE28-999D-4414-9C96-74A2F201A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2CFA1-0640-430D-AC4F-C2F08AD884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3911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8D25B2-67DC-3A53-D98C-873B087B5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E35CD33-7C82-7E10-E2AD-3B8AB9F237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065DCC-5B3F-A4F5-1DA3-8A965722B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F3C31-AADC-421A-A3BA-3DA6E648B9C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F04D95-664E-F16E-2135-628A01806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9231DDD-26CA-AA83-DF6D-D4BFA0555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2CFA1-0640-430D-AC4F-C2F08AD884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8170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0F27238-708A-D3CC-911F-160C7E682F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4F2574D-9040-DD0B-8BAC-75C17643E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DA37DAC-50DC-36C3-D501-ED7023760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F3C31-AADC-421A-A3BA-3DA6E648B9C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A8085F-6BA4-E131-C9B6-A814247F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9D01CF-5303-5C06-00D0-AF0BDDA17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2CFA1-0640-430D-AC4F-C2F08AD884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2684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2DF255E-DB5F-3138-92C0-F60FEC455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5BC3810-749D-0572-5A7B-B4FD84CA6D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4669C7-A46E-497B-D17C-2E96B72A3D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7F3C31-AADC-421A-A3BA-3DA6E648B9C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0483DB-487A-3290-913F-CC38D780D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60C137-B59C-6560-965B-2945B60CAE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22CFA1-0640-430D-AC4F-C2F08AD884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0261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FCE6D9-4081-2A7A-655B-F562F25DB7B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BFB5958-4857-00CF-CA14-95593EAB43F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Reserve Sys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EC3623F-6834-F384-0C09-DD6B5F1DF1D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677D19C-F8B8-58E8-9693-C9F3EC1B8D1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1ADDB2EB-E977-EF2E-3ED3-68CD58DBA1D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6790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9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61E47DC-09D2-D52F-BB21-E7E78FD8F11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C1E34A0-7379-1A8E-74C2-83E54BEC827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0B33313-7DC2-001A-4BDB-571A5FEFFD7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This is a Next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543BD2-D6BF-4E76-2401-D59FD750429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213B4AB9-2501-E186-B9D7-6196EF5CBC2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1635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D8D5893-E079-40B3-B4C6-A37DA4A8284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7A2E721-8EA1-A11D-E6A1-1B105D91F16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36F181B-766B-AA97-F3F4-C8B36E71E113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A27A9A9-E9DD-4175-6E77-2F1F6586C9A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12C3386C-E169-F00C-80B6-9161CA98EC7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2199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EB816C7-541F-40C1-14EF-5A8863C3ACA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34F3D65-5298-D452-80C6-471B6D73B0D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712BC01-09CF-098B-BE75-D849E0AFB9B8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AGENTS.md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CLAUDE.md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6DFBB5-BCA9-9C1D-02A9-32AA315B1E0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D8DA8DA5-AC88-18FC-BFC9-62FB42E322F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8803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6826490-193D-4F42-AAA9-6D67555DAE3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EAE40A8-390B-4407-A73D-78D8428A14E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133E7B3-C888-0BCC-0C46-959D103B9CE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Initial multi-tenant reservation system MVP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F217A9E-A0AC-FF95-8BA5-7A95C7753DE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8FA1CBD0-095E-C926-E778-C9BE88F8E3B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2755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0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22BAB6-76BD-6AA4-9925-788A92C5E6B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FE9A86E-F886-11FA-3F7B-A02B782848B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A13F1C7-5AB6-B29E-09AC-ABA91AE9B6BF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https://syunnjack.dev/articles/reserve-sys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F3B3CE-9F95-3D01-1BFB-B95E4C9C7C2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52C27C96-4E91-BB96-8788-03CD0ACAA73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2403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2026-07-30T04:41:30Z</dcterms:created>
  <dcterms:modified xsi:type="dcterms:W3CDTF">2026-07-30T04:41:31Z</dcterms:modified>
</cp:coreProperties>
</file>