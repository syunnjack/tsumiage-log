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DB69B-1908-2179-9E6E-EAAF324BB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E7B56F-D7DF-4BC4-5D29-6324C51A5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063B37-05CC-DBBC-696B-A9DF4CE0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950764-2BAE-5A37-86C0-BB69C11E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EC4B06-5E96-639E-43B5-BF9141E4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874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EF7C5-119C-A1F9-89B9-4F6510ED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9B7A0A-BB9A-CDBD-E85D-DD50666E1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88CE25-E823-2E95-6961-389228D9E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CB194D-C8D9-D328-FA3D-5612A11D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9FA6A8-1BC3-4129-C225-3B0BD942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6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591C70-4261-D837-2736-F06B14CC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D05BB2-58D7-2550-4383-77A889334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A3E71F-F77B-50A4-7357-FFF8A2B0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A40EE9-FF51-94BB-A4F4-8DFA8F9C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437D8C-FFE2-3AAB-8379-64607A87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79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0B55B2-0389-B829-23D0-538BFFC1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BCFE81-79B9-2A1D-6924-3BEF7AE36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51C268-0AED-3E50-5E36-A49337F4F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6A0817-67B3-19F4-3152-C570B9FC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BFE45B-8AA3-C8E8-1D85-EB0E8BEC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E52D3D-1948-EE69-13C0-7066647E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7517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8A38BF-863F-71F3-FA0B-10E8277F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280CF7-7ACC-64FF-D246-5DB3D5213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0418DF-A19A-70B2-46E9-1438AF6C2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AF0C709-022F-B840-15F1-1D4B8EB1A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FCFDE8-78C5-7B62-5BB9-A103F5769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2541732-2AD1-2E79-7CAE-2D059EBDB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41F675D-2BEC-3C43-1F3A-D505C12E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30B7EC5-B565-DD50-4177-F136856B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21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CF51EB-EBB9-168E-39A2-C90750D9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ED4AE6C-9EB5-9654-3AD6-2929B212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78FB93-E45E-D2B2-14F7-712E7695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F5B3FA-0951-FA82-3795-5DE78D96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81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49D4777-75F3-C5E1-7A35-2484338F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D3BDE5D-78BD-3A6C-B6FE-9B555DAA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C41778-B834-CCF1-5B1C-275C967C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68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DE822-DE03-252F-5B54-54B4E48E5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47CE9B-6E49-2895-9A1D-D21EF12E9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B6397A-38C8-86DC-0044-7C67F4488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865FEE-1349-BF15-94D7-7183B2A4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20D6E7-DB56-DB74-A95B-82C55E0B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FB11BD-42C6-17AF-FE93-5A63460F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592C5-BA01-3D24-412B-52504AD6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0DD3C8D-74EE-7A26-C00C-53ECF9435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A6FD52-9B4B-1A81-BE5C-6237021B1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91EB96-D9F8-9D49-0362-5689F6FB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AA77A1C-C1E7-ED71-424E-A8D0D71C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3123F9-C6AD-30A9-AC10-90D12E18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77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D850AF-6C97-C155-EA3E-ED7CED67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4D6E86-67FC-2D37-BAAD-898336167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DBF740-6FC2-1431-87B2-F3CCB412C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5FE2D8-2D12-38F0-E7F3-94C40F6D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0C3AE-D4DA-658B-56D1-A3959DA6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3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8C0201-0C1A-DE1F-61D4-4EA19B13C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27A282-A51B-DB1B-CA42-8D226E1AC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C24241-0F7D-6EB9-416E-CD9793BD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8E58B4-564B-5CC7-8F2A-336D941C7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0D33E3-234B-CCF3-5143-315BBFCD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7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22C194-02A4-070C-2B64-2EEBDCFA7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448577-91C9-AA0D-6F28-892210A1F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CA87CF-5C58-686C-1B3E-1ECB46602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DD6D7-D718-4B09-B399-2A4D4643B2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9F1A6D-0F01-650C-2B8D-CBECF920C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085661-DF36-DE20-5858-9E71E3BB8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DA9F7-CA3A-475F-9FB9-344FD4873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81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F60290-7434-7CA5-D837-DC4FC2997D4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A88871-C446-E21B-3E4A-C0E458BC33C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Hobby Stock Price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8FDCF5-9596-F7E6-0C1C-7ED026F5F63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22DB4F-11B0-6EC9-7C7A-2152B11A104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EDB02D61-D240-B96C-41A9-885B1ABE5C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68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2096AD-1C8B-7B1A-CB21-81C2E9F88AF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08CB21-65A0-1FE7-CEB1-04667A7E6FE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94821C-E2CC-B451-6748-0270E9F119D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Hobby Stock Price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フィギュア・トレカ・ゲーム在庫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/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価格通知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hobby stock price alert Domain candidates Confirmed domain: hobbystock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AD0A1E-3CE3-49BE-6892-C93DC08D5C9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429DE14-17C6-CEEE-E9A9-7496D7794C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14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37EBC60-0B39-8BA1-6AAF-EDE1472C526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AB43AF-11C8-E5BC-D25C-925F3847949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C8BFE0-93DA-D4ED-E627-819D4BD3341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C89DB5-2F48-65E9-6FEF-D9C483981A3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5931768-C51E-72D4-20E4-BA96F43BDE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12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C104F97-B3F4-0603-A04C-6F43328613B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A7B194-CD94-87FC-57FE-3A2468FBC4F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0F5500E-FF52-3541-66DF-C9460CD1D18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A22171-9288-35BB-E7C1-1833FAA2B6E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C08282C-F358-6BDF-58A6-F2779BB0C1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50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ACDE10-E763-1DDF-4114-49322AE8295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819271-7B65-D239-F714-4C9464B8592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50B460-FA71-5351-C5F2-42A9543AE30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7E8517-32F6-AAA7-B3BC-48BFAB04DB6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ED21F6B-DAAF-077F-AE83-B855E6FE37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3B0B59-A310-0FA7-D97B-50F8F96F7A8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2E6EDE-5D85-FA0D-A8A8-96703D94F19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69171A-BEBC-0C7D-9B53-043D2388D91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https://syunnjack.dev/articles/hobby-stock-price-alert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FA816C-21A0-0B67-B3C7-67771C63734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1C2979D-8E59-0BA0-63D4-07A3482FB1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738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2026-07-30T05:07:04Z</dcterms:created>
  <dcterms:modified xsi:type="dcterms:W3CDTF">2026-07-30T05:07:04Z</dcterms:modified>
</cp:coreProperties>
</file>