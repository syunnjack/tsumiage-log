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AAED6D-2CA8-78C8-055D-DD6012592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A8B4CD-E644-C0EE-E1C7-7B010E5F3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2B6533-C992-C4A9-5CBD-2309C879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A99458-3802-E28E-A0FF-EFD638B4B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C49E4F-B46C-04A1-D548-5321DB6A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0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ABA81B-B17C-F222-623D-1575E8F8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F479B0-83FC-1A03-BBE9-9D7165A2C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AE610C-59DF-AB63-A039-E6F10DAB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189BE0-494E-76CC-2A2F-FEF7D025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B60EFF-74EF-CF01-8969-8BA8DE58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125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03A45B-5ABA-FFBE-7D75-841A908E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AD080D-FF24-4BA8-3812-7CA6AE5C8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630965-4E44-94A0-9A3B-A830EE22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F61C71-B6B9-F9CC-D450-7AE3E3D8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E87E99-E15E-52CE-9D4B-C373D33D7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29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E82BD-A5D9-4FCB-C4A0-07785E00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CAB1FF-5E1C-9732-736E-AD7E6F9C9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4AB720-F022-8A32-2439-DD71E8C05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9273BC-A74E-27B5-AF3E-1A683628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863F2A-6FBC-FBD4-3816-86346501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D19063-A5F2-D159-3E80-FF0DC727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4915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554679-1898-7060-9A10-D2DD76D92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0A999B-AC0F-F488-97CC-9F744E2CC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A02AB4-DD33-D8C0-02DD-4DC3BB702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5BBDE8F-61C3-183F-536A-8D9974112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DDFB68-F4AC-AE64-376B-4849A2387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931031-76D1-0F2B-8944-9E79C3E2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CF53B7B-371F-DB62-3021-268C5129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3027B06-AB97-ED21-5AEE-A74817B5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59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988205-86BE-EC10-BA0E-BF71E58D4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6F50D24-7CC3-DD58-CCB2-C45C9643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95546A8-A3DA-9A40-A682-6627BB74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F9932D-8968-ABE5-C54C-05D884A3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297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E00E8B-A6CB-BD60-1A51-F882F9FA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DD1A1F-602B-62CE-49F0-0BE039CD0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AC3246-A5D8-C2F0-28D8-E7824BD53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672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35E212-B2FF-D5EA-8FDC-E7A8538D7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30719D-BE84-32B5-D25C-08A0E0932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7CEEAA4-2204-2B0F-E70D-509A7E754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2F5FC2-528B-BFFB-6158-A1B3CFC0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64F4F9-4369-0046-B942-1BF20C0F5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538290-E815-EDB8-95AD-B118B9BB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005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C92FDD-D54A-B824-8729-649BF180F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1B369D-C36F-660E-1B4A-E07CD64E4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E19384-2DD2-0657-6F52-3823F0E34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EB8789-C39C-C2EC-D347-DCCDE2A8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FE8E8D-3116-8323-CFB7-05CF3E91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AC4C2C-0204-47C3-A3A6-5E1DC6D0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1331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A8CF79-5376-E891-A192-57526AFE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1EE8233-D147-DE1C-0851-F7BE6E952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9A3D1C-FD73-B4AF-BB34-81906EBF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060703-772B-B947-6CE3-014500547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F11E4E-BDD7-CE4D-84E9-B518EE95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612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BB42801-0093-D651-F342-122998735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303CA8-CDE2-7206-B45B-621307947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575CAE-21AD-42D9-BE81-35579250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B37D41-C5A9-868C-C026-BF0B10FC0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1DD922-FE27-42C5-6249-DF2683B94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331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AEE9998-CE32-2C30-7F1E-38894252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8EDDCD-FC4F-099B-CE48-B5BF64E9F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12F433-3BBE-3BF1-9201-A7301362A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FD16C-B233-48BD-87F9-A47BB7B7533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E01689-9DE6-9825-E7AE-15C8DD4BA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7875C-12A0-03C2-C678-4043503AD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67CF-6C13-4625-9FA2-C73A9AB1C4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473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B6CFEA1-A4C6-5F31-43A3-65C8F5EE28D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27A09D-DF5A-35C0-8A43-FF14B0C333C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Haikyo Archive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FA3821-2F50-6848-E952-702B7AD109A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5E1201-4A6D-8134-08B4-23405EE5388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E77EA4E-AE74-0FBD-E9C3-F99B45F702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03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8A2C20-6FD3-6251-4160-D6FEE471539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C88F356-903E-5C80-4772-FAEB6A8A1D5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78D868-F15C-D33B-86C6-5C43EDA405B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Haikyo Archive Map Recommended repository: haikyo archive map Confirmed domain: haikyoarchive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037844-A85E-0BB0-06B2-D118071F93F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71852C5-7C66-D402-27DA-CF15826EC0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98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1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C283D0-153F-3085-966B-7A3C48D4816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8035F7-0D27-0347-F37C-F90F4699548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8AD47F-CEBC-B857-4F9C-B5A0A14AD21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EDEBD4-DC98-2E49-DF68-4E3EE2BC26E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6EC3A26C-C493-0821-D653-12C26DD96C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02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63522D-299D-BD6A-FA19-C22B2CC18A0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77D0CF-A793-38D4-2A84-7ED12DE6D3F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726F18-0761-A1FC-2F0E-1194C3E371F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8AAE6C-7FFE-068A-96F6-1425C70ADAD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8C75EDD-CB94-4D94-D2A3-9255C15A0B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0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4FA1419-5341-A2F4-2457-025B9EAB2AE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0FDAD6-4797-0474-FC2F-9B5EF99D0BC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97F6F3-474B-E4B7-D695-3FD8A94F05E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015A03-3E4E-F864-6ACD-780198CAC3B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6B74450-8AC1-593F-AEDF-34807FF42E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5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64BF8D8-AF01-C691-A790-20923BF61D3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C9FCD90-2DEF-BAE7-3DBA-261EC2A694A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4DA775-CA9F-DBA6-3869-1687842C52F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https://syunnjack.dev/articles/haikyo-archive-map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F98E7C1-4D95-8986-E337-E47F1BE442E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2553340-469E-92BD-BC1E-30CC298815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61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2026-07-30T06:55:01Z</dcterms:created>
  <dcterms:modified xsi:type="dcterms:W3CDTF">2026-07-30T06:55:01Z</dcterms:modified>
</cp:coreProperties>
</file>