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6B1134-BAB2-F66E-DEA4-7BF728D3A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A469D7-E5A8-7012-570A-D8A8E1EE6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6BB876-1769-0A28-0C64-B319DB23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41102-F1CF-45FF-DFDA-AC18D461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A88589-A2C3-20EF-8216-97C08E11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01852-5B7B-C58A-72C3-8DBF37AD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3E54FF-19D6-D99F-9D6A-822329DA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052B78-6E40-065D-2DF8-06D6EF97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82B039-EBCA-F629-9112-6EFD52E6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EE3DE1-0657-5E59-3931-716AA7D2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74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BA438-6FD2-EB60-5E5D-CE0432A4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81229E-C8AF-0F7D-0DB7-060454A47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4A5152-7B10-C773-840F-10C7EB5D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5A893D-A53F-D24F-C507-ED6B84B5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9E39E3-63F0-2E10-9093-FF8E26FE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17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38407-FED4-DA8F-968F-46EAF376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3312DF-9757-64C4-0969-E6F5A971C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95D0EB-3DB7-5A87-2A7A-3876274AE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DA503A-FBAC-4EBC-1684-2A607F86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205F63-F016-C235-024C-A9B4729D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A34287-85A1-94A7-9D57-FDED93F4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22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671856-5080-A7D1-B33F-92C92F5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4DBC8A-7812-B5B7-1721-C3B0EAE6A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E02E61-9015-9739-04AA-6AE6BE8B9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D2C66EA-4ADA-1223-2D1D-BDD94645D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423063-D1C3-BAFB-485C-D8345EB86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7C68B9-CEFA-6937-B2FF-508F9658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821061D-C4DC-0BB4-4BCB-60071552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73B8C6-C85C-6E3C-FA9A-AF3282B5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3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5F8BD7-7A9D-FF70-DC37-3472124F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3A220B-F8A8-A3D2-BE93-CCA8F34A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DD045E-6AAB-99E9-44F0-BF04AB2F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DC66A9-E28B-1794-4B74-5C8B361A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39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2201AE-A2AC-B86F-8C48-EAD45925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356B662-8EA7-BAC7-DFF0-F320265C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119BF5-369F-9505-B6D0-757D9934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01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25337-6867-EC86-6DB4-C46C09D9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761D96-AE2F-CF7D-79F3-84B0AF229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CFC9AD-ADB2-F11C-0B40-20915B0EB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197E49-009F-648F-54B3-58776C00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1AAC56-8FDF-F76D-A2C7-BC5CE32F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F7FE47-B19C-7BA1-D75E-CBCA69D87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17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941B3-C7B0-EAAA-4094-0B6B2359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26ABF3-2316-A549-BC09-7990D913D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9401D7-C2BB-4A2E-90E6-61BCB8717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F4AC16-EC19-DADE-0053-16F4A4BC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40A2F5-9AE2-86AD-05EE-3FFA2409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084446-D3C9-F7D4-32C7-5BAC0053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39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AEBB2-9CC3-0DB2-A349-BA2FE96F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44E0B2-16C7-881A-C70B-BA8131A12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227744-1686-6B16-E8C3-2F8406CA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A8F992-8B46-823A-8E40-333781D6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30465D-247F-6195-4491-A6876568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70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1578CA-2D50-AC03-B5E2-AD54F68B2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00D127-0D39-29C4-3997-0B1D2586F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C2CA6-CDE6-7BB2-EF29-089C1EA8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FF1D4E-9182-075C-1F6B-AC598FB3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51CFDF-108B-045F-1A18-433EA9B0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57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B3A4B7-28B3-3C39-D743-144C7BFF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8CC734-F599-8831-3D32-CB8EC56AC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A5BE6-4238-1190-43D1-700D47B8F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10F2-E0DB-4B37-B3E7-8325D69EFD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DE56EF-76F4-DCB2-2CCB-8E4398EF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1B9346-25E8-BA27-1688-D1553586D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077F7-6B8A-4C44-A0FF-72090273D9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767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6830576-F8C7-23A6-E2EF-ECF5B3C8A32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4119A7-98D7-4CFC-8E6B-5D438A63AB1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My Dartslive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7634A9-AC4C-2A9A-3316-D741EC64F6F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CF4092-DB47-8474-01A9-0941EDCD248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7C02BD5-5384-DBC7-DEF0-E157371A89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09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221C3C-8E4F-1A74-7CEC-0F71D4558F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056590-A84E-CF60-A02F-8A75B412FA2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E3D07F-15C7-EBE4-0A1A-58360899BDB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My Dartslive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ダーツ設置店を中心に、ボウリング、カラオケ、プリクラ、プライズ、ゲームセンターを横断検索する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対応アミューズ施設検索サービスです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7DF9DB-66DE-482F-E1E9-8F4CD77B8B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1D3AFF1-E809-5C76-49B0-98E9605B46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34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30D82B-215E-FBA0-6339-004D6C05EF2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A665C0-0482-D7F6-BA57-F62B81C8A28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347CD4-735A-544F-981A-C78D3BC0104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404777-693C-D3D3-F25B-87A7685402D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814A4B9-94E4-5BC2-F049-3B95FFB7B3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13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287AE0-5C35-5B5B-0C44-4D9D7DDDBEC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223A3A-2499-41AD-003A-51643676162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536CD4-F2A7-36AF-4A7A-F32C2B279E8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D2AF40-28F7-E3C4-065F-37C1205F96F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38494A0-FCFB-C8DB-5F83-C901AD259B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5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4E61B4-711F-E725-4CD4-8DB7E88FDEF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F6D64D-4FA9-FAFA-CFB4-46F5CFE7FCA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B1B7C8-E8F3-D972-43A8-7718A810330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dartspot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68985D-9B5F-C402-B197-4FCD8B1E8A0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2FA724E-205D-7498-9E01-1FD79D4075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90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09499F-AF00-55A0-9623-6FBA5D661BE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7385F7-3445-8251-AF37-E8B3BA13C94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C94EAF-0478-9EF6-63CC-CC907D0E466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https://syunnjack.dev/articles/my-dartslive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B8BFDF-17E7-4642-662B-12FCBDAE343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2E3D4F6-CEB3-1416-C002-83DC5BD22B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25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2026-07-30T07:02:54Z</dcterms:created>
  <dcterms:modified xsi:type="dcterms:W3CDTF">2026-07-30T07:02:54Z</dcterms:modified>
</cp:coreProperties>
</file>