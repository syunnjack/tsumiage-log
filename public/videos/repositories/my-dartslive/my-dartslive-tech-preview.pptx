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E1BBD1-9D20-010B-DB77-B178694D1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D9207B1-257F-29C1-3C48-4F90E19BA8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C74497-04E8-FD05-70D1-5BBFEF8A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6B09F0-16DB-E6D1-C725-2AFB305F1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36512A-247F-686E-0A9A-6087810B0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2131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FC7EB4-911C-C48A-DE6B-F5E8F17AC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D83238-D026-CB30-2A5D-E573575ED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C30985-8A89-B624-BAB3-909B49E8F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C4A752-0CC8-2C63-7427-66D8D5926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CE4D4E-1B7A-9314-53E1-760CA719E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673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5C2D0B-0315-B2AC-1676-F7FD25561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9A6122-8A83-42A9-9203-B9319A197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73700C-0A31-8143-4F0A-1B69CE11C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224FB3-C0F4-27DC-BFAA-B9A53A591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34561D-4DFB-C85D-6576-811C8BB88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416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F1493A-E242-3219-CDAC-056F24239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0F84AC-3C19-03A2-C7C7-81A299F570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8E9C70-B441-1466-361A-C31656FAE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27EC9E-4F3D-7582-DC6F-3B4AD75B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45E0EA3-53AB-25C8-B3CF-B9C812B9F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11D8A75-241D-8998-0875-11837BBC0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0250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9D5695-A126-7220-7B4F-564FABAC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2E487F-865E-1ED9-C180-4EE72D43C6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77DDE08-459C-B02C-F626-227AE26AF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D40F0E0-B0E7-7B19-786C-F0A0617727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027968-45DC-2118-75FD-14F7713F8E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FBCE709-022E-AC12-DF80-BC2996FE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992CC75-B899-B5E2-532B-D33457DCA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AB6AD5-A977-52DC-712F-42FC1949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2157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103D84-7664-7965-4C3A-8CE0AB579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597AC14-0653-1583-A066-824DE05F3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B3A7C90-0CD6-7A56-AD0B-933BC87DE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6259E97-06D5-0284-F288-593EE3B9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834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6A67CE1-B778-6A0B-29F5-3FFA89BDA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06AAA5F-BBE6-F527-F626-787A3DCC1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CAB3F8-F97B-04D2-E33B-2DCE62C2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0000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5802F4-75D4-EA83-7D65-8A5B70E52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B498C4-EFAB-EC68-ED4A-83153CBDD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069ADF-A58F-3134-2AD2-8E85E49C25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D258C2-A3CA-2EE9-1007-C3834F096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DDDF68-EA4C-BEA6-895C-00900C05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A76F60-0A09-3EBF-DD1F-146931120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8458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1199DE-4032-9953-5EC7-D13E889A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57E9F69-FE2F-0E5E-D170-18EE2788F6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4B67631-742E-3642-92D6-0B98FD69A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19C2AC9-D3CA-4334-0D02-366E5BF8A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1C9675-C92D-6D50-BBB1-E72B9273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1F16D3-3004-9D20-12DF-1B0786D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24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682A0-924A-BCC5-9C6D-213AD2DDF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94BE867-01CD-CD66-2436-C52A0CF0CF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4EEEA9-6D3F-B3A6-688D-0992544BF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A64756-9892-826B-7B87-A11B0437F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5E804A-9C7A-6B1D-900F-485CEC4A8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36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900763A-9D96-37F4-49DD-D8A7BBECC3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30656FE-0E67-D9EC-5A3B-37A3053AF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888C2E-4CA9-AB4E-1A56-B07699F69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6D8F0A-96FC-1998-D64F-B03CC0B8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2A5482-EDDF-5D68-78DC-E3A333006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64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11823F7-ABA9-B165-4107-FC067EAF9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0C3902-397A-811A-EC70-39A21BAE2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BB5D49-C909-98D8-68C4-607E76B37B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A80CF3-97CF-41C8-B522-D06A973D3A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2613E3-2387-1059-6573-B08E0DB41C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874044-CB9D-48BA-7D6E-F31A3E671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E6F0C-AD0F-4915-A7B1-7B0B363ED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8021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8FF4611-90B7-00E5-E49D-C621BB4EC95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745FE31-8026-9D80-5778-E58DB8057BA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My Dartslive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0EA47F-7E2A-810E-4965-92A2C92ABA9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1AE1D5-FD9E-6643-7428-0C1241D21D3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A693E4C9-FAE1-B1B0-F87F-C2A1B94CB8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493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51FC47-3A0E-0708-1BEB-A9DD53DDE5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CD255A-1096-EF27-43DD-FF2DE78D911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1BA0289-CEFE-9043-C9C3-85DBFAC2107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My Dartslive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ダーツ設置店を中心に、ボウリング、カラオケ、プリクラ、プライズ、ゲームセンターを横断検索する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UGC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対応アミューズ施設検索サービスです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AF96666-328B-5755-2252-A96C91E65AC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ADF875FF-5886-CF97-4962-F4322DB2A99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850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11FE903-2C86-FA50-00B6-221A6D7F297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E3F5C89-CB1F-034A-83CB-042BA18A49E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4BD291-8731-44E8-C151-31A1569FDD8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6C5F3F-68DD-5C2C-E245-3F3C0FE80E9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7424801A-43DE-A2D6-2F39-7A32C9C61E8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87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1EE2E4-5E3A-7C07-5168-825C5461D48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BEB7DC-09C5-260C-BBD9-BD093DA730A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00F6AF-37CC-C15B-CACF-49753F3A4FF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C9AF01A-12E6-563A-96C3-8FDA7A4B6AA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D8DD181-47FF-0F45-EFE3-86119A75E01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1833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545D527-DB25-7940-315B-DECE5841436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FD2B0C0-1DD7-5189-5592-1660BA756CD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1A5AD2-37A3-FC3D-EC90-513E2680737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52FE15-F402-6CA9-A909-47403328A95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F5FEBC58-056C-0CEC-7BA9-FFF37816F5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042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2204F01-776F-9F47-67FB-C1E4587532B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807B669-74B2-ED8C-7C14-4BBB259CAF9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6F81C7-722A-15E1-AAF0-58815A97E88B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https://syunnjack.dev/articles/my-dartslive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8F41D8-6D79-B811-3570-ED986F937BB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401F7217-A074-714C-C9B7-295AF9E7CBC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652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2026-07-30T12:03:37Z</dcterms:created>
  <dcterms:modified xsi:type="dcterms:W3CDTF">2026-07-30T12:03:37Z</dcterms:modified>
</cp:coreProperties>
</file>