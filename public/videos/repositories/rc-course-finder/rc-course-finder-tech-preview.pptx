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643098-E218-2D64-8B2F-D0F8724EBF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856EF1-5D51-30C3-6A4A-38F81080A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B6275A-F260-2CFA-FA96-833CEF81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B7B086-73B1-3133-7105-038AADAD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279FFD9-A070-D6DC-014F-7F000D5B7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4023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1B683B-0BE2-B398-4243-3AF23D36D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E69B7C-7885-57D2-73C6-6DC507622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4E6EA9-33CB-3113-0A80-DC8A89139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9C8FA3-CC80-CB8A-11D6-93D53CC6A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1F1AEF-A9F8-CAED-BA90-E3153CAFE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2316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58AFA9-F606-332A-B29D-28F072652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68F9A27-2B0B-08E1-B414-A36B650DA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DE3FB2-BCCA-EC51-65FF-3E1D4DFC7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0BA6F7-02FE-3397-CD20-01E89E74E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D551F8-9EDC-3B71-F227-F3D3859E2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763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B8F64F-5316-85F9-23CB-8AA4393F1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F3874D-3835-1A31-F820-6E52931C3D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65C8430-145C-E367-3A46-87618C0A2A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9061A8-F5A0-6118-4BE1-F871A2634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99C8CEF-4E62-4BBF-E95D-CE58E9EA8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7730F07-4415-C132-1361-4F8258380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461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D42043-2A4E-429F-22FC-CC767CC5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9F713F8-F418-30C0-8B54-9362F497E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7C9665D-B680-5D50-CA25-9334C1FC65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9E6677C-2331-AF94-7A98-EA9DF6F75D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135B0EE-CD85-330D-D0EC-84ADF4A6A0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321FFD3-7A59-842F-8830-B312CA297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5833802-200B-8348-9B72-389A914C3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E461B3E-A948-B34B-2E04-0252F3090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6178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65332B-462A-1A16-1B60-C87A27EBF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E08357C-4F6C-6081-1E4D-A8B9EFE17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C118B3F-4E4B-19E6-CA49-67ECF15D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D29EC3-93E4-9425-FC33-843E1B2A4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1629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B311B6-46ED-46A5-68DF-EEAB2CB62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E69D1BB-AA83-7828-A14A-A50A01ED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783CBE4-7023-DC7D-C2AE-C8EAD3C1E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6061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AB1D34-E6DD-3C7D-7B23-9E19A151B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F2EE65-4476-B0F5-0ABE-AED66DEE1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DE61905-AC36-C054-8E4E-4576549AB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47E5FE1-44EC-F165-EC47-D3E6114B6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09DA545-2CE1-B459-1FAD-50C348F51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0032E68-3FFF-7B85-505F-22FB6058A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5028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610973-CA38-B2DC-4783-E221E706C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9B84A84-A3E6-D95F-A1BF-E4B6F67934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BF9F74-F10E-65C3-AF04-234F20D5C9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54938AD-77F1-06E8-0634-FAD012181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DDDC48-2A70-C762-F3FB-63CF97E45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96F3F3C-B90D-3DCE-88CD-BC441953A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2638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2559B-E3C7-48EC-5F02-98BC7ADB4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93981EA-8A71-AA75-260E-673611FE4B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9DB188-031E-FEDD-FBA1-4CB87B1B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8A090A-5219-1DDA-66A7-8C675423E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6D8C61-F560-AB33-7B33-8A72EBA93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693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474A79F-6A66-B1FD-A19F-F96B53BAB2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188F3E2-28C1-EEDA-5A83-E55056BD3A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E77670-041E-E814-FFBC-4F64473B6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3DA441A-20F0-80D1-9306-1D8D9211A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FCD9AB-79CB-0C4B-ECF0-06CF3A77C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835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A8C1AC5-E3E8-8714-9F52-A8997916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92EA1AB-E01D-5D9C-88C8-F0B1295654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1833A8-88CC-8911-B43D-8895E8034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E2805E-33CF-42E9-A724-30A81878CA0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AE0745-3C98-4C15-7B3B-57F06439FF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B1434C-7078-24B7-4803-3E3C710A3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84D719-0CFF-4FE4-BEE4-023CBCCB88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1737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A1AD55D-3EDC-0F24-6FCA-50AF3CC8B7E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FE46188-79D5-4280-F532-7A4D5A8C0DD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Rc Course Finder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34655F-147A-DCE0-7432-281D6F71C24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981D2B-E684-ECE3-4ADA-ACFC10A67AB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F5D3C93-F548-61C1-D20D-2765E687969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744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7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6A6BB8-4713-E4E9-B0F2-B82D9101BE6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84EC9E-392B-2B70-B7DE-D502DBDC785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21B786-853C-46E2-9848-91605996CE5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RC Course Finder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ラジコンサーキット、ミニ四駆コース、ゴーカート場を横断検索する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UGC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対応コース検索サービスです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DF8106D-4F1A-7DD1-7B9D-6EC191074C6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36546329-310C-3DCA-9E74-00FD4475B0D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0666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83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52A0CF-4BB6-C40F-7A4B-C6E0DF3AD00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E6472A3-ECC2-A178-CBFF-9617150E9B6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B170081-7166-7CD7-2763-EBCF27D29D2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0EDA9B3-5ADD-E32D-C6E2-83811EB371A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963C1401-908B-AA50-747F-A636AEC6832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0186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CAE4CF1-72D3-C410-14D3-CAD332E3B66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D03F979-94E2-E7AB-8512-30F0A73A103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289952-D59C-3CE9-1A20-C2493240531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921BA40-2FCA-460E-C532-EB1E8010D20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BE7C731C-7719-111D-7752-FA7BB1818F8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27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8D4ED1C-1834-0AF2-2F21-425B71EE0B3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01D2490-0BB6-082D-192C-DD7628A7353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16DB68F-D062-E4DE-44DC-D08DB62136A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2690928-6F89-E492-ED28-B73FB5966EA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EBEE4174-57DD-BE9E-B013-B77B89FE177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2334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7BFC87D-6BDA-4DD1-9783-905A46AEB26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B39AA14-895B-CC65-B489-4AE9EAA7CC7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0DF9160-82F3-CB2F-CE53-50841295AD5D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https://syunnjack.dev/articles/rc-course-finder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A53C63-ABEE-9C6B-5F4F-EA492E303AB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106C8F49-E43E-0108-9C0F-F22C79E961B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4756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2026-07-30T12:02:36Z</dcterms:created>
  <dcterms:modified xsi:type="dcterms:W3CDTF">2026-07-30T12:02:36Z</dcterms:modified>
</cp:coreProperties>
</file>