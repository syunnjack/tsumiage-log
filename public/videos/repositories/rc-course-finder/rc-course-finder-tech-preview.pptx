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B52192-49E9-8AB6-863E-1E325CBFE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B1EBB30-ABEB-A578-0066-20898D607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1B2598-C777-8C74-7215-47CE43C85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B9B03-2810-4D15-92C0-C62052C6A8A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24CAB8-594B-A646-988B-D0402515B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65F863-227C-BC12-1432-2C201259C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C49E2-200C-4904-81BD-190727DA8F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5225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7CE449-EED9-4338-8FC1-53F495EFF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A84412-4621-9B9F-1481-F5E5B5495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A46755-CCBF-2FC2-D863-D83344FE2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B9B03-2810-4D15-92C0-C62052C6A8A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2B65C1-9770-B874-8B0F-D05212A4C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DC73FD-0558-1230-D998-4803637E0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C49E2-200C-4904-81BD-190727DA8F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9500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ACD832-E31E-7F87-5E72-6C5914DC8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74C4262-F1CC-81E0-D52A-F49DB5CA0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A3B0FB-419D-1226-C7B3-AAAADF707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B9B03-2810-4D15-92C0-C62052C6A8A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D8AB66-C77C-541B-CD20-087A8676C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E7BE1A-1DC5-F55A-7269-628007758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C49E2-200C-4904-81BD-190727DA8F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4563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3425FC-87B7-B3C3-2CC2-CB17D343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3ACC5C-4EED-A1EC-6561-23AFD06DA4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4AE6626-A8EC-2E70-15FA-AEA8C8F9E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8ACDC2-AE56-A5F6-7A99-09BA675AE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B9B03-2810-4D15-92C0-C62052C6A8A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A2DEB12-3E28-ED72-761B-08797B9F0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2B35B9-392F-431D-CCE7-B58238C19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C49E2-200C-4904-81BD-190727DA8F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1008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D4C069-B545-3B91-43F0-6D3366AA1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9BCE57-BA28-E21B-88BF-70F1F6927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1C35BF5-4870-7E4C-875B-5910879CA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676962D-0E52-20EE-62D3-CFF5AF2091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6DDC67E-1DFA-13E5-8DD8-6AB7139946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104A2A1-DCEF-8952-3FA7-333CA993D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B9B03-2810-4D15-92C0-C62052C6A8A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B9B6220-A7CA-9DE5-3160-464E71F74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A6741F5-9B33-1594-C60E-0166513F4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C49E2-200C-4904-81BD-190727DA8F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7714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110BC0-F6F7-97A1-E05C-3BE042445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B57A43E-D1E5-A2D4-9A22-DC0BBFF89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B9B03-2810-4D15-92C0-C62052C6A8A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3A5AF4E-907C-105E-5761-47AF55020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E6073F6-A45F-B35C-F527-FE423FFE8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C49E2-200C-4904-81BD-190727DA8F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2030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D1BDCBD-B35A-D896-3FB1-5085C99EC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B9B03-2810-4D15-92C0-C62052C6A8A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6E8D136-4B9E-EE83-06B9-D0294DE18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059376-22D4-8FC2-AFE5-32AFD1810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C49E2-200C-4904-81BD-190727DA8F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9599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220BA3-CF5D-E203-C803-23617C1A9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2F73BC-5A28-4F71-883A-295FF6AFA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555D75E-B4BD-A799-3546-BCB1A3E60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68555B2-6218-779F-4095-B964181A2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B9B03-2810-4D15-92C0-C62052C6A8A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8ABFD1B-8181-6B45-1BD6-824129638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A669B5-355B-CE75-DD33-346DF35FD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C49E2-200C-4904-81BD-190727DA8F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0666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248844-C609-0644-61B8-E8DDB8452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65627AC-DE87-0B86-59C1-56CFAF314B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4DAF870-95C9-64E0-512F-D71B88A3B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ED363AD-7944-B973-6FB6-BDA2069CA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B9B03-2810-4D15-92C0-C62052C6A8A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D2B7945-9495-32A1-47DF-E5F3B9E68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B8755EE-E7AF-2F04-E278-AA9624F4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C49E2-200C-4904-81BD-190727DA8F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8767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4F5FC6-DED8-995E-1835-AA53F25BC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F37D1E-5FEF-35EC-4467-34EDD5751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3623AD-16B3-E71D-5678-2C80DAE0D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B9B03-2810-4D15-92C0-C62052C6A8A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BE006A-BB06-F10F-ACCE-E1566ABBA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8671BF-EAB6-B3E4-F360-5283346D8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C49E2-200C-4904-81BD-190727DA8F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0499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9967F6B-C2AA-7B16-22F8-3770CE4B50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5FAA165-5F7C-214E-878C-7E3D3057F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EBD408-7961-249F-7F5A-93CA39898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B9B03-2810-4D15-92C0-C62052C6A8A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CA30EF-9992-FC7D-0BEF-F31AC4FE2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B3D83A-5475-381A-A009-15EB9BE01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C49E2-200C-4904-81BD-190727DA8F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6080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0F0DF83-64E3-70D0-1B46-ED0BBA482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D7714B-657C-93F4-1AAC-338547996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4BBB41-B228-12E7-4FD0-CA7F1222A0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B9B03-2810-4D15-92C0-C62052C6A8A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33B44D-3D53-10DF-257B-6A91164FE7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923C2D-1946-5F1F-B49D-11158A24DD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C49E2-200C-4904-81BD-190727DA8F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0825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8EA3EC6-30F4-B219-743F-AC5727485B2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51BFAC9-EA56-02EC-797A-F05F4E8E678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Rc Course Finder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48A00D9-76FB-AEAB-67FF-6F0037F661C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09D0509-6938-300D-9E3D-A2B1324587C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D17A0FD5-4C41-F487-D5CB-25DE7D9F21C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443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7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459CD54-3E39-9F0E-F3CD-841CC728D6D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9C8B099-0B9B-1F58-F7F1-795229A9845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C7EC65-9C45-2402-4E50-21B7C15EE5E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RC Course Finder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ラジコンサーキット、ミニ四駆コース、ゴーカート場を横断検索する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UGC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対応コース検索サービスです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756423F-E4EC-CB14-1868-E6ACD6D38AC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65408436-4867-66C9-3424-D6519483074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460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3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CDC7EDF-AD09-1015-E83B-4C8E96A21BC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09D7F70-BF69-03F3-7CBF-148C1112B4D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A5933A3-EF2A-515C-8E2B-F55CB48AE5E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AF21ED6-E06A-7475-9C04-B990DBB4970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6C575F83-D165-C758-749D-BAE13B34855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128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B9D07D2-5C7D-2050-EB3A-92EDC78CC56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1AC173E-16F2-2D06-0A92-5E4EE8833A3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EBE43DC-5C8E-7ECA-5C2B-2EAB646F276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DDF5404-CA13-17CE-EB80-D94E188F913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06978909-076A-F310-45E7-A414E36B688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855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C4EE4A7-97FE-B259-3DF5-1AA63C46AE7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63394F9-9DEC-C6E0-C30C-32F39BD14A7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2815EC8-1991-DEE6-CFAE-43C55F9F27B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rccourse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8812EB0-9285-D7DC-0778-8BE0379A669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5FD8262F-BA92-9646-0463-585AC4785B4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97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4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2A9D8AA-7D68-3B5F-4007-9B11EFF786C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E03225F-CD8C-38AF-ACDC-54317339EBA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5483964-F0CC-DFA6-3627-38529D6D1BD9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https://syunnjack.dev/articles/rc-course-finder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7A4999A-303A-ACA7-4BEC-B991A7363D7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76564ED1-BFF3-32CD-9124-7E2B0903E63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304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2026-07-30T07:02:17Z</dcterms:created>
  <dcterms:modified xsi:type="dcterms:W3CDTF">2026-07-30T07:02:17Z</dcterms:modified>
</cp:coreProperties>
</file>