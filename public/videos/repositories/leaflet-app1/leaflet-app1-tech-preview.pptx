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53EB64-505C-F14A-3211-18C3F13A7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983707-52A3-8A4E-ACFC-651945CEA7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7A0FAF-3745-FC33-9695-B0FF807D5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5D0FD6-ECE9-CA81-2877-6A540B324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0926B6-CE84-62C2-6523-F02A82F1D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0108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5ACA4D-9738-272A-5B1A-DE68BA4A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BB6B40-4037-7617-FA30-CEEE61160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F4B69A-55C5-0EB7-53FA-88C58E570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7E32C5-5FEE-9E5A-3D6F-A8E6BCD84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4F3038-DCBD-22B2-9D0E-F76CACAC6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374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453371-3196-950A-6B95-478A72D1A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9BE2DF-55FB-70C3-6DDE-E12F6A62D5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E16C10-4F50-A26D-2C45-7CBB1B96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A1BDD7-B60D-009E-FFC6-9F58CA459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E0E977-77E7-1BD1-354D-45594C1A9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0D7547-012C-B122-3192-DECCC44F7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A405AC-FD5F-83C9-8131-2CA332EC8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3C1A34-646B-957D-0D86-26E5A00B5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9C0FBCB-0978-0948-55C6-1D7AE1628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C4C211-709B-4841-22BE-8B916428B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D92F5FA-2193-6754-31E0-2E4ED1F4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3430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A88AEE-5CA0-FA20-8FF8-B00459F1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8797AD-A0F9-4F00-A97B-71D1C4F61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0D01D1-165B-DF0A-E9FB-28A3484EE8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7508608-9126-5323-8AFC-930E70C36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B06A077-AD20-DD2D-D137-A78529CF64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BC3106E-F7E9-1AD3-2B04-A2C9C856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0BF858-56A4-7EDB-88B9-325C91F6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A60781F-3D20-E86C-F437-F4A87F88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450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86E393-DA3B-226E-0C10-B5BFEC0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F958218-ADA8-3205-B0F5-DE7E8FCFB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662AE5B-AC16-C5CB-0049-1193FC07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403FF3D-8899-9D5C-D5BC-5C947EFC1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817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67BCB68-E558-BAE9-8C03-57FEE3AB3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B88E624-9781-FCD6-3347-9D19E6860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7EEC4D-86A5-E97B-6363-3073D5CF2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84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9FC341-8060-39A0-4A9B-AD9A68713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D4AE87-93B4-CC4D-E191-5F4D97FD4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D8DE86-DCB9-5E42-7261-5F4F20A80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5E5E6D-DDD9-E0A9-5C2B-6AF211467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3135878-3735-8FF0-4F0E-D19209948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4A15B-B346-41D3-B755-C6B0139A0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64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742F6-A9E4-34A8-CB41-696EAB818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D311F95-DE0D-9ACF-B106-B05829603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9F60BBB-93CB-F456-5C91-F9E92BEA6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336ADE-5826-3D98-6028-E01B83648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184B536-E529-9FF1-89CC-F52AEF084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F2FBC4-299A-FF36-C5EB-BB67D7F76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713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CF83BB-0B10-EE00-E343-3D72C962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FDF861-8EA2-1CB5-3F83-48D8F0282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076433-263E-DA6B-7914-7B5F33C71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69DA6B-A707-6248-3BE7-93DB045C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597C26-CCD3-1DEB-FFE2-8D7DE3FEE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6234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5EFF464-DADA-BE92-BEA4-EF111D3184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6343342-26C3-7695-5386-283B77D4D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1C31A0-8968-E501-0568-98449673C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108824-C348-803D-BFE7-E2335D2E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B5E391-8091-F857-A505-78288923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75289FA-C57E-D772-4C73-25DC7E4A0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B0265B-F6AD-15D5-6D9F-35B22747A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FAFB50-3B72-BC11-2CF4-34E1231C72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9D6548-C5E3-492D-A702-05323CE26A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536039-F95A-3E11-C717-772F42C09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420E33-8F2A-AB14-BBF8-92CD77D12A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08343C-E8EC-49DB-9DFF-47DF045E7F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430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CCE149F-63D2-24D7-A229-AB23118C764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4F96EC5-0F64-D9B0-B0BB-699EAF6163B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Leaflet App1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9DF5358-AE0D-A8F7-9A2C-7A023F2D59A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0E504A2-7F48-1795-2667-749B1AA5422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9C7AFFC-4374-0ED3-AC1C-60DECEAC2BA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255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0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4579911-EDBB-5C57-B4B7-90E9861DBA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3977E4-46DE-6C0F-AC90-9B34A5E5E9C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25C90F-3214-960E-EF68-606F58B1351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SPOTPALETTE App Leaflet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地図をアプリ内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WebView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で動かす、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iOS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Android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共通の地域検索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3D2230-2922-55A2-7D53-8E49CE437BF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C548336-BE74-B036-F8D1-5032C14CB56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2883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035005-8D4D-CE88-83E3-009EC2CE042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B8C614-0067-0B81-8B99-AE443DA128B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28FB80-F99A-1956-CC38-1E3974CBEE2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899607-7C10-EBAD-E8E9-3AD564B5918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00FD711A-7922-180C-F1C3-3172E8DA9BF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18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96B9BD-481C-24EA-445E-61018E6F901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2DE4C-D50D-FC37-CE58-5672F48C0EF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31904A-FD28-5563-1A09-914C957E715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app.json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470B63D-2137-14AB-C212-F6C83A17319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BF13154-BDED-9887-85CE-5198A377E18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225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C746FEA-6A67-004F-E1CB-D593CF058B8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CB24DD2-3CA5-60D3-0632-35390AFAB1F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18F309-2E68-D8A9-2145-FBE3FA7D5E2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Rebrand mobile app as SPOTPALETTE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04017E-46D1-F734-F704-14D4FF744F7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5CFF888-97AC-A0F8-DFD7-E0BB58E0124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8508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76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6B00C1-B8C7-20F3-2854-69C962807AF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D8C6A-F8A8-1AAE-8A27-BD2CB44F0D1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41A347-761D-B636-A63A-484E4ED897F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https://syunnjack.dev/articles/leaflet-app1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9A21E16-5F68-D7A5-BADB-4F1C8DFEBAD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A565348-51FA-53EA-E01C-87DD8A80830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8383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2026-07-30T04:30:49Z</dcterms:created>
  <dcterms:modified xsi:type="dcterms:W3CDTF">2026-07-30T04:30:50Z</dcterms:modified>
</cp:coreProperties>
</file>