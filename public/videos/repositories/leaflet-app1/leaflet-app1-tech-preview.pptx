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7A2067-6227-976B-9175-4233115AE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9A4D046-67ED-0297-8F68-5E9AC2ED85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ACDA93-D3BC-3A4F-4BAC-731C2CFEC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953B6E-1E58-BE9E-701F-1F8A18A23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FCC8A8-DD21-783F-4669-9A559B1D5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E3FD1-23E7-E507-DFBE-572209F1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4709D94-57D9-C15D-B993-0ED5E0BAB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C6B7D5-BE15-A5C8-10BD-EC99053F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589B3E-3E52-8FE2-F5FF-B64243478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791911-6162-A6EA-E2FD-BDBEE8DA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512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29463B-E69B-A6F9-4468-D9C0042A2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FBFC9A-DB1C-83EB-32F5-EF64F8B6FC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947EC8-2ED1-1B99-ED59-3B7C6E1A3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D4832E-8392-A1C2-A5A5-0DF920638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682458-36D2-B412-437F-BF1630F7B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936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68B2D3-5DCD-3B9C-AF99-832ACC4C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BADA71-0481-E28C-ADA7-3D9FDA60FA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3B77AD-CDBF-9532-77BC-090E7C7A0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01AD25-2534-FDC6-5EAB-36F23BB80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92825A-A0DE-7CA3-2E58-185732347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D3EB04-95D3-D51B-3579-A0B923EC1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837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58DE29-2F8E-042B-7BE8-E5D293CA7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5361639-C506-AD4B-56EF-C7F8A14AB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EFFFF7-C720-97CC-6BA9-27ACD00174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B9D23C5-C72F-5CA3-90CC-BDDA1DD8B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C81CC5B-B06F-ABB2-473A-DC823C5518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7263D6A-D7D5-FBF7-4183-D2D1DA825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CA4E03-BFE5-89E6-4ACE-9B600AB6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7002095-7ABA-F8D0-D673-A98937D0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9212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CC5FD9-6567-101E-EAF6-EEEE5E90A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8B010D0-EC53-868F-E6EA-65AFD6DC9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9D9A13A-7DEB-F797-F7F0-E7DA99618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3E5FD5-099D-523D-70E4-195EC7BD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0214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4BC6B92-690F-0F33-4F4B-E72838F3A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F2DA4DB-6816-02D7-A5F5-D73ABA466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FC6C33-4226-1620-3C10-4BCEC1EBB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34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91C8E-F1CB-630C-5352-BBCF1D40F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F8AFD4-6D5B-6A10-2EF1-5EACD7976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4A8298-EBA9-3E2A-C681-A7377EAA8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B81BA57-B55F-C0B3-6F63-73CA52A34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91C697-0F43-137B-8A4A-A82D7CBE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265773-D0D7-2538-3DEA-820F3D7EB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329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F58A2B-5883-A87E-7EF4-F5CCB1DE0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038E63-450F-FE78-C247-9F1980D1B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9EE03F-641D-312F-ADC4-52A5B65C5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FAB7B6-544F-EE23-F245-D544B06B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24FB1A-3EBE-9859-B01B-C1A869C72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96D0B50-4FD3-38C5-3691-AFE1F2E4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96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6B0FD9-E42D-10BB-CCC9-B76B1A80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7207AE9-43F3-BED8-11A5-621FE5690D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456E8A-65EA-30A9-2918-F3243406B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329F7C-13B7-823C-A979-ABA8B4CCB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BB5B4-4F49-D1C8-F075-6B3A3EEF2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528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971DC9B-D2C9-E072-F369-8C20D3223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2A35E63-A3A0-A8F6-E55E-361862E8AC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A82603-B2DE-BB3C-4FF5-3B5EE32C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2B67AB-BC89-44D1-BA99-F3DE890E3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AD2F31-AA28-76D2-D0BD-0BF11D82C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8831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037DEB-92B6-AE29-D0B1-86391456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A3A99A-6259-6E43-DC2E-5F7CC759A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50ED06-57DE-1BBA-065B-818C6DA295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31775F-8D45-4415-BBEB-373FCD5E289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4AEA4-E794-DE58-D572-CF4617C55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BD58D6-BB21-D79D-6078-A8A4EFA08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80FD42-E451-4C36-9622-B0D11C98EDD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5870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A688441-2989-B61D-E327-E1B40ADDBDA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9D257F-7569-BD18-C9C9-4DAB05258C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leaflet-app1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747368-3EC4-F5ED-05B2-2D4E47ED9FA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140B8C-BC9A-6186-22C9-DEC94E91499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FFB64F8-954E-6707-49BB-76619BF93B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80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0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A89BB82-D628-A8CB-7D7F-F492D8A4F41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C276172-F036-846F-3370-C74EA3010D4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0EA338-F3FB-8FAE-98EE-2342AD93947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SPOTPALETTE App Leaflet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地図をアプリ内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WebView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で動かす、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iOS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共通の地域検索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4110A1-2FD0-0E6F-0782-7CF41818275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AE600876-2C42-D80C-BF02-A9CB65D86A0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81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7756CF-5577-E699-DB7A-9227A08C640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977F47-5BEF-B32A-6E5B-CFE32EC9024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A40607B-2C6B-0D03-3B73-64A44AC96EB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D39AF6-2D57-6E3C-91AA-BB75ACACBEF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75D9EEB9-1CAC-8C24-62AD-92FD385AD8C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1087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53F7B6C-AD0A-1326-31DA-D2FFCE3FCAF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A26500B-026C-7FD0-244B-0FA7AE7B6E9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F051F9E-D04C-A8AD-D587-8157A49AFD1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40FE1-1EC9-2714-17B2-36A7CD743CF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87FCB78-326E-F391-8AFE-032240DA841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6717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C35066-50D0-1E40-F786-335A325BB4E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0D04C9-2F6F-91C3-D9D7-DCB5AEF44D8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27CB98E-8B9C-82BE-1E9F-0C5898083F8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C857BA-F891-36D6-6D12-8DA7AF98BEE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5189812-DCFF-E5B4-1B93-0C003CABD75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71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7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D91D3F8-102E-4915-7CB3-4129B805504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D5AFC5-202A-90E8-E031-175368BEA4A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661F043-4902-C836-9FC4-3A477A6392B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https://syunnjack.dev/articles/leaflet-app1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A4AA669-EDC3-C83E-D466-2B4CB164155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ABE6978-95F0-94C3-185B-A66BCD78EB5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9054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2026-07-30T04:07:50Z</dcterms:created>
  <dcterms:modified xsi:type="dcterms:W3CDTF">2026-07-30T04:07:50Z</dcterms:modified>
</cp:coreProperties>
</file>