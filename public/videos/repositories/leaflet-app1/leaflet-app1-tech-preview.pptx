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144FA2-166E-80B6-F5D9-4474192C2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B920687-E719-3EC7-81BF-2006E9F88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B17AB7-6846-DEB1-550B-CB4EA8B43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82B8-411E-469B-BBE6-EBAC5228C7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B1B3AF-62BF-571B-6C12-ECBBD51C0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2BA304-EA00-BC7A-7E6E-A70CE6DE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5CDC0-E257-4732-8712-ED5468484E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388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8C61AB-09E9-2BFA-1DA4-4D969B2D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658120-3AD0-8300-944B-E806301C2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D625C4-E06A-E419-5B94-F121664A7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82B8-411E-469B-BBE6-EBAC5228C7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EA044A-C3BA-AF94-641B-8E92FAA8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907FA9-9A6A-3DF0-6670-D658E197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5CDC0-E257-4732-8712-ED5468484E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5051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1017CF-9270-3D3D-1498-D4F690EEE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D3B8B3-1E86-1106-364B-47F1E5BCD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575500-1D29-DA91-235A-18CA6E1B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82B8-411E-469B-BBE6-EBAC5228C7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D747B6-C51F-6D82-CABF-181E4EFCC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75F9E4-76DB-0601-B744-111CD3CF0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5CDC0-E257-4732-8712-ED5468484E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7982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6A430B-495C-13F3-5CC5-10F2BC04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3A2F7A-61D5-5746-8FDB-9FA6CAEC5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6562751-B020-DB87-BDE5-A5773FDCD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8B1D72-D652-9110-49DE-BC4C6077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82B8-411E-469B-BBE6-EBAC5228C7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D62843-9B2F-5AD1-33E1-06A83783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A30AFA-5A7C-CFBB-CB7F-E6A60FAB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5CDC0-E257-4732-8712-ED5468484E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03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CA3CCA-1E07-83AF-FD0D-6A220447C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CB0BFC-CF4B-FD4E-CB87-1C1B5CF79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DAFB33-CAA7-1024-D1E9-D490AB31C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E62F49E-C641-09FE-DAC8-27C347917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7688845-95CF-DACE-9BC2-4ADE02663F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FA37181-726B-A6BD-B16C-D86EE6645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82B8-411E-469B-BBE6-EBAC5228C7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50B1378-2736-8743-5358-BDBCDEEC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9A299F5-58CA-F1FB-99AB-98BC212F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5CDC0-E257-4732-8712-ED5468484E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8267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68243D-8E3B-0554-5D7D-B36DA573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AD178B7-4B39-8028-96EF-D76044F88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82B8-411E-469B-BBE6-EBAC5228C7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8491BBD-0C99-0AEF-65CC-E24764586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F8B8A31-4312-F9A8-0DF0-5A9C2C7B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5CDC0-E257-4732-8712-ED5468484E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6471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72A03BD-5B00-32C7-C84C-70CCB84B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82B8-411E-469B-BBE6-EBAC5228C7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1C664F5-A3F9-D5F6-20DD-B7CC378E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2317DE-CAE2-C736-1B69-609D3674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5CDC0-E257-4732-8712-ED5468484E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691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95DC68-A52D-A607-FB61-44A17597A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4BB689-7D86-FE26-C3FB-909EBC77F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2B33BA-B636-1A5B-9AF0-D6441ACAC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E4962A-5A1F-4BC8-30D8-84BC16CE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82B8-411E-469B-BBE6-EBAC5228C7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161772-D29B-8A08-D4EB-1FC94A1FC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04C5D2-4A8C-006D-7D78-3CD1233D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5CDC0-E257-4732-8712-ED5468484E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32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994999-43EF-D0B4-7318-597E8D375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566D563-B664-E97B-C5BD-AAF43AAD1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1DE2013-FD9D-1946-C78F-9A219F40B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BE4B57-AFAF-0D4C-F263-7262F6E4F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82B8-411E-469B-BBE6-EBAC5228C7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355758-FD6A-6F54-DBFE-C7D10141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B49ED4-FA1D-EE1E-D398-703845E0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5CDC0-E257-4732-8712-ED5468484E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0673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393AFD-37E1-8852-B3DC-2682F1108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79C082-AD6E-DB1D-14F3-F8B7EFE98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B6B94C-4AA0-0D9B-2400-CD3C19FA0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82B8-411E-469B-BBE6-EBAC5228C7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F8F79F-C1BC-D476-6AB0-75A9DA7BD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A79DA5-D322-8A69-B31D-C32235C82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5CDC0-E257-4732-8712-ED5468484E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849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1DE75E3-8CCF-253A-AA97-7D714747E0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B4C8B49-E509-04E2-BC54-19EF9D3E3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5C5B2F-6BE2-003E-9B7A-7564A6A68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82B8-411E-469B-BBE6-EBAC5228C7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692C4B-96CA-9E15-B2A0-428B65A2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C84CA2-3297-232B-E9C1-9CD054DCC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5CDC0-E257-4732-8712-ED5468484E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7314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08C54AE-6950-A030-6855-EDC81D4DE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6E2795-3734-9096-78C0-9200C8DB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7A57C7-9B5B-D397-3ABD-8DFA1BA14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D82B8-411E-469B-BBE6-EBAC5228C7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4F225E-C205-94A2-6D2B-05FDA1F33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06EB0F-34E7-F70A-6EF9-EB167FF3F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5CDC0-E257-4732-8712-ED5468484E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0728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214D317-3646-A81A-F48E-E4D87BB7333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235E84-B2E8-1A63-B65B-18C67C6502E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Leaflet App1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29F0EB-9550-B337-55ED-BC95C994C34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B8D34B-4A46-E1D4-32B8-8CFC095359A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4232D43C-EC57-3F18-EA52-BA3439A166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137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0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71ACAB1-D4E7-1E66-7452-087467CD6CB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417E75-47B2-353C-D96E-C5C03C89F3C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E460276-6929-49D9-B411-373D0F328F4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SPOTPALETTE App Leaflet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地図をアプリ内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WebView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で動かす、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iOS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Android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共通の地域検索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MVP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773A323-6A82-7E45-23C7-0F7A2C50CD2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597A07B-BD58-E7D5-0DBA-95E5971BF0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759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27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D42445-292E-A5C0-8C6D-F3971E65455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8AEEA06-8772-A194-477B-7B47D3D0D9F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963140E-4617-1318-1787-C6A6A80854B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F4527F-2716-DFE4-DF02-F829FD82969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C39E972-5D43-A1CB-8BBA-C8FE8F5CBC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337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AA7341-C138-87CA-549E-BF6A4BC4435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8B220AF-F827-9664-8DF3-0E66B07C4AD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7A1A258-87BA-B79F-3645-DE1C5F9BA86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app.json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CA1619-83E6-7F33-F015-8DC3E86D98C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E07F463E-5232-4EBB-D75C-406D83F113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839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921E9BF-EA30-08A3-CAAB-B8FE2F45830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15170AD-6CCE-2AE5-DCE9-6A5C6190702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47B2C48-77BC-09F8-D5B9-8C3B80E38FB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DEEBB2-152D-6820-4850-06B7A0F22EE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58922EDE-0D5A-D7F9-63C8-5D7D552AFB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49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75EC8F-4C28-5644-F3C1-7B15E3E0B71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53E85B9-6B60-8E91-6269-A9DBA78C4A1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D11D9C-68D4-61FE-2E1D-1721D93FE5F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https://syunnjack.dev/articles/leaflet-app1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AC74581-AD32-8368-A021-CCC422658EF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77096012-E2B7-27DA-126B-ABAF6BB276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728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2026-07-30T11:09:24Z</dcterms:created>
  <dcterms:modified xsi:type="dcterms:W3CDTF">2026-07-30T11:09:24Z</dcterms:modified>
</cp:coreProperties>
</file>