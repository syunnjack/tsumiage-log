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6B1A4A-DBC3-55F0-0FCC-5222821DF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3B39E2F-B735-8686-5409-CDB438DAD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EFE29D-67F1-3150-B5D7-93856A19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C62B-7712-4004-B83E-1B2BFE74FA4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F7830C-B4E7-F538-00EA-1F49D576C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DBA11B-89EB-BDB0-5D0C-C844B373C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83F49-008A-445D-8DBC-B105F38EDD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2598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E253EE-FE03-AD6E-B92F-369660895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385F7B-AF0F-2BE6-0AFC-878ECC44D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52C37C-9D94-1AE9-ED3A-095CD07DC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C62B-7712-4004-B83E-1B2BFE74FA4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CBD11D-3D4F-DF47-FE8C-0E2787729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E348D9-547E-2EEB-1473-C294F568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83F49-008A-445D-8DBC-B105F38EDD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2352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911548-A728-5D32-6344-7994AEA30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94610B8-DE4D-3A9E-49CF-C230AA379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FE882E-A29F-8F82-D1BA-473CCC2B2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C62B-7712-4004-B83E-1B2BFE74FA4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C676B0-9D00-477E-FA46-7DBDDE3B4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A52C55-4A6B-E809-FA98-9E18FEBBA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83F49-008A-445D-8DBC-B105F38EDD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9967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2F288F-2CC3-8146-288F-07D3F6588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9A5FAE-C49C-8617-7EEB-BFDE9859D8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9B72339-2ECA-6FE9-2CA7-036C931383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5F22837-6D08-BA3D-12F8-E0B76916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C62B-7712-4004-B83E-1B2BFE74FA4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12EEB94-A65F-C7A4-D9CC-1C3CBBC8D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BF25FE-FA2D-B6D9-F0F3-E1CEA310C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83F49-008A-445D-8DBC-B105F38EDD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0080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02532F-FD96-7C1A-5E86-2E0276694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43D8B15-6E15-4ED8-DAE5-A8591BEF4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F5DEDF4-3FE9-861D-5065-CFB908E00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590DCFB-242B-0E44-ECB2-5834FB32FF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EDA4276-15F0-1137-88CE-EBD87CC3F7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36E25BE-59BE-C906-85D6-4343AA04D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C62B-7712-4004-B83E-1B2BFE74FA4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22AC674-7A1B-DE78-C80F-20D3F47F1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182DC2A-5B86-8955-5D97-CF5A25C57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83F49-008A-445D-8DBC-B105F38EDD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869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35EC5B-3410-7F6A-82AD-D666AB0B1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31BDA86-0D46-5371-28DA-67208A301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C62B-7712-4004-B83E-1B2BFE74FA4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43A0BB3-E000-866D-D310-166105CE2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789CE67-9580-6166-6AD2-43BECDDFA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83F49-008A-445D-8DBC-B105F38EDD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1006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1EB00AE-BB86-7601-C8EF-8582998DF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C62B-7712-4004-B83E-1B2BFE74FA4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541505A-5B35-4E5C-B40E-193B941B6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587C203-D144-185C-BF75-5BD3BFC30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83F49-008A-445D-8DBC-B105F38EDD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5156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23861B-09D3-8680-684D-8F60B4F06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09040A-E59B-6C86-859B-24765F2BD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2FF531F-CF1E-0202-F9E3-7DE6C5D95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2641D9-1A8A-BC4D-524E-5E7C457F8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C62B-7712-4004-B83E-1B2BFE74FA4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6AEF330-E9CD-23AC-A964-AB23D18E1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84C18B2-3322-5E59-0062-999280C6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83F49-008A-445D-8DBC-B105F38EDD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5441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48FB00-F81A-B980-CC6B-4A94C2F9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4DCB2A8-3AB4-F898-D824-553ADD39A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E37105C-041C-DD7F-305F-490879AB8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BEE0BD8-DC91-C437-377F-2BAB9E560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C62B-7712-4004-B83E-1B2BFE74FA4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2B6B224-FD4A-69FF-7396-5D2FDC528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7D37B3C-0CD1-F0D2-422A-B1C55D1A2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83F49-008A-445D-8DBC-B105F38EDD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3789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742D4A-3364-7B46-63F7-0A96EC970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04397AD-3870-B684-A5E5-3905C171B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7EDB78-C0E7-C41E-1B41-3DEC96792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C62B-7712-4004-B83E-1B2BFE74FA4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7CA699-3313-6FE6-D431-A61E4478F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61B4E1-1C42-CB59-A2A0-9C837E459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83F49-008A-445D-8DBC-B105F38EDD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0595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EB73679-2397-4711-F8C3-8CA71E468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A1A5493-A3B7-AE5D-6086-14B2C1665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C674C4-9D9C-D578-18BB-8138FF9B7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C62B-7712-4004-B83E-1B2BFE74FA4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9FA6AA-C88E-D703-80BD-E2CB240D9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1720D1-22C4-BA8D-3639-E8DCA7C8A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83F49-008A-445D-8DBC-B105F38EDD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4727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FAED143-C4EE-EB17-48DD-154EB1D71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2B963D6-EB45-991D-8AB2-BD054D439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18AC5C-81C5-2291-94B9-2BA1B3C41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AC62B-7712-4004-B83E-1B2BFE74FA4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67DD32-6878-AF3A-4977-BBB4E74271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844C84-868F-26BC-EF2E-90D0216468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C83F49-008A-445D-8DBC-B105F38EDD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1884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6306990-D5FB-A751-D724-6346FA68BA2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7D7FE57-9C7D-90DE-B6BA-95520634F4F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allbowl01 TECH EXPLANATION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325E5A0-893A-2B1A-41E2-0336D9F59F2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Architecture, implementation and commit history in 75 seconds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4B55598-1BC2-69E6-032C-A8259C314E8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F5876B12-3850-CAF3-0FA7-C99C28A6DD9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340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2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E855900-08A4-BF73-C6A6-88A7BAB180D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3BC68F3-CB84-61D5-489B-DD84F791C51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WHAT DOES IT SOLVE?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83D2232-295E-F808-D1B2-55ADB39F7D0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allbowl01 / Bowling Event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日本のプロボウリング来店イベントを集約するポータル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AB362E5-E041-F4CF-43E8-C23474E35DD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2D2B0B64-BAEC-34F6-DE65-E881F8DA49E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522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2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33978A4-7E54-48CA-4E7A-C1E58E83F64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74EA0B3-1BB5-804B-DADA-5B9706250E3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TECH STACK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FAA26BA-D18F-0677-DA9F-BF81FCD28D4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Primary technologies: C#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Astro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Python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7019115-698C-B8B5-D1E4-90ED5F7393A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BE9834C5-F50C-9F89-5F10-0137995E982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7398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00"/>
    </mc:Choice>
    <mc:Fallback>
      <p:transition spd="slow" advTm="1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2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C782B8D-A7B2-C98A-23B2-CC53BA66140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54B5F27-39F4-14E9-13CF-10DE4A9D385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REPOSITORY HIGHLIGHTS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FB7915C-F3B5-A0F9-03FD-46D326A0DEDD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Public source code, README and commit history reveal the design decisions.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EF7CA2B-CBA4-2555-2D96-B155E96C121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D41C4336-C20E-5FF3-BB0E-9491C61007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3045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41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73C0719-360D-EEEE-7B78-E4609672250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008A7F2-7232-BF9E-C9BC-A02D795F3D6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ITERATIVE IMPROVEMENT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5745786-501A-B712-96D4-3F939D4EC07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Small commits continuously improve features, quality and release readiness.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65AA143-B76B-9AD6-F222-48C33BD82E7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22657BDC-CD59-28C7-AC10-C1FD415663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959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12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857552F-5F1F-7978-FCB8-F016998E76D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B239F70-06D4-4645-2907-EB6BAF2864D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READ THE FULL ARTICLE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49E621D-921E-DC59-775D-4269FCD3F461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sv-SE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https://syunnjack.dev/articles/allbowl01
TSUMIAGE LOG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208454E-FD89-315B-65DF-D09D952D019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14B28EC6-42E9-A8C1-531E-FE3654C3CF6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582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2026-07-29T22:32:59Z</dcterms:created>
  <dcterms:modified xsi:type="dcterms:W3CDTF">2026-07-29T22:32:59Z</dcterms:modified>
</cp:coreProperties>
</file>