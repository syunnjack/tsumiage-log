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5AC26-4214-99C6-BBAF-B3231ADD16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0217943-D1BB-6F0B-F84E-663A05E7C7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79EF8F2-B947-3DF4-ED41-4C2ABAE7F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F3F40-F578-4070-8275-6AD5C9D0534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6F768FF-2E0A-DCE3-8DC9-CC39B11A4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F5972F-4585-3EE6-B0E0-F5A1FC4C9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92D34-3AA4-4C1C-B030-5CB7F31C0DC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0396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9C0844-49EC-76AE-B5B7-2867ED2CD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AF36F9-A4CD-6BCA-B23C-709DD3383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DCB131-BFBC-F6A6-FA94-291B1438F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F3F40-F578-4070-8275-6AD5C9D0534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79C587D-6292-4E8A-AF79-2FFDF995B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F52B43-3F5E-CA75-CC38-62BC3463A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92D34-3AA4-4C1C-B030-5CB7F31C0DC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5501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9B585F-DB4E-8469-9B6D-2286701D8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22EB1FD-68EB-7789-3FCE-351ED98AF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D87963-FA62-D32E-52D2-E31021F7F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F3F40-F578-4070-8275-6AD5C9D0534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9F7B237-ED21-5159-DAD1-E51C7FD79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02D6E1-1E32-96CB-F767-2F5021E60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92D34-3AA4-4C1C-B030-5CB7F31C0DC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549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2A3590-1094-4D8C-031F-43168FB04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42D5BC-488C-D1F3-5D13-B97D74B9D6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9A448E5-85DC-9E18-CDD8-F16FA420F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D01C416-24AF-A742-6B44-BC494BA26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F3F40-F578-4070-8275-6AD5C9D0534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0C452B8-0178-FB08-81D5-0A8297E3F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A07FC42-D80F-1FF1-3252-04F5457C0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92D34-3AA4-4C1C-B030-5CB7F31C0DC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9245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E6ED7C4-A63E-75D7-81C7-A98CEC95D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74D8017-2E2B-5D72-6153-E7BAF6CFC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5CFACFE-1C50-A5EE-731A-5608A8750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3510BEA-0194-B81A-E5D7-87C07807C3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FC65B43-DBE8-105B-B8AB-CB84D66BB2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F66AB6E-C663-0FE3-F22E-0D7D05A75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F3F40-F578-4070-8275-6AD5C9D0534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E5FDA64-6B9B-7453-D0D4-FC1ED7032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390FEB5-4551-2110-806C-C48114CB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92D34-3AA4-4C1C-B030-5CB7F31C0DC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9760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B53663-9B96-BF8B-B061-3C913D09A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164D912-AB61-97AF-D2C9-C347FFA1E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F3F40-F578-4070-8275-6AD5C9D0534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1A45F26-1AA0-8EF0-20DB-12C5351F2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B3BD119-58FF-C8A8-D2EE-98190B08D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92D34-3AA4-4C1C-B030-5CB7F31C0DC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702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4C3D619-9DCD-E52B-3721-BD9339047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F3F40-F578-4070-8275-6AD5C9D0534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D6153FD-0A03-FB3D-EE46-E7186E944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B54C7FB-C6B6-7AB9-9CA5-9725519AA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92D34-3AA4-4C1C-B030-5CB7F31C0DC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8273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CEC9E3-5372-91B1-33FF-4E5317D3C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61E86B3-4698-7B6D-1150-B420A03E36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B98362F-222F-D967-AFE4-BFC118642E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4C63BE0-4D6D-4B62-DA54-810D6C336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F3F40-F578-4070-8275-6AD5C9D0534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14FCD19-6EA5-3B42-95F6-FFE1D4C63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40DF0EF-35CB-8A15-2507-FC4161CA9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92D34-3AA4-4C1C-B030-5CB7F31C0DC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5632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F1DF0F-9543-9640-6760-4DA23150D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DA0E4AD-99DF-7A53-F6EF-78F4A79609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318FF6E-EA9C-5A53-C6AB-03C23E37DE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02357F-844D-09C5-0EDA-6EC3546B1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F3F40-F578-4070-8275-6AD5C9D0534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CA3A7E8-846D-908E-0064-872A246E4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CDF0080-192A-91AB-B1E5-09C9D5DB7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92D34-3AA4-4C1C-B030-5CB7F31C0DC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9148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C3F8A8-43F8-EC23-11F8-F39469F3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EB7D51A-9FB8-B516-29FC-571FBDA466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CB4DC2-ADEE-A181-D715-743DB3167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F3F40-F578-4070-8275-6AD5C9D0534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E79E9D-512A-9032-E250-54801CC35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F0A8CD-E583-1FA1-0810-AA90EAA1C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92D34-3AA4-4C1C-B030-5CB7F31C0DC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95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100C6CC-B385-DDDE-A83B-3FD8E4A51D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C7D6F0E-4BE5-BBE1-BFDD-A668A20036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2778A5-4F11-B00D-B135-E7DD44FE4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F3F40-F578-4070-8275-6AD5C9D0534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46513-127D-F565-A9D8-2BC46EC6C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B184D4-7499-83C2-1A99-4C7DF3B9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92D34-3AA4-4C1C-B030-5CB7F31C0DC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2581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83126E-E00F-A552-617B-FF4C6ABB7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10149E7-31F7-131B-98D7-F1EE041BC7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5BD16D-379D-9D3D-2D33-E092744E8D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DF3F40-F578-4070-8275-6AD5C9D0534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EB0BC6-5DCE-1A88-C55A-983BB02089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1ABA2D-1041-AFAC-D143-A68754FDAE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D92D34-3AA4-4C1C-B030-5CB7F31C0DC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5877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D2AAB65-5CFE-DE08-1691-EE9CA2BF16D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0E094AC-9799-2FCF-0994-AA0DBB6CC8B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Allbowl01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1A626B1-9218-645C-183A-85B841CF4497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0D04957-B48A-826C-4FDE-3CBF1850374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E9104193-3814-9C90-1F46-90939273492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1109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2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3568C6D-AAC1-62E5-D4C2-29DA4ADA200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72ED76A-B100-E851-F2E4-BFF7851E672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84FED78-38E9-0BE0-69C9-C52C55BB7F5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allbowl01 / Bowling Event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日本のプロボウリング来店イベントを集約するポータル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C470692-2666-7646-AAAD-C4A2BE08BDA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9AF5CE59-0F5E-1A73-08C2-AF9E06D42D5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9812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22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189DEDA-1774-C3EF-D625-7C96A5CDAAC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731039E-B997-E892-2B26-B5F24D528EC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4A0E048-79C4-4F4A-5CA4-CCD939E8DDD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C#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Astro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Python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50D687A-3ED1-6E4E-CE6A-BB76802D1AE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C95FEF62-2E0D-FED9-AFD2-13C10334FE4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0507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000"/>
    </mc:Choice>
    <mc:Fallback>
      <p:transition spd="slow" advTm="14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2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1794178-678B-2693-9E14-A901AC3C633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294643D-DF9A-EC6F-7E0D-29E382C0555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8406D79-E54E-4940-706D-50B1BB1A32F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allbowl01.sln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allbowl01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7C5B53-BC6C-EBB3-45E5-14BF01D4F1D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FD49B670-716B-5CEF-5F44-B57C95FD993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6006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4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43DC959-52CD-E693-BDCF-36C5857518E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1A8980D-E881-714E-C6FB-D13DF0508BB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ACBBBAC-574C-7438-A031-F24A18A54CD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Add SEO, LLMO, and UGC activation features for Astro and WordPress.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4C67656-66A6-C393-FB3E-8600B22F763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0D160812-D7F4-593D-46A7-8E0B1950239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7641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00"/>
    </mc:Choice>
    <mc:Fallback>
      <p:transition spd="slow" advTm="1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12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1EBA0C9-D5EE-D262-73F7-E4F1E82445A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D9A498C-9AC3-C99F-51C0-82FAACAE636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04261D9-0CC2-2ECD-088A-3873A498BDD5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https://syunnjack.dev/articles/allbowl01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2B3BE7-3F9D-22DA-7D2A-8D3AFC76E9E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05F99E42-13A8-D3C9-209F-E380C4CDAAB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2283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2026-07-30T04:28:30Z</dcterms:created>
  <dcterms:modified xsi:type="dcterms:W3CDTF">2026-07-30T04:28:30Z</dcterms:modified>
</cp:coreProperties>
</file>