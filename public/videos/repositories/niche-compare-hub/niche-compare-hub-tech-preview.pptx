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A6A485-56E6-0EF4-2E0D-2405A5E1A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485C30-76CD-76FF-0740-3E411BC91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D9CCB-EE76-EB58-E99C-92CDC961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7A97E6-26B0-1BD9-3BDA-D98853AE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44FAF7-4BEC-2886-903A-EC1FDE54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04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32645-08FF-109F-2EA9-2D5923D8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EE81D9-C540-2F40-5CFD-3CFA35CC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82D45F-7128-071C-E596-06198185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623F6F-00B6-3805-809D-1C6A84AF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DEAC2E-E4AF-E613-226D-A6D72669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18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756B6-FC19-0FD9-78CA-78E639A2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52CA9C-1E9B-0337-20A0-FBEDBF352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4073F-8B7D-9F63-A144-CBF5B566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2D05FE-16F1-D343-1CDC-82235C8A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CBF333-0B46-0442-5343-74542E81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60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A7EEF4-5209-818C-1CBA-285CE538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87B552-44FA-7E7F-9D0F-FFDFCAF70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97C180-7C6E-2A51-7E50-B0BC612A2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738C31-97F9-5B4B-8C9E-9383C92C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5BE2C9-B390-29C5-C3E8-4D68B1D4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3B5EE0-5B70-CEC4-B9B3-2F2FAD07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9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08039-661B-1076-0D56-86BB19EF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535E84-54DE-4C72-23B8-AC6C91019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3A8C6A-20E3-8C94-2DFF-0AA954576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ED2A38-2158-B1B2-9ABF-4532ACCFB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38DBA1-1B6D-13CF-8927-EBF058CCC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8BE390-194A-FAB8-F6A5-2A55CB7A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C26B3E5-F23A-0F48-CED0-22874505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E5984F-3932-6352-5D77-3A91558E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52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C4577-636A-23E2-F1AC-8B9C5E17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CB6D00-0F27-E7A0-7DD5-6E692FEA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8DA96F-BAC1-5DFD-2657-77D1A44B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CC7274-12AF-9277-A8CC-FE146064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73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E99404-449A-81F9-33AA-8DC63F38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0FCFC2-C5B3-09DE-0F95-53B330F5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3ED3BF-29B7-01E1-92DA-A9D864BD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82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C5263-0E51-D4DC-246A-DD8922FD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FC70AF-129F-9EE3-1234-53162E9D5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2313C9-1C32-0C77-BF6E-5B4D38837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61D464-8937-ACD2-CB7D-DDF675B1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2258AF-2C06-85CA-079B-F2B24040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0A381B-DB12-768D-2898-9989322A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18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91204-7CF2-C4C2-3BFF-6B48EB2C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504977-F5C8-0CA7-DF3E-854821D96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A0C5AB-8236-3546-F15C-AED16AB99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4F309E-7A10-66D9-0028-71ABFA66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E061D1-F8A7-3504-6C07-21DAB14B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5B8354-F060-F483-C9E2-EEF4227E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80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5B7AE-816C-CD3A-69FF-8C509D0B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D9F151-D522-DFEB-3EE3-B8B55B8E1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7862C7-64E6-17FC-FC24-72942542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F15E62-FD7F-06A0-E018-82C81EB4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6883F8-7FED-6BB2-B3EE-FBE54BEA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62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417BF9-DFB3-5BA4-923B-554C9E17F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600A9B-8018-09B3-2261-D41F51DDF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00D186-B9DE-7D9D-F5DA-B369E075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2E4F6B-1124-AD2E-CCF9-3343A68BB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AC10FB-5D60-6DB7-CAD6-E7347CE2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60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4F9E2A-FE72-31BD-A961-11011A446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95D79F-B32F-6187-2D2E-A0A7B9E34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535F5-600C-917B-5AB6-7D96BC05F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2473F-8440-407A-B58F-DBB6E30D615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DB1A92-D515-FE99-E4E3-08E558B32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9C6A84-F6BF-41B8-51CB-90CA9C45C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C703E-0CF4-40BE-9F3E-B1E910B497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43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88A734-B636-6150-C04D-57ED0711BDB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FD7EE8-FEA2-18DE-B306-1164EADF2F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Niche Compare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7606A7-6A41-34CA-6CF2-BC684B2EFA4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2967A6-85A8-27B6-6DE0-0A33514BB7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B1E6840-15A2-CCA2-7743-34B61184BD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42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2C6510-066A-AE2E-14EB-35BA0C6F97B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087FB7-41F2-E1AD-4221-F44E418EFA7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893781-CD6B-F5A9-8AD9-518EE3C53CB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Niche Compare Hub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ニッチ比較サイト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niche compare hub Domain candidates Confirmed domain: nichehikaku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237AA0-3887-AD93-401C-62478EFC956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27FEF79-95AD-A700-7BB8-DD275483B0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95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F6BADF-A78D-8776-8E08-A8A53ADD570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9F4568-95B1-9D43-B33E-35B6A6C64B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C3CE55-8B59-5A19-625F-22BC797EDEA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6BC64B-E1E0-2E7C-759B-3D9F6D9A4D3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A53D4A2-EFCA-AA02-9D24-4DA6216E5F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81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BF424A-D2CA-72E8-092C-7D33E5F74EA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DAE023-FC9C-56CF-3137-146CBA40FB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A21122-5AC0-1448-4BBC-ABE3A46DF23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9ABA4C-6190-684E-2E50-35CFF029E34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1EFDE7D-F5F6-C775-F5BA-B94A971BDE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84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9A6E6A-3B96-F7FE-1081-99ADEBD635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516566-66F6-5476-3A81-7CB97BD7BA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144EB-954C-B73C-51C8-16D79276293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EDD0DD-5F52-FD57-7850-DE086F71B7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63F5A56-9619-9DA1-27F5-F05C5AD64C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85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C702D7-8814-633A-BBBF-4DD8B2A8A1B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CBFF48-AC67-D764-DE3E-6DB66BD11C4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DE850F-F72C-BD0B-1298-CDA4DDCDB76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https://syunnjack.dev/articles/niche-compare-hub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1120D2-6531-2B8E-516B-D4D6B6927E3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9E3CFB6-24D9-1471-627F-A46F08C4E8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23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2026-07-30T11:19:57Z</dcterms:created>
  <dcterms:modified xsi:type="dcterms:W3CDTF">2026-07-30T11:19:58Z</dcterms:modified>
</cp:coreProperties>
</file>