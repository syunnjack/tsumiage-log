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837A1F-D670-ED8E-FB02-7E06C382D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E364AF2-9338-01F6-F2F0-EC095D8809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750F50-69A1-810D-D42E-F099D37A7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632FC20-1854-0B5D-8E0E-4415F1C00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BF838D-AEBA-939D-90C1-687D38D97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4718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6CEDA7-C455-7E86-7342-CA7F1FEFC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D103D37-9285-E7D0-2DE0-A8C450911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77D11E-592F-BA4C-D8C4-87078079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6B06DD-4488-D753-5D44-748459254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CF4967-D66E-6D19-1A76-9B60FA83F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3587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148FB9-AD04-BD47-9583-BD4E4397B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C6CC64-18EE-9F10-E356-A0BAE30ED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65F49E-844B-7C38-6C04-EAF296F95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2574A3-86E8-158D-A91F-AA288EE93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A84924-4BBE-F276-4714-ED962EECD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9318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65478C-1EB0-66F8-0AD7-5E51B5DEC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209125-5AD5-235D-1A3C-6D426D68D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277A914-BE23-A914-1607-50B93CA54D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A773D6A-0166-0E38-C884-723A97937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D31D90-322B-01B4-50B3-A07B3002F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21E6AEB-D217-5646-1DC0-1AC3A2F13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9195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582F90-B2B9-1DD7-D02F-2C54CB72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73E153-A106-B1A8-54D6-31A06CAF7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21DC6F6-AF46-BAF8-7D88-22BD9403D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5B82CB-82A2-0CD6-8665-53067A4D4E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0BB1CF1-BA90-185E-2890-3552295DFF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F96CA45-D560-7921-783B-BC384D631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7A535F9-2C1D-DB76-50D5-793DAE992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6B01851-5E60-F71D-66C4-9F459FCA6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452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6B4044-0634-6991-DC59-8A02AF51D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818433B-0AA5-4B73-B238-F37580E5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AFB10FB-B1BD-60F8-3BE3-E6027B50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64ACF9E-2928-41C7-22D1-D5B709B43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949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1D7E440-32D3-F595-264F-7726D4F7A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9D6F1E5-BE3D-5474-58F1-0E82EE266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23F198-2795-E07B-9430-008AECB24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3097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5A50D-2D4B-B7F6-ABC2-7336DB4A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63BD0D7-9224-1F14-548E-66A0B4431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B67495C-5202-08F3-A463-09AA36EF31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549C42F-9FA4-4876-A8E3-2A039970A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D639BF-B8B3-3295-AC51-FDD521207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6677840-3D36-5AEE-F37F-20979C2B9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0169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7ACF22-9AE8-E374-C6AC-B254F1758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DD083AF-ED16-45FD-5313-9EA0C7218B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A0C3616-E986-A415-9506-BD08D3225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81FCB62-7450-D8C1-D0F4-2784B5A86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44DE9F-51B2-40D1-EEA9-4A3722A71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7EC886A-BCC6-4C7F-5448-931C4B24E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0575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CDEE0F-B79D-E298-AAF8-C50B2B96F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FC656E8-DFB2-12FF-A889-437F4D6E01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0B9F00-7798-94F5-AA13-FF07A99AC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5BC89B-DDDB-39E3-6E53-2C51EE7CD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EBC355-72DE-F840-6CFA-B3965FD59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9667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36B5C49-0586-1610-56A0-05EC6A3EE0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CB73ED1-7BF2-00D5-A8D3-8CF912E5BB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85E6382-F11A-1B13-33EE-DFD4A6F4A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721C00-894C-C527-3ACB-4F71D684E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C0610F-1A8D-8CFC-E0DB-96A216461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8921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312EC7E-4E5C-C128-DEE1-43F8191F2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91F0AE-848E-E5A5-1D14-7745464387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E18B4F-5A15-A1BC-EA3D-5F318E490E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A826E8-87E6-4C21-A3D7-96297916309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DEF330-2487-9D79-C39F-34E193DBF0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3F3D55-58D2-AA2E-4F8F-9B8F95213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5EA330-579B-47B0-8A9E-51FFEC34E6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5386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F59348B-D673-05F4-6E39-D1CFD02DB77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D75DC5B-5CDD-A707-EA65-1FE3E3A96F4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Niche Compare Hub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B15859-A7A3-3C81-9BBD-AD0C0D43F30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531B7D3-604B-D6A1-3AD0-C996DDA8FF2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A872C0EE-97B7-9CEE-C1DF-664B6518EDE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0055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3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68D5AD6-DF7C-6C3F-F52E-968E3B53AA4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5703CEC-082E-02B3-A821-D59425F666A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BC4DBE4-D004-3B7C-F19C-0521B3665F5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Niche Compare Hub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ニッチ比較サイト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niche compare hub Domain candidates Confirmed domain: nichehikaku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857BBB0-95AE-ACD5-1424-A2F476F373A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8D2D030C-47CF-F6B9-8CE6-7CD006B9AD8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9053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30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F47D4AA-7E24-F328-CC17-E87AE7845F6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3D983F5-BA1F-3852-F81C-D125BB6163E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BC722FA-60FD-7A87-40FC-098491AA92E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AAB8DA3-7B3E-A2F1-2FE9-B5882789974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24020966-CF83-74EF-6CF6-58861F0B524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0637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0540931-E0CE-0135-91E1-E8B2FF226A5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A25F3F5-79D4-0F18-5687-AF5B554D4FB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11D1F2B-7DAC-06CE-76B3-0855E037AC7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D57C386-0DAA-5ED9-8971-506B1D0179A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E152B028-87BE-6AE7-C222-F8042E15867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149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C7F55D7-273F-F176-EF6E-B9EFDF5DAF8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2CEAEC5-43C0-623C-E800-C59EEA2C8A1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548F15C-9143-35AD-9123-4B08FD81CCC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982B9E1-3A00-2CAB-FEB5-E2DEE78E2AC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06AD8D79-FADC-8611-AF4A-B24E915008A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1703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F1BA729-569D-8BD3-33DB-3EF399AA2D1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A2E0D8E-E438-D021-CE6D-CCF5C9D5A83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18A33C-CCF4-0393-DD35-8D0A7D364265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https://syunnjack.dev/articles/niche-compare-hub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DAF85DB-B45F-A10E-C6D3-07CECAD9B7D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C5B15E31-D705-3EA7-F0C3-E441853E87E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2200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2026-07-30T04:56:51Z</dcterms:created>
  <dcterms:modified xsi:type="dcterms:W3CDTF">2026-07-30T04:56:51Z</dcterms:modified>
</cp:coreProperties>
</file>