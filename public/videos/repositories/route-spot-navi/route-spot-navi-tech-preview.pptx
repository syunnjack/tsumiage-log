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41A830-94E4-A40C-CD0E-7CED0FB76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37FE81-45C6-EC99-CAF8-243D683B1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39A587-663E-C169-3ECF-F0C509D2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55807-42A0-4555-A921-7260E45CC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E54D76-46B6-CC45-F1E7-4A6BC7C6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087A61-18D2-D27B-B779-D8897D86F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53DB-8922-45F0-B059-DACA10F86F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5170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B8A6A3-BA09-C7A9-E898-CCA859088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C93217-4629-3723-DF46-18B792271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EA860A-8C3E-E2B3-74CA-274719824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55807-42A0-4555-A921-7260E45CC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4CE36E-2B9F-BE36-4EBE-EA6CC8C63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F55B1D-D8E9-C1A5-F54B-D2E0B86FB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53DB-8922-45F0-B059-DACA10F86F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4125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398CC8-7413-1F72-35C9-C8A2D445F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B9FD7D-F899-B20F-2E4D-666DEE479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BC40D6-7272-782E-B07F-8C8057CD4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55807-42A0-4555-A921-7260E45CC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EE36C9-7FCC-C2F2-1B51-0E3478719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6BA1D0-0B5F-D0CB-B0AF-EB37B019D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53DB-8922-45F0-B059-DACA10F86F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4389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D174DF-5EF0-1E0E-2328-3F19BD20E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28BF20-FFD5-1674-7932-F7CFEFA91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B2BC9C4-5938-9891-696A-91BD8AB85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C90FEA-AD8C-576A-3157-CE9E4190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55807-42A0-4555-A921-7260E45CC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FB7572-743E-3A7A-0C2F-BC19B4C7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A5C469-E343-6E3F-BA0C-7468AC564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53DB-8922-45F0-B059-DACA10F86F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5000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170FF5-D308-03B5-79A5-303D41645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1E9408-2AB2-6C81-8A71-3983E48DD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1B8DBCD-2911-9C23-C28A-93BA4191C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680DF5B-BCCC-0D3E-229B-0A9C466FB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9FEDFFD-7BA1-894C-6FEE-011A7BE9B3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5B23AB5-122D-DDE9-1897-F1A1DDA28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55807-42A0-4555-A921-7260E45CC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C25B246-468F-8802-1C6C-3B8A3CA7D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01715BC-A204-79D1-FC2C-31A57420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53DB-8922-45F0-B059-DACA10F86F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5142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EE5DAD-1AFE-5FA3-9921-DEA85DA14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C37E000-4944-2F7B-B292-DD7A1D962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55807-42A0-4555-A921-7260E45CC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E652B17-E933-1ED9-214B-212A3DBD7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B77DC23-580D-7975-D611-CC805E2BB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53DB-8922-45F0-B059-DACA10F86F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2840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5D46FFC-7894-A71D-C02D-861115890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55807-42A0-4555-A921-7260E45CC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8627268-767F-B507-9C8E-EFB15813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1903F8-8D1D-45EA-66FE-81FBB55FF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53DB-8922-45F0-B059-DACA10F86F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9737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D499B3-61C0-129C-3035-57F76B7B4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66A04D-76A1-04F7-E083-5A65A3787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F2A7C4F-1008-A490-651C-BFF1D0805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5B36D9-B089-22AB-BF28-5384A54ED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55807-42A0-4555-A921-7260E45CC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004DD76-F6EB-4446-0C7A-23E1AD2A2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C79833-6D27-E74E-2D9F-30BA1F47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53DB-8922-45F0-B059-DACA10F86F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1688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AAA9CE-3FF0-A598-755A-B43B2249C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F52E109-BAD5-A85F-7BDA-799A2AEE5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3CB4DB0-1715-12CB-07DF-00CB43063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6493BC-96DC-84C3-599C-5A8A524F3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55807-42A0-4555-A921-7260E45CC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98956CD-0379-DF24-F800-0520BD0FE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866A0C-8630-78B9-41A0-05756DB54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53DB-8922-45F0-B059-DACA10F86F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6882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499ED5-A676-6FBF-6D5D-46A7B5A72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E6645C1-AE37-56C5-04FA-7BB202DD1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DEAAF1-A2FC-8EC8-860C-81500AFAD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55807-42A0-4555-A921-7260E45CC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E48FA5-F080-04BB-432D-A1378ED81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28A521-E8D8-FAAB-F171-DAA096B7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53DB-8922-45F0-B059-DACA10F86F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8556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AFC3AB3-88B7-12A4-79A0-C19A75941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EA1BB8C-AE2A-C162-3D28-8301C1140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07DC44-771C-A634-5707-7B9579E1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55807-42A0-4555-A921-7260E45CC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823F7B-B497-4844-67A7-C78AE3FDF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5D439A-E711-D03D-5213-33AFC2409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53DB-8922-45F0-B059-DACA10F86F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6223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AF5BB09-63A4-238B-4204-AE89884AF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A1B3B8-DDFD-10E3-9147-E26C6D251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02A177-08CD-7BE1-AA93-4411514773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55807-42A0-4555-A921-7260E45CCF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80149F-37CD-8EEF-EECE-04FE01EF9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19B8E2-031E-1FAD-EFF8-958D8598B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753DB-8922-45F0-B059-DACA10F86F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975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10DE92D-B567-7C98-4F56-BF5B7495B94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E38123F-CB9B-C517-7160-300EA0BE3F3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Route Spot Navi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DF0B68B-D7B8-5601-A99F-2D4CA301045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6D14D8E-335F-833C-1587-E396E1E4DBD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858962F1-58FB-4DA2-4316-2F95F324D1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94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0731B4C-4ED4-1ABF-2ED0-63EC608CD14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22F0C71-5202-CA26-83ED-F09979DDB6A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F629CC7-D094-B0FD-43C7-572841D3913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route spot navi Route Spot Navi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は、乗換・高速バスの到着地から「次に行く場所」まで探せる地域情報ナビのプロトタイプです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BCE9D70-EDE1-1DAE-9089-056F1C63FB8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584C8B3D-65CF-F92F-C2AB-4A3CC4B132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699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BAE5D56-9549-C2EB-F7F2-2C7640CC58B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3E08B81-7C8F-37DA-E073-5263426A094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37B9EBC-6E08-4C10-29BB-9A64F5A09FF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988A448-4478-ECB1-1D78-07CC7909F00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73D553D4-5719-28CE-17E6-5DD6E42483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37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B455454-6147-B66B-74CA-366EE84D2BB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88FF785-CDEE-0659-2BDA-2E67A9F5863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7DC7A3-9012-AB3D-67AD-D15F5E0E443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7F7372E-B271-1806-A20F-ADC85F576E8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D5660CCD-2FA6-2C79-4758-3934CB4286A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189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8AF8EF6-F8C9-A06A-89AD-8A44CE968D9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E3F14C0-C134-BCA5-EACA-2BAF36FD9BF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35C5B76-63BC-2EC4-F360-DFF973D776A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Add SEO UGC and monetization strategy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079ADB2-1AB5-0E07-D5DD-386811A8187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DAA69963-2E9A-00AE-5A84-C28087080B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28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6E79B49-70A8-0B10-A782-15BA69CC156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920102-EAB0-61D0-E7B2-10DDA2B76BB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4461D83-EF35-CFCC-ECB9-E3A261B2C947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https://syunnjack.dev/articles/route-spot-navi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ABB4FB7-C7BC-169F-01B2-EA17C0A0D00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6D23458F-D300-BCF7-BE25-3DEEF49308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01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2026-07-30T07:04:05Z</dcterms:created>
  <dcterms:modified xsi:type="dcterms:W3CDTF">2026-07-30T07:04:05Z</dcterms:modified>
</cp:coreProperties>
</file>