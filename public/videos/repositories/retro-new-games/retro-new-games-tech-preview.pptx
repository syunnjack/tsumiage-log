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336962-E500-A196-200E-EC7E1BB177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4954447-F8CA-0F74-2CD2-984FAFC78D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D5782CF-DC6B-6624-F616-29AD7F753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6FCA5-62B8-4C15-9D32-6B3F5DFC80E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5AFA818-3F2D-2FAA-A04B-AF1B4FF34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5B2F278-F04D-068A-AFC3-472523AAA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6E928-4380-45D7-850F-B5D9F1E18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59565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1390F2F-CAF8-9ECC-3E0D-7DB461DE6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29E348B-12A3-90CB-10DF-8E64011F29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012505D-1408-4C40-09D0-72EAF5828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6FCA5-62B8-4C15-9D32-6B3F5DFC80E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71F23B1-DC88-B8E7-E5DA-670ECCF16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C8C588A-1990-8115-325E-2EAE28166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6E928-4380-45D7-850F-B5D9F1E18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23618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E42EF2B-ED40-AF81-11FE-DEE3C79F0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E7A04EE-22F2-05AE-FB86-B24A48FF58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83DA3B-EAED-2218-22C5-9214CC786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6FCA5-62B8-4C15-9D32-6B3F5DFC80E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4AFE962-C0A0-4CEE-2355-704A33808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DB130A8-81DE-2B05-3A14-242A9DE37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6E928-4380-45D7-850F-B5D9F1E18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5001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8B85953-7B5A-4E4E-B3ED-686551912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D5A811A-4FF8-A973-0A11-691C02E5F5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87C375D-FF60-D7CB-D215-D96E610FD3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B76AFFE-3B35-047A-3D9C-A7071D70A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6FCA5-62B8-4C15-9D32-6B3F5DFC80E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B04FD92-F6DA-1575-4EFF-FAD4BEEB6A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D423773-0CF5-B794-69E1-6E111B638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6E928-4380-45D7-850F-B5D9F1E18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12356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76948F-3294-17C1-9F25-5EDA57DA8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6ABD5D9-A650-78D5-2BB8-5988DBEC0C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7611D30-3A04-78F9-2156-5248396D4E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2120E48-D5EA-E6F5-9241-511ABDC221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7AA702F-D9AE-BAC4-B8C0-EBADA622DD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DB3F828-5F9E-86A7-9B05-25A6733F8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6FCA5-62B8-4C15-9D32-6B3F5DFC80E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E79C2B5-07BA-AB62-515B-5DE3E3508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E6D63FE-DDA0-0E09-373F-84DBD164D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6E928-4380-45D7-850F-B5D9F1E18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4599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C86808-EF0B-A7B1-315F-23A515ABD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2687BE4-D02D-E97F-0B7B-8E563AD37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6FCA5-62B8-4C15-9D32-6B3F5DFC80E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16A6BC7-1A57-4927-EC97-B5B472572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2B739E7-0C4D-35E7-44A3-44BF29976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6E928-4380-45D7-850F-B5D9F1E18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50872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2E9279A-1D64-B57F-79EB-3DE409DEF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6FCA5-62B8-4C15-9D32-6B3F5DFC80E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F561D11-2530-562F-BAE2-15C422ECD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8A6A739-C3ED-F219-C9CF-33A1E3FCB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6E928-4380-45D7-850F-B5D9F1E18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88700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7FC8661-B8D5-8759-EA6E-0D6E82D0D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DDD8E64-01E0-C69C-C298-81AF5CB019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71D9EA0-08B9-2765-77FA-B023D7F157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E4C8A83-5956-BF68-F3B6-3A2044C03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6FCA5-62B8-4C15-9D32-6B3F5DFC80E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DE6BD21-34FC-51BF-6BD6-F21276F32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A1AD90-8DCE-2D65-7E56-C93721FA4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6E928-4380-45D7-850F-B5D9F1E18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3687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CF4064E-7DC5-3DB6-81B0-CF07A2C05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B603894-08A4-BDC9-770F-D877752D63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F15C764-0C36-1661-906F-0F7C34400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C75E92A-5A76-8C82-5AC9-59793E13E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6FCA5-62B8-4C15-9D32-6B3F5DFC80E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EBD9A15-D1F8-C902-C101-F79A03171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0D44BCF-BC27-3F29-0A35-B392EFE9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6E928-4380-45D7-850F-B5D9F1E18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1289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670AA0E-4C3F-A70E-EEE5-55CB1AF84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4AC5F3C-6B74-DFD7-BB7B-9AE9CC8113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B7F0839-FA1C-8EA5-5874-21DBE7BA1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6FCA5-62B8-4C15-9D32-6B3F5DFC80E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0AFF0CD-9B74-EAA5-E28F-EECD9FB31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A8542E1-CD60-52C8-12AE-B1614D98C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6E928-4380-45D7-850F-B5D9F1E18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82975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EEA9500-ECE6-BEB7-0E92-85E226CC80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F1E0BE4-EC95-512E-63FF-AA7EE96377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1524E6A-1354-29D4-0742-E66844E2A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6FCA5-62B8-4C15-9D32-6B3F5DFC80E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16AA559-BBE1-99CD-9518-CE52D9088E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6C6429B-34F7-F43D-A648-4FA9281DB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6E928-4380-45D7-850F-B5D9F1E18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38018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B0F2DD7-FE44-BBF2-7A37-C008B5E24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B9E6C77-36B8-0F9B-4F25-3F333548E6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21CD8F6-966B-BF86-529C-472A2FD040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A6FCA5-62B8-4C15-9D32-6B3F5DFC80E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108AED-4D2D-8DDD-49E3-878EF8BBA6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A231448-84F3-5A62-77A4-21BAFDD02A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96E928-4380-45D7-850F-B5D9F1E18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4113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02E505B-B105-6214-F288-2B2352AEFCE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E0D9BEA-B632-3201-3EC7-07DA0F25248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Retro New Games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7F0C822-D116-26D0-C04B-FEB95F2B27AF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6862EBC-F99A-DEEE-3CD7-FA796339FBB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A6FA5CAE-8B0D-3B1A-F2F5-7758E23E256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6356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48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F962B31-C32F-2BE6-CF29-409C7C7BC8F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718DEF9-E310-E52A-2544-73D770B5AB0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BD26CF5-0C73-9745-2A40-A9ECBE3B7225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GAME PORTAL JP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レトロゲームから最新ゲームまでの攻略情報と、全国のオンライン・実店舗大会を横断できるゲームポータルの初期版です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A24C759-16E5-CD36-7C93-CF6F8424BF2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8E139A78-5337-220C-42E8-D242FB8141C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3745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86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96D06AA-E9C1-A59C-A7AD-C4736DB7A10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5CBC499-B75C-4493-6849-508315FF440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D54F264-F94A-CB30-81BE-02634958B1F0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FAC9664-78D4-F034-344A-ED71707E91C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BD2D851C-5F75-2DA1-8542-6EB3646D468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2688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8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9113493-D767-4B98-F019-501019710B0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74BF30D-D824-519D-7E7C-A9543C30243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14A8DD0-2E95-8836-ABE2-CCDA4CAEE0C7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build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A29BD3B-04E6-04DD-97A9-409B2691FBB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5D3D85AC-FB5E-CDB3-81BE-B9371232631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4709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24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E008991-EE9F-7A02-943E-BCBB0E97D7B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3CC514C-B27F-EEF0-0BD7-570BB082E7A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0E7DDB7-E2DB-BE8F-A0EE-C037A2C3B884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Add installable web app support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A5853B1-6165-EE11-C8D8-809842F11F10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6D2E0145-883D-8C83-26E6-34DA70236D1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8261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57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7B07049-D3B1-10BB-EC3F-D3D66320F09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8A0BE3D-00F3-9CAD-2150-6DEAD746D96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3B22FA7-B478-0AE2-4DA1-A6679A5ABF1C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https://syunnjack.dev/articles/retro-new-games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12CE134-A03C-968F-93A7-D1D401BA03B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021BA9F1-DC80-DD0A-058B-EB30ED8A7A8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02972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171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2026-07-30T04:32:25Z</dcterms:created>
  <dcterms:modified xsi:type="dcterms:W3CDTF">2026-07-30T04:32:25Z</dcterms:modified>
</cp:coreProperties>
</file>