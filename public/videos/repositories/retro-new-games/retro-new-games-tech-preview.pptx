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2FA555-6BD5-89F6-5E51-5A7069D73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FA8498-1562-A19D-E3D9-7D7B7D4AB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361B8-6203-C2C8-1335-A0DA045D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9D1A50-5034-EA37-0D75-B7E069DD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01FB5-5090-EB5B-F8F2-28B5330B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6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0C284-FE27-2F82-1525-82B46F35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559828-4672-DA76-4F5A-5C62637EB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2D50A2-A872-F95F-068D-CB082C08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8197A-B071-64C9-AB55-EB6EF4B6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373597-AE0F-0EC6-5911-9A8C9B30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42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E006C-D668-6AA0-9CBE-6228E52C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11F6CD-1910-8D84-A804-5C1D22D06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480C4-B4A4-0FB8-3D9A-71C1416F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5CD547-DB42-AA36-0236-542124D6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F60CEB-93FE-5CEC-8BF2-270E5116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53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5849F-8AD1-4225-9F64-65E5C0A7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0673FF-8A58-C5EE-CD98-D1C187939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CF8840-548A-5FC9-B4E1-843C2C9A6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731D98-5797-8268-F1ED-EFDEB37A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6843E4-9971-61EC-2DB7-8764F3A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CB9805-0D67-F1CD-D881-E28AB4A9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55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7A4A0-CE56-2F0F-CAD8-A97CAAA6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B9548C-CE66-9ED1-66A3-D29A3E62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168036-C895-CB4B-E54B-99620859F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BB17D3E-C72C-2FBF-6A4D-18D7142E2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720DA3-9BC4-290E-7E97-9F1E657AE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4D99EC7-8B7B-4255-2056-20E209AD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C76C14-934F-4C9C-B8F7-F82F4A86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6FEFE28-72AF-3762-688F-B78A49B6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86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D48475-A387-B570-D76D-FD490A15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1335667-4473-0D3F-C8B5-872322C7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ADF4DD-A850-B6DF-A3E1-9062D40A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692314-AE6E-82F2-16C8-800C579C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46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ED859B9-3E48-990C-6B0C-7CB7E2A0D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719A08-7114-8CE8-D431-877E228E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A153C9-A873-1334-E1D3-E1D64C36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83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F4D5BE-88A6-97CE-B6AE-E80837CA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73AFC0-B0E7-4AD9-AD2F-718E974D1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64E243-04A1-19DB-76D9-4DF9C4460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D25ABF-EC4A-9497-062D-6C2D927B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D46789-CF06-AE24-3CC5-B3585A1B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9BE2D2-4E69-7285-F46D-9BCC1395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82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AD108B-AAFA-2AA5-D74B-C7CFCE76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39C35B-5124-E9C9-527A-E60E05B8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68994E-C64E-1849-B4B2-81BFBC140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03E437-C885-96F0-FBCE-766BB6FB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823BBC-4B07-3BC7-CE53-99AFB010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FEC132-D7CC-21B4-4B8C-B3371D46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73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4C6DC-9985-BCB5-66C1-B55AD933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777639-3942-D932-847E-5D0B4AE76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0886BB-3D06-499F-3FE9-4FA48F34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E6BB7C-A21F-5AAD-C92F-B627F0D9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98B6D2-2777-5564-0AC6-BC076AC5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45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D06899-B564-B321-3696-100F88522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F619FA-BF9B-56A8-E8AE-FD267682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E58771-F984-190E-4C2E-019A9D1F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067376-0449-0A3B-D9AC-7879EE48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BE8B6-0565-4385-A2EA-CB15E0A0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4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EB673BC-E6D6-0AA0-A92C-EED6CA67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86BF2E-D8EF-D319-ACC2-983B03A55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4A423-FA3C-0276-A8CF-5A72F037B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002B-A49C-46A7-A423-AE5335FBDEE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E6DC3B-9BC2-B3A6-5075-E7DB23F7D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C6B4F-9D2F-6A00-CA15-FCBDF2732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37593-B8CC-4303-A635-0E45314FF8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75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FDD702-789E-540C-D683-ADFFCB5861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A108B2-AFF5-CD4B-DB79-BEE410D30B4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retro-new-games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741B94-F23C-43D4-6E1E-C17048E5532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8A2E30-FDB3-D72E-9653-9A17EF965F4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4A2732C-76C9-2DAA-4FB1-5566540EAD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26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39F840-6F2F-10F1-511F-E380DA8D73A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829D95-2D4B-ABEC-7C52-5055636D37A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38ED64-9312-FE65-087E-4D4E33BBFFA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GAME PORTAL JP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レトロゲームから最新ゲームまでの攻略情報と、全国のオンライン・実店舗大会を横断できるゲームポータルの初期版です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3599FC-A710-9632-930A-088144A426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5BE2A59-E63F-2E85-20D0-C8F150AFFD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7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55C8BD-29C5-A0C1-A50D-FE15752FF9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07A652-0365-EFDE-E440-F9871163E6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64739E-F310-6399-FACD-EF8A7E840D9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A0E214-1DD0-B3C2-F0A6-D728E9D4AE6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047C91B-8DAF-C3FD-B237-82A1C7C2D3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1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44F366-2361-736A-2072-26070FF1A53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F27D8E-DA4A-02A0-0849-10A20D9C59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237847-B6AC-D233-176B-D19E5B68B38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D6D3D9-60EA-38D4-961B-17D57080EFF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9E89ECF-B211-6AD4-92EC-5FB64DD4AC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32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FCB5C2-9430-5469-5D58-B81336C012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42D6D0-5583-6C62-F24C-D10BE157934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960577-5108-941B-AB03-10A6169D907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6AE753-68D8-EC98-81B1-65AC2CBD63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FE5E660-013D-0B9C-4654-E94EDE9062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8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62B1EB-71C1-8A8B-D386-E10AB3C847B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9C487F-28F4-D87E-27F4-1927E6F78DB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E742CC-98A6-213A-B647-F51AEE4CFF8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https://syunnjack.dev/articles/retro-new-games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F843C4-1B45-D086-6214-3724554D3D9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3D92158-D018-69C9-110C-2ED2A1AC8D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92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2026-07-30T04:15:42Z</dcterms:created>
  <dcterms:modified xsi:type="dcterms:W3CDTF">2026-07-30T04:15:42Z</dcterms:modified>
</cp:coreProperties>
</file>