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C5571-6863-D9CF-E701-9F1C2B166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8BBEFF-AD2F-9319-235E-12405D8FD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C8387A-F93A-38ED-2DFD-6BEF6F41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9CA706-BB46-B473-3C9C-993947BA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2B1295-CBDA-50D3-A6F2-4D055BEB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39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6302C-E65C-A77A-A726-12F33D3B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6558C1-A966-8267-FB0F-208C77E6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2037AD-9A71-7929-E016-EAF7BB93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7160C7-2084-74BA-BD98-7AC9786A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70EC1A-D553-2444-F043-BC4A9FC2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77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1BA773-4E50-EA6B-0627-1971A395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4C9473-65EB-8E46-ED0C-AC80B61BC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EE5D11-8011-6049-39F0-C8906EB73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5C8E63-3526-E74E-F6B1-2E96270B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47110D-EF8D-8DA2-E495-F2546040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615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7D55D-223C-7662-BAF3-2C460A49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701CE8-193F-E0A8-F6F6-8F25EE3E0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F16F35-B68E-C033-52CB-5AC205A68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917177-7CB9-2008-6C45-0F9FBF7F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24256C-A898-0C8B-FEBC-2A1F37BA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4E7EFF-87E2-B300-8441-FC07D5C1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5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B33371-FE45-BD11-9101-9F1215BF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D26398-11F5-8D8C-2FED-BC82E5B0E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4E685E-A66E-DDAD-59C7-20371EC9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95711D-67F8-95A2-C051-A1D26C158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374D3E-CC82-CDF6-FEB7-00C6FF7F8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5515E6-FF4F-AEC6-DF65-5104FC5A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9B17DCC-7592-6A15-B647-E04F8A0C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4E87FD5-C7ED-3734-2940-97D6EA7C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3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58D9B5-CFF6-4B42-4C12-F83A1EFC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A395E2D-CCE3-04B6-0263-0406BBB9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F86B39A-01D6-73C7-7184-5E3D5ADE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B82DB9-4994-ADD5-D246-AF1915BB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86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9FF550-D5FD-AC2D-77B0-1091E870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327C43F-69BA-D4E9-ABDF-7BC74C9A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BC859A-D846-4A9C-100C-55F52508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798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30D5C-2311-3E16-EBA9-407103CA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7D2C2-B4A6-2143-6241-1957A7C0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4FB13BD-E809-882A-C013-B6BF90800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3D6932-C124-9929-60D3-EF97830F5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70D319-3F98-D847-4C7D-2D79EFEB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FF7460-108D-AACB-4489-A7AA7136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35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4518F2-B100-86BD-BAA4-E5CCEBE9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133C09-E3DE-ECB1-D2C2-B792654F7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B59ADE-564E-4830-1749-BD53C8645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0D0A4D-0F71-EE40-6FA0-6AEA9B12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801928-6475-04DB-700C-79558936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6D3749-12C7-D1BD-17B1-465CD9E4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36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6B64B-8B31-1B34-519C-3301BBD6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A32D8C-0ED9-57EC-AD15-9194DCCCE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71E120-A55E-76C4-F596-3CB9D8DE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8E6A7F-50AD-B4B0-832C-D5452947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239920-A4CB-24CC-F10F-E8FA21EA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75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00A295-550E-F92C-7B99-B04DDB12C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368211-D85B-DD0D-ADE5-B84E4397F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2002D6-DE1D-152C-BE9B-41D105068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D28BFA-783C-6141-F356-49744B63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C42D75-E54D-E0E1-9DF1-BAF3CEFC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21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BE24EF-966C-8CF7-7A37-E1708514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34043B-7CA6-89B3-46BF-1736754C3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CD8A5F-BB0D-1742-7DD3-0DAFD608B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932AC-8A4A-4D44-A795-EB17C097D02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161964-43D9-747C-B8F0-CF29AE89D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3BD638-DED4-ECFE-86E9-D36653B8B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68B47-8499-4127-ADBF-8D3F68AAD9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89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D8AA2F5-F018-E75B-95F9-F845CAB867F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1EB264-D4D3-AFB9-0272-E148078126A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Reserve Serapi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7FA637-0085-7A82-DEB9-01EE026E40B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9EA8CC-D9C2-B144-C469-F123F247194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26D173B-C174-C4D7-D887-056A76AE1D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14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5430FF5-115B-C0F1-C01D-3F71989E41A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6BB089-DFA3-0735-3866-497BFB3884D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17A27C-92A3-6606-344A-562E20FC7BF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This is a Next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B7CEF9-03C0-72A5-6B8C-B0F4EF1FCBC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1ADCAE6-FE46-A675-E814-E9FE819517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30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CE741F-494C-CA63-63A4-1B15411C7BF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CB47C8-AF90-C912-357B-CDFB7CDF9AA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076638-2579-A659-7CFA-12140229809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06FD-CCBE-774A-0A48-79E421BBFB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F85F153-7536-FD4E-0C2F-1E4B15212D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87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64212A-18C0-E674-BAD5-97B611B252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169393-4E18-F48F-CD9A-88DF0D84B14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55CDFC-C29A-CB6D-FFF9-19E960C2627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CB3D99-9FD7-CA1A-EFEF-666F5499AC8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116A4D7-3DF2-C0CD-F218-85069897CD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67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AEEBD5-39F2-D4DD-DFBF-563A238027C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96F8D8-A4A0-1B0F-3D11-D31C66B961E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6E9012-43E3-DA20-1BE0-2D64C919CAC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host-based landing page variants for multi-domain rollout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7A983F6-D455-D3D2-EF6C-15067D83B9B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C05C0D2-DA2B-FF71-A2D0-68095B8A79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73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3C94CD-6719-EF4E-AC46-15DFAD7BC6B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2E60C4-1079-01A8-492D-6AD88189464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C526CF4-12E3-DD5A-A1CD-1BA4A341578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https://syunnjack.dev/articles/reserve-serapi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27D649-0AC8-6317-6B02-89568C90485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F4E52FA-BB2D-C1BF-AC2C-52A95C2303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7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2026-07-30T04:33:51Z</dcterms:created>
  <dcterms:modified xsi:type="dcterms:W3CDTF">2026-07-30T04:33:51Z</dcterms:modified>
</cp:coreProperties>
</file>