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175403-98F1-D1FE-3C1A-41A42A940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4676EB1-BF49-3135-C31A-203F5DEB8D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946CEF-8F81-BDEB-041D-7295DC573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0AE0C8-ED34-0BFF-091E-AD1C0265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611F16-69DD-A5E5-3DB6-693390897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83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E3B036-903B-62CF-D962-D7D5727B7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CFB9AF-0062-F44D-76CA-32D133EF3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D72C9D-8AEC-C82F-6DEA-9A1C4C913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24BC27-C2D4-8B06-F626-8E600199E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4A69CA-FAC1-A3BA-C7E9-A28B9211F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8625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F3F2BD-4ED6-4047-FF04-670042D0B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98624CE-5CB3-4B24-0017-0FCA98DC91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D75CF33-7EED-FDF7-70B4-6B43F7E2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02ABB8-C765-9341-E97F-D0937C8BB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B2DA45-ABF7-2B30-2897-140EEA83E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1503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8F7994-8BD5-6989-6825-66A615D9C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8E2E462-813D-4742-968E-9BB943B9B4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C91DED4-55BC-1757-1D75-57E3ADEF13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0D8F88F-53BA-80DF-62BE-4CAD7406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0C1D1A7-7666-9E89-A732-3864EDAAA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EDBEB6-73ED-7AB6-5542-EE91DB30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7591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F5CF24-BCC9-2E4D-96FD-5DA7DDA9F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5C6400-0ED2-A775-26A7-713517EBC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194FD89-5CFC-229D-AB89-1001F1B8EE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D771181-ED3F-0B85-C76E-B9590ABBA2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800234-67A3-6AC3-5899-43C58D62F4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6AEE067-B977-BF13-7060-25E3553FB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93C1096-6296-B033-95BC-AE59AFA00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810D557-8165-2035-1238-D2F9DE753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276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679E18-3382-627C-BDBB-7002502E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0A06BE-ED9F-5767-BAD3-FC1C15061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3486B63-0C83-6AC5-D221-139A13085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7ABDF04-DD22-1BEC-AC90-307D07174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0460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6413FE4-2E21-7777-EDFD-91B1D6654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0670889-7C0B-6240-4951-B07C9DA39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B84DAA4-E53A-5030-1FF1-9B545EB8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5861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C08253-351C-9B6F-EB87-3A512A77E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A597DE-F4DA-1557-5B01-2B7A5A051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D7DD733-3947-105E-D89F-0AF3BDFFA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E0C4AA-A0FC-01DD-4C54-08841E1EC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7BFC34B-BCE5-8DA3-18BC-6442F0A09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FBBF538-F1FA-5C31-56E6-46F9DAC8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3604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87A9B6-C2CF-6B5C-6C61-89BA1CD03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04CCA73-4556-6A9E-79CF-4990B2D79D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0817630-2674-874A-E51F-C5EE58C72B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360CDD6-4B46-8E1A-1DA7-04D6489A3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6B4B94D-BC4F-BA34-9106-446745681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7E1D7E-F874-9FE9-578F-D3980BE63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9783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E3849-F6E4-F532-5446-24E9F697D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AAC066F-D86C-1507-B35F-588EE89A41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51BD90-0AB2-467C-B2A2-339FC869A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F17D656-AE47-86BD-EBB2-B2B7CEA3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CB4638-E719-CC54-79F7-9DFE39869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2299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222CC8F-2C11-B5E8-9145-766A5E894F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970ED9-BE35-FAEC-FDE8-65C6F842F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16C28F-9AD9-DD9E-50B1-B2104DC46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2EADBA-2CAB-BF36-1A3D-09810F0D5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F15FBE-6E1A-9120-AA2A-45CDCAB4A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370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824B940-C44E-F8A1-1FC8-713FB319F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4CC21A-3CDE-880E-5A25-5BCCF8A9B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86C25A-15F1-D360-6BA9-6411467DC1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D500CB-402E-49AC-BB5E-82D002147A1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946F6E-DD3C-C729-D85B-166B04A824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D00BCE-D60E-8BD1-81FA-D2E6687A7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B1D43-3968-46F5-A1AB-0CB50E424D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6441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9E5816-E6DF-3514-5E46-212FB23BD9D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7E9BCF0-8EF7-392F-E586-13F2ED59AB4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reserve-serapi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939683B-EB4A-9133-E1E9-07E4174A1D2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8883B-1A07-92F2-A4CE-50793C376DD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19CFD106-6477-B272-AF79-FF9FF519883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734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4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645D5B2-89EA-F212-7CE2-16FB24BAD21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7607BC4-51F8-8F45-1421-60598999333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B9B2E6-2DEB-962C-C766-13657364D70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This is a Next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1744B3-15E1-BA10-7CAE-9760B883027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65603243-5E19-9A11-BE42-485254C2B1A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5771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8C5EF55-2C12-06E4-AB50-2FA1D572367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3648ECA-6D82-7449-FC64-E567041E045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D906D5A-8C51-0F9B-FBB9-9815F17C95A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BAE9588-F23C-4DF4-B272-9A20D27FF79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4DEEB957-661E-2BA4-B373-A37B81B8198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1254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8CDC978-FEC3-E589-07B6-697DE3A1FF9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01259E5-AE00-DF4D-CA90-4ACD57DE2A4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3101FCE-3A87-FB92-5580-4D28DFB8D58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2407DED-C555-AEA4-CE6A-D765B4D2AE7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C3E0751E-BF87-63AF-93C9-3C57D7D9235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6194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B46B126-DA54-F1B7-BCF8-B5EC54B3FC8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E0918FB-C83F-9BA2-0450-48C92AD1637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68C6975-837F-1DEA-1A2B-8B469355575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0ED42FD-3B1A-AA8F-5D39-A63A6643D85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F142204B-FC2A-0351-97C8-DAF837F2119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7970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0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DE395AE-F645-CBFA-5077-537DB719ABE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F0AD0AC-9536-F3B0-8D64-CE3F42B4D9B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5B9D2B8-C6CB-2595-5990-F40D916E1D36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https://syunnjack.dev/articles/reserve-serapi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463C614-81B9-1A5A-2FD3-4B0BFEBCC62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7E194C8A-1A69-2CB9-78BA-201739956DE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0380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2026-07-29T22:30:11Z</dcterms:created>
  <dcterms:modified xsi:type="dcterms:W3CDTF">2026-07-29T22:30:11Z</dcterms:modified>
</cp:coreProperties>
</file>