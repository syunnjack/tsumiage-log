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av" ContentType="audio/x-wav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35" d="100"/>
          <a:sy n="35" d="100"/>
        </p:scale>
        <p:origin x="996" y="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B69D5BF-10B3-B4E7-9EC9-E9A6C477712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E87AA987-5268-BBF7-A4C6-376384E8DAA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044D7F06-5F4E-F297-23E6-312F89C16E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308D24-4926-452D-9A00-10FD518294AA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A44EED85-2697-D1FF-3EA9-6DFA6C2D22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7D7E0F3-6645-D8BE-F09B-B65886B332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437BE5-DDFB-4005-B8E6-F4EDF8F6ADA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3449039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6FB27ED-689B-8B0B-7303-DDDDD5E93E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8C4C0D4E-B644-7152-0775-A5D8BF75072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224AEA65-A14C-5CE0-B0B2-4304DBE39F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308D24-4926-452D-9A00-10FD518294AA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81F7E500-53AB-F1E8-ECBB-C57F02DC48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A2E5430-38F7-60F1-5872-6F284D33BF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437BE5-DDFB-4005-B8E6-F4EDF8F6ADA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33711994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E4CD7E9-E16C-C082-B58E-29D7CB6431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BFA87251-1C97-ABE9-9DC7-4CA11277DE0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E8AC34F6-D653-3BE8-DE36-9642C43CD1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308D24-4926-452D-9A00-10FD518294AA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1ECB77E6-F07C-0DB9-412D-E86515846F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CFA1A7D-7D17-2131-B5DF-613051925E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437BE5-DDFB-4005-B8E6-F4EDF8F6ADA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3733503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FF96AB2-A6A4-FDC6-DCB1-87E248B1F4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151DD0C1-F2F2-6B65-E219-A4B6632B07C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F919163C-4BFF-CEAD-19C3-08C9D457115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4082B984-F060-57CC-183D-35D30FC642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308D24-4926-452D-9A00-10FD518294AA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CD9A5553-7EBF-2C9F-8B3E-DE58759C06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146C4E3-00E4-14FE-72CC-16EB244FCF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437BE5-DDFB-4005-B8E6-F4EDF8F6ADA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9998489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F8C04CD-3D58-67BA-E501-F2830DAA50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341697CD-0C18-870B-7FF2-6AEF4B72AD1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5BC518E2-4221-DB79-7BB0-FD1070D4ECA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CFA1B8AD-3742-FB7C-5425-DB0CC150463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6999282E-6016-ACDD-ADEF-F33C8614ACB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DD04E645-6D59-6829-72D8-1EFF0639E3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308D24-4926-452D-9A00-10FD518294AA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D087995E-3379-1DD8-64D5-B1775A7596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C936DEB0-B9A8-5F00-835A-C01AEAEAF5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437BE5-DDFB-4005-B8E6-F4EDF8F6ADA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38926553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60A9419-8BE4-4C37-4811-F826A808FC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AD6F994A-F3DB-7A2C-398E-0FD9B23414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308D24-4926-452D-9A00-10FD518294AA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6537C713-63B4-C0D4-2B40-05993A106F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1C4D5D99-30E5-9C5D-19D2-64B18BE5F6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437BE5-DDFB-4005-B8E6-F4EDF8F6ADA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2837022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7A8EFDCC-2767-5C20-0FDC-16D219FC13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308D24-4926-452D-9A00-10FD518294AA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51422078-5301-E4E6-17BA-D4FA5F0AE6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77BAF1B5-2462-105E-2F1D-212774C6D8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437BE5-DDFB-4005-B8E6-F4EDF8F6ADA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9754002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98EA937-0C95-1CE8-37D6-ADCB8CD593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7C133D7C-466A-8CF7-CD08-238F04E21C9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DF2DB288-E3BA-0CEB-C8B7-C3DC94719C7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07622FBD-9B26-751F-2331-CCB2AAEC28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308D24-4926-452D-9A00-10FD518294AA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8A70AF6A-3C06-8AA1-4D59-CB2725ADD7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2C138BBE-75C8-A466-D2B1-208D024CE3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437BE5-DDFB-4005-B8E6-F4EDF8F6ADA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61861420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E8D8F91-04BC-FAE5-2E76-46322AC23B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A6E77F76-427E-6756-8003-6BBF4A30C76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50FD7939-3403-4220-12F0-AE6EC7225CF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51986430-FF24-DBB5-051B-3F3FCF62CE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308D24-4926-452D-9A00-10FD518294AA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49E5A9FB-19A1-082E-3B5D-D843F62D30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9E037021-DD48-3588-E952-7EE7BD10D6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437BE5-DDFB-4005-B8E6-F4EDF8F6ADA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3106569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35AB42E-D85F-C9CD-205D-97FDA2C611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AFEF5A38-5DB8-0F51-321C-E2A04796AF2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EB707A24-FEF5-406B-B78D-C5D77445B5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308D24-4926-452D-9A00-10FD518294AA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AB94ADE2-3C32-9B79-6DB7-239EE1D20E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A352245C-EF1E-E5A5-9CFC-23752F6098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437BE5-DDFB-4005-B8E6-F4EDF8F6ADA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8166749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FCC5F542-60A3-B8D7-0AAD-E56B7D125B8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CB154FB8-EE70-A35C-35C8-41C6EC0EBE8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2CEF6D33-BBD7-88D1-6520-AD98265F0B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308D24-4926-452D-9A00-10FD518294AA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1A29D1B8-E2AF-5360-E734-DFFB9264D2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DBC559AA-79D8-FF37-ABFA-716CD77CE5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437BE5-DDFB-4005-B8E6-F4EDF8F6ADA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4038087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5170E4BD-EC87-763B-2DBE-C4ACCAC18F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69468E03-B2D5-B72C-95A7-36D79DC54D0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62C7398D-2667-585F-C1B6-E5901AC5901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0308D24-4926-452D-9A00-10FD518294AA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1A84FAFA-48A4-C0EE-115A-EBCB8B753C6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793B7877-89DB-36A8-0C1B-DD325F9BE97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F437BE5-DDFB-4005-B8E6-F4EDF8F6ADA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62393874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1.wav"/><Relationship Id="rId1" Type="http://schemas.microsoft.com/office/2007/relationships/media" Target="../media/media1.wav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2.wav"/><Relationship Id="rId1" Type="http://schemas.microsoft.com/office/2007/relationships/media" Target="../media/media2.wav"/><Relationship Id="rId4" Type="http://schemas.openxmlformats.org/officeDocument/2006/relationships/image" Target="../media/image1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3.wav"/><Relationship Id="rId1" Type="http://schemas.microsoft.com/office/2007/relationships/media" Target="../media/media3.wav"/><Relationship Id="rId4" Type="http://schemas.openxmlformats.org/officeDocument/2006/relationships/image" Target="../media/image1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4.wav"/><Relationship Id="rId1" Type="http://schemas.microsoft.com/office/2007/relationships/media" Target="../media/media4.wav"/><Relationship Id="rId4" Type="http://schemas.openxmlformats.org/officeDocument/2006/relationships/image" Target="../media/image1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5.wav"/><Relationship Id="rId1" Type="http://schemas.microsoft.com/office/2007/relationships/media" Target="../media/media5.wav"/><Relationship Id="rId4" Type="http://schemas.openxmlformats.org/officeDocument/2006/relationships/image" Target="../media/image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6.wav"/><Relationship Id="rId1" Type="http://schemas.microsoft.com/office/2007/relationships/media" Target="../media/media6.wav"/><Relationship Id="rId4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F5727F6C-95F1-3869-D11F-9E2130C7D1CC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58B12898-66CA-80BF-992F-7CD36A7A85B9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3400" b="1">
                <a:solidFill>
                  <a:srgbClr val="111111"/>
                </a:solidFill>
                <a:latin typeface="Arial" panose="020B0604020202020204" pitchFamily="34" charset="0"/>
              </a:rPr>
              <a:t>Oshi Trip Alert</a:t>
            </a:r>
            <a:r>
              <a:rPr kumimoji="1" lang="ja-JP" altLang="en-US" sz="3400" b="1">
                <a:solidFill>
                  <a:srgbClr val="111111"/>
                </a:solidFill>
                <a:latin typeface="Arial" panose="020B0604020202020204" pitchFamily="34" charset="0"/>
              </a:rPr>
              <a:t>の技術解説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425BAA81-DDE8-E39F-57FC-D93D2E3FB796}"/>
              </a:ext>
            </a:extLst>
          </p:cNvPr>
          <p:cNvSpPr txBox="1"/>
          <p:nvPr/>
        </p:nvSpPr>
        <p:spPr>
          <a:xfrm>
            <a:off x="533400" y="3429000"/>
            <a:ext cx="10795000" cy="4001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設計・実装・コミットから学ぶ短時間プレビュー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C315B105-88D8-85F5-F654-637BAA8F9661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01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1">
            <a:hlinkClick r:id="" action="ppaction://media"/>
            <a:extLst>
              <a:ext uri="{FF2B5EF4-FFF2-40B4-BE49-F238E27FC236}">
                <a16:creationId xmlns:a16="http://schemas.microsoft.com/office/drawing/2014/main" id="{94E73DF8-9928-807D-D58F-B14CB08DC843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11070436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6000"/>
    </mc:Choice>
    <mc:Fallback>
      <p:transition spd="slow" advTm="6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5512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9CF8F6CF-D34D-8FB2-B891-EC6AAA59285C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0FE511B9-2A09-5187-5146-F1E62019EAE8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3400" b="1">
                <a:solidFill>
                  <a:srgbClr val="111111"/>
                </a:solidFill>
                <a:latin typeface="Arial" panose="020B0604020202020204" pitchFamily="34" charset="0"/>
              </a:rPr>
              <a:t>このプロジェクトは何を解決する？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77CEC116-0B60-73F4-49DF-D184F8D15126}"/>
              </a:ext>
            </a:extLst>
          </p:cNvPr>
          <p:cNvSpPr txBox="1"/>
          <p:nvPr/>
        </p:nvSpPr>
        <p:spPr>
          <a:xfrm>
            <a:off x="533400" y="3429000"/>
            <a:ext cx="10795000" cy="4001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vinext starter A clean full stack starter running on vinext https://github</a:t>
            </a:r>
            <a:endParaRPr kumimoji="1" lang="ja-JP" altLang="en-US" sz="2000">
              <a:solidFill>
                <a:srgbClr val="333333"/>
              </a:solidFill>
              <a:latin typeface="Arial" panose="020B0604020202020204" pitchFamily="34" charset="0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484DD720-3478-8E0D-FDFE-5D9841A1D2B4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02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2">
            <a:hlinkClick r:id="" action="ppaction://media"/>
            <a:extLst>
              <a:ext uri="{FF2B5EF4-FFF2-40B4-BE49-F238E27FC236}">
                <a16:creationId xmlns:a16="http://schemas.microsoft.com/office/drawing/2014/main" id="{7BC92550-8266-B7A5-F842-99EF351293F5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5102458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8000"/>
    </mc:Choice>
    <mc:Fallback>
      <p:transition spd="slow" advTm="8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7955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E81E67B1-F84A-13F7-62FA-46855AD03F8B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6CC60BAA-0273-60FF-8327-C9B0515FAD5B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3400" b="1">
                <a:solidFill>
                  <a:srgbClr val="111111"/>
                </a:solidFill>
                <a:latin typeface="Arial" panose="020B0604020202020204" pitchFamily="34" charset="0"/>
              </a:rPr>
              <a:t>技術スタック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D3350CD1-1069-3A4D-52CA-C4596371FA50}"/>
              </a:ext>
            </a:extLst>
          </p:cNvPr>
          <p:cNvSpPr txBox="1"/>
          <p:nvPr/>
        </p:nvSpPr>
        <p:spPr>
          <a:xfrm>
            <a:off x="533400" y="3429000"/>
            <a:ext cx="10795000" cy="70788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主要技術：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TypeScript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・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JavaScript
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役割を分け、保守しやすい構成を目指しています。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070487EC-092D-4021-CBD9-D04AE2FB35C5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03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3">
            <a:hlinkClick r:id="" action="ppaction://media"/>
            <a:extLst>
              <a:ext uri="{FF2B5EF4-FFF2-40B4-BE49-F238E27FC236}">
                <a16:creationId xmlns:a16="http://schemas.microsoft.com/office/drawing/2014/main" id="{EBBE89FF-1E73-7830-7B92-16C6481457CD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2639698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9000"/>
    </mc:Choice>
    <mc:Fallback>
      <p:transition spd="slow" advTm="9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8826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241476CC-7FB6-60C3-64DB-E24BE4133E8D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72EBAFBE-81BE-303B-D022-A94421365EBC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3400" b="1">
                <a:solidFill>
                  <a:srgbClr val="111111"/>
                </a:solidFill>
                <a:latin typeface="Arial" panose="020B0604020202020204" pitchFamily="34" charset="0"/>
              </a:rPr>
              <a:t>リポジトリの読みどころ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F579CACA-98AF-22ED-B665-1D113B72B307}"/>
              </a:ext>
            </a:extLst>
          </p:cNvPr>
          <p:cNvSpPr txBox="1"/>
          <p:nvPr/>
        </p:nvSpPr>
        <p:spPr>
          <a:xfrm>
            <a:off x="533400" y="3429000"/>
            <a:ext cx="10795000" cy="70788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公開コード、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README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、コミット履歴から設計判断を確認できます。
主なファイル：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README.md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、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app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、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build</a:t>
            </a:r>
            <a:endParaRPr kumimoji="1" lang="ja-JP" altLang="en-US" sz="2000">
              <a:solidFill>
                <a:srgbClr val="333333"/>
              </a:solidFill>
              <a:latin typeface="Arial" panose="020B0604020202020204" pitchFamily="34" charset="0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8C1CCFF4-8B2C-80C6-32B7-5E76DBC140CE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04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4">
            <a:hlinkClick r:id="" action="ppaction://media"/>
            <a:extLst>
              <a:ext uri="{FF2B5EF4-FFF2-40B4-BE49-F238E27FC236}">
                <a16:creationId xmlns:a16="http://schemas.microsoft.com/office/drawing/2014/main" id="{0DD457D9-6961-6F40-C85F-F19AA7398089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5559701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8000"/>
    </mc:Choice>
    <mc:Fallback>
      <p:transition spd="slow" advTm="8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7241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F19F955A-AFFE-7EFD-65A2-7C1A5597E1B7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F3E03E41-5EF9-B34C-74BF-A26A0F949E74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3400" b="1">
                <a:solidFill>
                  <a:srgbClr val="111111"/>
                </a:solidFill>
                <a:latin typeface="Arial" panose="020B0604020202020204" pitchFamily="34" charset="0"/>
              </a:rPr>
              <a:t>コミットから分かる改善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2514CC1F-C1C8-9123-0660-A29DC49076F3}"/>
              </a:ext>
            </a:extLst>
          </p:cNvPr>
          <p:cNvSpPr txBox="1"/>
          <p:nvPr/>
        </p:nvSpPr>
        <p:spPr>
          <a:xfrm>
            <a:off x="533400" y="3429000"/>
            <a:ext cx="10795000" cy="4001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Configure private site hosting</a:t>
            </a:r>
            <a:endParaRPr kumimoji="1" lang="ja-JP" altLang="en-US" sz="2000">
              <a:solidFill>
                <a:srgbClr val="333333"/>
              </a:solidFill>
              <a:latin typeface="Arial" panose="020B0604020202020204" pitchFamily="34" charset="0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B024C1B1-67B2-ACA9-BDD4-2FA5BF05FCA7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05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5">
            <a:hlinkClick r:id="" action="ppaction://media"/>
            <a:extLst>
              <a:ext uri="{FF2B5EF4-FFF2-40B4-BE49-F238E27FC236}">
                <a16:creationId xmlns:a16="http://schemas.microsoft.com/office/drawing/2014/main" id="{C175CDAE-F4CF-3327-0C52-9375EC76B48A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6383023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7000"/>
    </mc:Choice>
    <mc:Fallback>
      <p:transition spd="slow" advTm="7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6621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B40DFE50-4978-002A-A52F-AC4D6ACEF9E3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16336D20-A79D-2E98-02E4-9BC37B1FAB8C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3400" b="1">
                <a:solidFill>
                  <a:srgbClr val="111111"/>
                </a:solidFill>
                <a:latin typeface="Arial" panose="020B0604020202020204" pitchFamily="34" charset="0"/>
              </a:rPr>
              <a:t>詳しくは積み上げログへ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73AB5F02-D4AF-D2BC-54A0-9C1FA12DB4AE}"/>
              </a:ext>
            </a:extLst>
          </p:cNvPr>
          <p:cNvSpPr txBox="1"/>
          <p:nvPr/>
        </p:nvSpPr>
        <p:spPr>
          <a:xfrm>
            <a:off x="533400" y="3429000"/>
            <a:ext cx="10795000" cy="101566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zh-TW" altLang="en-US" sz="2000">
                <a:solidFill>
                  <a:srgbClr val="333333"/>
                </a:solidFill>
                <a:latin typeface="Arial" panose="020B0604020202020204" pitchFamily="34" charset="0"/>
              </a:rPr>
              <a:t>記事： </a:t>
            </a:r>
            <a:r>
              <a:rPr kumimoji="1" lang="en-US" altLang="zh-TW" sz="2000">
                <a:solidFill>
                  <a:srgbClr val="333333"/>
                </a:solidFill>
                <a:latin typeface="Arial" panose="020B0604020202020204" pitchFamily="34" charset="0"/>
              </a:rPr>
              <a:t>https://syunnjack.dev/articles/oshi-trip-alert
</a:t>
            </a:r>
            <a:r>
              <a:rPr kumimoji="1" lang="zh-TW" altLang="en-US" sz="2000">
                <a:solidFill>
                  <a:srgbClr val="333333"/>
                </a:solidFill>
                <a:latin typeface="Arial" panose="020B0604020202020204" pitchFamily="34" charset="0"/>
              </a:rPr>
              <a:t>学び、作り、振り返る開発記録。</a:t>
            </a:r>
            <a:endParaRPr kumimoji="1" lang="ja-JP" altLang="en-US" sz="2000">
              <a:solidFill>
                <a:srgbClr val="333333"/>
              </a:solidFill>
              <a:latin typeface="Arial" panose="020B0604020202020204" pitchFamily="34" charset="0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81A507E6-22BA-B907-E8AE-59546FFAC9B2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06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6">
            <a:hlinkClick r:id="" action="ppaction://media"/>
            <a:extLst>
              <a:ext uri="{FF2B5EF4-FFF2-40B4-BE49-F238E27FC236}">
                <a16:creationId xmlns:a16="http://schemas.microsoft.com/office/drawing/2014/main" id="{3C1BF79E-4084-7D34-C6F2-CF0B643D2DB3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751025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7000"/>
    </mc:Choice>
    <mc:Fallback>
      <p:transition spd="slow" advTm="7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6426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156</Words>
  <Application>Microsoft Office PowerPoint</Application>
  <PresentationFormat>ユーザー設定</PresentationFormat>
  <Paragraphs>24</Paragraphs>
  <Slides>6</Slides>
  <Notes>0</Notes>
  <HiddenSlides>0</HiddenSlides>
  <MMClips>6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6</vt:i4>
      </vt:variant>
    </vt:vector>
  </HeadingPairs>
  <TitlesOfParts>
    <vt:vector size="10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啓介 加藤</dc:creator>
  <cp:lastModifiedBy>啓介 加藤</cp:lastModifiedBy>
  <cp:revision>1</cp:revision>
  <dcterms:created xsi:type="dcterms:W3CDTF">2026-07-30T04:56:25Z</dcterms:created>
  <dcterms:modified xsi:type="dcterms:W3CDTF">2026-07-30T04:56:25Z</dcterms:modified>
</cp:coreProperties>
</file>