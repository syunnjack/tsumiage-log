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A3648-1EF5-8E08-B1BE-59600578B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542722-0E15-4A28-374E-9E78BFBE7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AA3D2-2E3A-7CB9-2D41-5FFCC64F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ED2233-A968-3526-0E19-94FC6C62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85498A-FF62-FED2-7F11-ECE9A7BC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60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7F41F0-E2DA-AEFB-1E71-270CAEDF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B04F0D-EE51-30FB-3EA7-F7D0D8D7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CE7B07-035B-A6EA-1254-718479FB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3F1145-C8A3-42FC-271D-84E33726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8FBC38-F35F-CDAF-12D2-9FE6FEA2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07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24373-F863-E1D4-2C0E-83885736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30DF28-F52B-9EDA-01EF-CC5B67534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DB7A8B-2B47-D5F3-FA6E-F5476081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06CDB-F57F-425E-6ADA-9AB106C3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9D9E4F-31BC-5B27-4B7E-AF37DB9B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94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DDFB7-C1FF-CA5B-2397-42778C07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6B81CB-65CE-5C71-279F-25289F0A2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00A785-0BAF-F1B8-0788-A17B4825D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7CA8AC-98A2-1BC7-E543-64FC9C12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5B4D0F-7423-B21C-9937-E23DBD9F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EFDEA3-B299-0B54-6ABA-3AB7C05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96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E2E39-83C8-9955-955A-C89F24EE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6D1717-33D0-5CC1-EC4E-589E171EE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4E405E-19FC-8A7A-EB26-6C202B59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1A3BE3-0FFA-4836-2A6F-D84A25867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962F67-0304-B50F-D0C1-DFF6279BD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6BACB7-46B9-0EBC-0688-AAF2A66B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315D21E-6EB1-6D3F-4C0C-A3EE3FCE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389837-532C-96D6-5CEE-A4ECB4A3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43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5AE8AD-FF58-F9A6-EF25-B9A17EF7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534D6A-8EDF-0536-2160-065BDB72C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C13B37-B26A-41DF-ADA7-18FA9554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744B0D-A644-5F0B-3FFF-CFAC34D2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19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F3D652-FA16-107C-67AB-29407733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ABCFB4A-457E-7925-B1BB-8CF4BFF1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1357FA-556A-DBE7-7C2A-D06CF17F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49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7082E-A87B-6D8C-A7E8-CDBA68576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74F038-05E9-4A8B-2A05-BB98CD536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437BEA-D256-F46D-0FE2-D219AB6A9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6412D4-E4E6-2B22-0115-3327333D8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B53953-D8B3-D9EC-2443-DA4C60BC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5893AB-19AF-F38E-50BB-0A038F9B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65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37800-726F-8EAF-088C-53165524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DF1C47-B5DB-431C-8522-D612B299A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611F80-ADC4-4E91-7FC5-7E8C222D3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D1B625-4329-ACE1-DF04-58A36F61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8678AA-7BEF-BF0F-6F72-5D9B1F6F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CD05E9-320B-A884-584E-DA682407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67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F664D-AA88-1E3A-5446-58CF648E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D9C568-8635-5115-C066-A582802F6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ABD0C-8C95-A76C-4AE9-819583F8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077050-BC9D-B61E-6EE2-4C89FB51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8AFCE0-5A3A-1F7F-6137-1160CA57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05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09FA96-E7F5-8F7D-3D40-F2FBC42C5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2AABEE-4056-A4A9-2EBE-B9D0E07A5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E4DFDC-1CD4-4AFF-A497-C11EBE69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AE8C8-AC1D-E588-A39D-B513A207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3C99CD-43EC-6302-A8C2-297C427D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19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D8FE964-EA69-5A1D-EDE8-28402EF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B98958-860F-FDF1-E6DA-96D64D925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7EB8D6-9FBF-2BD2-2115-6C9C4A17D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C7593-F991-4890-8707-0EA6C2F8869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566DF9-A644-9836-8D24-4679C8567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90CBAD-3214-23A3-B2E1-ED5FC2C25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B056A-CDE9-4578-9916-10D9078A5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02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90E33F2-B420-5894-26F9-1625398E90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3101AA-82A2-E16F-A6D5-7171B2FEB7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Oshi Trip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012DC2-1414-DE51-E5E7-754E152561D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0D0F4D-927C-A63C-0321-C2641056D5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659342F-72C0-7E81-7FCE-C9A09A0A57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01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FC06C1-DA4E-34C9-6A25-F336D2DCF4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FBB3EF-9340-A14E-06B6-1880B01294D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5F9108-5C65-F361-C197-169E889EA7C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Oshi Trip Alert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349627-4BA4-DC83-4E91-B20DF1A70A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AFF2A3D-5BC5-9DBC-5FB4-AB0DD8AA39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0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6FD2DF-D031-57A3-BBA8-AEDA3F0752A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040EB4-2E87-7018-589D-FAA8FCFC5C9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D9B97F-00E5-8069-3362-878C50FE3B8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BF34E2-C674-E9C4-6B03-B2460E265BD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B7B31C3-A97A-2C0B-35B4-F2E689C077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96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F7F46B-BB30-1618-306D-A71B02DC88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F0AA10-323E-4030-2379-A61EFF6FE50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99459B-0BD2-82CD-E3CA-9CBF9035AF0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F473E5-CDA2-D3A8-50FB-E6A50D069B6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66182EE-06D0-A948-24BF-FCFD5823C9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57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054788-4612-7D77-045C-0600DB47260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E4FD1D-95B8-4C80-5950-CA367B70BEB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95155F-7DEB-0319-228A-A1A8AAFD2AB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778B8D-6399-409F-27BA-F64168E2AB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E4602D2-2EE1-97A7-AC20-EB730FB08F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02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87C329-7342-12EE-D95E-345CFB651C5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A20CAC-E1C2-FC8F-DF21-A4498BCC04F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90CE64-B850-ACA1-9FC8-410ADE6B889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https://syunnjack.dev/articles/oshi-trip-alert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240787-63BC-6293-241E-FF44D1403AB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7D392DC-ECDB-E9F6-9644-97CD945873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15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2026-07-30T11:19:10Z</dcterms:created>
  <dcterms:modified xsi:type="dcterms:W3CDTF">2026-07-30T11:19:10Z</dcterms:modified>
</cp:coreProperties>
</file>