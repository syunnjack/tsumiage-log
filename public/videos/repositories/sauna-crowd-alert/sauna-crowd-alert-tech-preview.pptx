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FC6F-48D1-1E9B-B8D7-9D5C209FB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733DA6-7A5F-5988-262B-F470348D9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D34FAA-242D-A10F-0D6B-0F9E1C774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4AD816-5B75-F59B-367B-618AC80F7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759BD-981F-3A07-BF54-20BBEC577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9700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2B52A0-F4C3-14CD-0D4A-2633302A6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46542B7-6A71-58A0-9733-F1A2AA964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DAD390-7D52-E104-6ACF-F8F007B1D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6C3CAA-8A19-6514-02F5-1360E6313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187951-FAB2-B27A-0A69-DB5958286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2213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6EFE3-1617-C67F-A567-C3BDB311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7560D-DCB3-B551-CC42-121DA4C79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DBF014-151E-6A1A-2180-415F0332D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D4C166-855B-2776-D6B9-B86A2BF57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98BE1F-59CA-4A09-AE36-A005F2A23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5814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2A6D3-E029-5B04-B469-BDDA98316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EF20BF-F871-2395-DBAD-14DF20933A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EB3FD57-7FD6-6B11-FC7A-7F21ECB10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8D36C3-76BC-3A7F-E005-1B51F41A7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3DD57E-311A-E809-5BF4-8BB59A9D1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9EBDE42-11E6-E705-EC9C-25BE2D4EE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758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1522AC-A43F-1AFB-2C2C-D25F687DE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CC66357-D001-6DEC-DA21-9924869B15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863D24-B0E4-AC62-6C63-EB3609398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0AFBB6A-7B37-7437-9FC5-B8D01CF9C3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A2965C4-7E5A-8C07-663D-67B6A4FE4E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FBD925B-FBC7-CE38-A7E7-247E5E45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7CB2BDB-D4F4-C334-60BB-0D46757AD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35CF47-161D-2472-CAA0-81151CA96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8249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BBB2C5-366C-A926-DA6F-F7D1D58AA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7FE7732-BC0B-CB74-0779-D86AF41D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49E2FC-698D-64D4-D246-64D63DD6B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561AD6-A1F9-6044-C991-535ACF30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639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87516B1-F451-1A26-19EE-40588DD15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BA30C43-98D6-02DF-9D33-FD27CD2A0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03DD65-98A4-2DF9-EAA9-CF8B35F0D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859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653C6-16DF-B49A-BAB5-103D8067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8E44F0-CC4D-D37A-0306-2CC3136AE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77810B-03C4-7314-3C3D-1ECF352A34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160848-1278-254A-94E1-11086E1E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497D20-4C89-6F3C-A0EE-DD03CD075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F80135-D736-44C7-1A10-72EB8897F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3421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E0AF5F-BD85-7755-9455-7B267A857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FBEA755-57EE-D385-CE9A-9C6F135FC6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4DE3556-3190-D94A-B075-B3FCBA8A9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0CA5FE-C51A-FDFD-85AA-5620A61D5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F43C06-8950-A28B-8E95-36DB66072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4397873-4579-A262-6251-45F631B96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2157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4862FE-517A-F1C8-E542-7710570A4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D06EA26-94F2-B94E-ED40-4FC22A9E0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75EA87-165C-5567-271E-91E68132C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0CC924-3889-5D9A-0778-45A8DECC2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316EE9-3F25-EA29-7CB9-1A84584A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7284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1DD785B-55E9-9088-5753-28D3C9A42B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D2F580-D849-9469-8270-3058A8D9F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D7F7A6-A405-24E8-A51F-F857DAFD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6225A4-56B2-AAF0-5D65-E59FA4EE0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EB1652-56FA-865F-DB77-71AE2FA3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361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7357EE0-EB7C-BBB4-8B52-1154F5292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DC4B33-4EBB-0995-22BF-2B665E899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D357C6-B901-2DA5-CACE-4889DDC32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B7F87C-4223-4414-80F9-0BFA391AA2A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D3CCE0-FB50-022D-9D0E-C65EE03CD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F12BDB-E21E-B31E-9EFE-C2C8CFF65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EF058B-6CA6-44E0-B795-B83CFCE8CB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857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506F66C-2A91-077F-AB7C-5F93663F93A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3099342-7ECC-03BA-DDC4-D3C32180D89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Sauna Crowd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388A33-A7BA-3E59-08AE-81AABAF1D11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C20C4E7-25CF-97A5-6D0D-C1D5C2B2142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88F469E4-EF95-5A19-4BD7-E76EC88586A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181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0807FBB-C2EC-D8EB-B166-E3F92EF77AA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5C3BBA-5B81-0C71-26B3-80C56F96333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028709-6BB1-57AD-75F8-B5C862C9C7A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Sauna Crowd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サウナ混雑・ロウリュ通知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sauna crowd alert Domain candidates Confirmed domain: saunacrowd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53D51D-7B0D-5F9E-3F17-B8846015EA0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CF8C909-68C5-CBCD-F2CE-4005237C4ED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524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83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E39253-153D-4BF9-A7D5-F9163146885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4947BE-9898-6E42-963D-969C0388431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FC70AB-5A2D-55F6-DCDC-CD1FDA90BE5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58A383-732F-7CD8-B158-3B93BCCF2AD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9CDA4E5-3C72-50A7-DD1F-EB62290FFC5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93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81A63-BC5E-468F-1F2C-53A278B0557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FDCE2D5-706B-E8E7-0019-9EBCC54D1DC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5996F4-25CC-F5A2-7142-B77F574B02C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3CEB343-5EC9-7615-E1C8-ABC72EF768B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9A5CB59-4712-B993-C004-A41EE28040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9749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1F3A796-9444-DB01-100F-EBA8485E68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D624F6-7664-CEFB-A9DE-935EFD777A1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1C9525-D197-160B-43A8-3D7BF910183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E18FDA-FCBD-8738-D2D9-D0C452F4EE1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9174C7F-E8D7-2869-2E3E-B96BBEF3A97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248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0B15DA-AFEE-CF8E-A79D-EE68C7E66E9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13BB1E-807F-E387-9393-12006A8DBD0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62371C-5388-36E3-5B87-8F416AA1AF80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https://syunnjack.dev/articles/sauna-crowd-alert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A71A9A-E10B-5781-4377-D3E8DBCDA7F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7857B86-A7E8-C615-5173-5756F943883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9125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2026-07-30T11:35:56Z</dcterms:created>
  <dcterms:modified xsi:type="dcterms:W3CDTF">2026-07-30T11:35:56Z</dcterms:modified>
</cp:coreProperties>
</file>