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E30495A-D746-D90A-35DD-6BD7E94C19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32950C6-AFCF-11EE-DAA9-82F153A29B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01A371B-9383-4293-D4BA-EC9EC0C4A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E3F39-1871-4013-9F55-D9388C8C7155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A484AFC-0DEA-A2EF-C561-62A9301B1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774AD07-4954-86E0-9206-B0F1F14A6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CDE91-1626-472F-A4F7-9A5EE30428A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435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CB99256-CBE8-B33C-5423-EAF52A28E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F00EB1D-2CE7-25AA-5DEC-CE42F1E5B8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B433757-2B32-2CF0-5793-8BA413C5D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E3F39-1871-4013-9F55-D9388C8C7155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9FA1197-706F-E03F-93F8-537FFCC41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F803CA5-A044-9CB7-7F07-82DBA0F50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CDE91-1626-472F-A4F7-9A5EE30428A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154705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B464CA9-DE29-9F87-77B7-DB3A7A486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54C43AA-A5DD-299F-3C8C-B8CC3F68B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4D62B0A-3683-F256-E809-FFFCDBA52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E3F39-1871-4013-9F55-D9388C8C7155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BE28FC7-5573-3532-6582-098B38DDB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BC43A11-95A4-ACDC-EBE2-E0DA5F2B1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CDE91-1626-472F-A4F7-9A5EE30428A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77313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B0C879D-1EA5-ACD4-10CD-80BB9C01C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CF6161F-D8B7-62D0-90F2-CFA9DBFBB0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1F08812-F351-F335-22D3-A69E76200F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ED46FA5-AA19-1C16-5622-47E30C82C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E3F39-1871-4013-9F55-D9388C8C7155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8FD0F1B-4C8B-53A3-8049-5ADC12014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E4A08BF-82A2-20E9-25B4-2958746AD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CDE91-1626-472F-A4F7-9A5EE30428A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65923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C9C3F18-0306-C353-6B60-F92743A18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AB0232D-618C-38B8-7032-AA122AF4FE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2A0B8C1-D30E-A88E-58BF-BC60F96F2E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1D99175-FACE-7EAA-3986-3268BC610A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31887AA-215A-F6F5-74DA-DD68946201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077728D4-6749-E82F-6E7A-F6B8ABD7B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E3F39-1871-4013-9F55-D9388C8C7155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6FB7227-CD61-D7B8-6200-11395C771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974412D-54FF-37F8-6162-A665277C6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CDE91-1626-472F-A4F7-9A5EE30428A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35683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58BD038-6081-2843-69AE-2DF146040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B421B02-0B33-3020-AE31-D5B522005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E3F39-1871-4013-9F55-D9388C8C7155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6674169-8412-DABA-8AC8-5F297E41B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38926C3-0A93-B297-1A68-CCA760778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CDE91-1626-472F-A4F7-9A5EE30428A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3535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7FCAA9B-6057-7AAA-3BD0-250BEEAD2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E3F39-1871-4013-9F55-D9388C8C7155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E0B499A-0723-5F1E-08FC-F1F69F6FC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1157FB5-53DD-E129-1D30-342428D24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CDE91-1626-472F-A4F7-9A5EE30428A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24277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DD1F0B5-7A73-58B3-2380-F792B10E9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6627D2A-AA78-35F8-EF91-D757FFD681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02C632F-9160-1E66-F7AC-4A1B6C04B3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4357AE1-F15F-E4CC-E01C-6324CC993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E3F39-1871-4013-9F55-D9388C8C7155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8C85C16-2C2F-D705-D933-3B309D7ED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E5B0143-B1F9-A8DE-CECB-779C0A2EF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CDE91-1626-472F-A4F7-9A5EE30428A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26002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28F09F-E4DD-4D66-455E-BA5E8C001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61C21B93-0701-B59B-3FB9-821B9E546C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77F5639-75C0-254C-0E59-E528C42B10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565C32D-1903-3752-C586-A44911350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E3F39-1871-4013-9F55-D9388C8C7155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FD6059D-AE40-1484-05D1-ECCAA60ED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8F8D2EB-613C-7C6C-C69E-0F97FEFF6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CDE91-1626-472F-A4F7-9A5EE30428A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17203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591033B-FCA9-F2D6-393C-C6DE5C5C0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A12E7C5-E770-8660-D85B-211D89FFEB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A0A749E-C5CD-91BA-10CC-B9FA6F3D3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E3F39-1871-4013-9F55-D9388C8C7155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65DA56D-4FFC-8EF9-1DCE-F7F17325C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7D82B46-1FE6-85DD-76E2-74C52D606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CDE91-1626-472F-A4F7-9A5EE30428A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809169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E86EAC4-9412-0306-4151-6A51004B81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4224F46-0967-073C-27FA-1D3813F5A2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F985791-0607-8CAD-1B50-8E70A10F6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E3F39-1871-4013-9F55-D9388C8C7155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32EA9D1-5F4F-B30D-A536-C49D0DF13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817C589-DC17-4632-D2D9-A1FF54080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CDE91-1626-472F-A4F7-9A5EE30428A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66091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336916D6-575C-08CF-F753-665A1F972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4FCA286-37A7-B5A4-57A8-FEB93FEE54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959C1D1-9477-DFFA-F6D2-5AD48438DF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9E3F39-1871-4013-9F55-D9388C8C7155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22B2F99-C44F-F0DB-296E-CC74D2993A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12DE1B7-F48E-8648-D985-38B2B8E0E7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3CDE91-1626-472F-A4F7-9A5EE30428A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5382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66D3DE0-F68C-E7C7-DFEE-6D0AA2D520CE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F68289D-6130-A23C-C776-CCD808A7DFC1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Sauna Crowd Alert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E9E025F-0576-89F2-B806-08FC52340394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8CC2866-C624-A635-2DF7-E529E4119590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3222A005-D225-291B-97E4-D9EACE7C708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4119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65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9000C0E-3662-301D-A2A8-0805DD483353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1B088B1-7E03-273F-C74E-36ABAD6D82A3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860E499-C425-5A81-3FAC-5A456D5ADED8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Sauna Crowd Alert 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サウナ混雑・ロウリュ通知 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Repository Recommended repository name: sauna crowd alert Domain candidates Confirmed domain: saunacrowd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8AA4094-4C38-E85A-73C8-05374F4B1E28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76C888D8-F785-D392-BD88-2680D894F30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1243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000"/>
    </mc:Choice>
    <mc:Fallback>
      <p:transition spd="slow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839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E2A4FF7-611C-3DB5-1229-4018A4932CA6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DDDFDD3-8650-E808-4AFE-CFEF74C3A3AD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338CCC7-CE79-4739-2187-B3D2E24F3EEF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65BE27A-E194-7B51-0B7C-7E297509CF63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301D0655-8C66-33BD-1375-8DDD0C7EB86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6969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21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0402312-DAED-EADF-0620-F248E38B5ACD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7F32232-7CC2-8A33-CC9F-543F5C048B46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55EE974-1982-0052-81C5-A317FC512DDE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index.html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package-lock.json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F2BF855-0F4D-E8CA-8585-E47E5B85D6A9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EB182C22-6642-32B2-F43F-767AE5AC0D2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167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7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1D2BE9D-5DF8-E865-3662-F9FC7EFE9B74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121EB3A-387D-24CB-1BCF-8A2B8E630F0E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2311495-6430-8C98-DD28-D35B41DE5C81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Set confirmed custom domain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94C8E09-E31E-19B8-C338-F7FFB24956E1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8E1DC925-C17A-07D5-6800-8E92E921C75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3642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5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C7157A8-0673-C423-92AF-48CB8A4D01F4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93E2817-B525-1204-D494-7FD55FBFDEB8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5FAC870-4DCA-C240-301A-F20B4189A098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https://syunnjack.dev/articles/sauna-crowd-alert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FBB7684-01EB-6705-6656-CFCF1623A163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3BA07A44-DF36-126B-8729-5C506E54D7B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1332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171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2026-07-30T06:38:54Z</dcterms:created>
  <dcterms:modified xsi:type="dcterms:W3CDTF">2026-07-30T06:38:55Z</dcterms:modified>
</cp:coreProperties>
</file>