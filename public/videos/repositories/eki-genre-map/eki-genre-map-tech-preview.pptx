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235BBB-33A8-C4CA-1C7F-D01E3279BF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BBE45B1-2D20-9C59-B6B0-3F4CCA3025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945DBC-9348-19AC-736C-7323654D0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3B51-C85E-4F83-AC20-154779F16B6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6B38D-58A8-74CC-B7A0-56C28BC2B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37DD842-3F5B-2712-F84D-147276AAB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6C0E1-D38F-4F92-82C9-5480A080A4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3149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90D83E-772C-50A7-FFA1-2E6579491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FC359F-A93A-4B93-7328-5B48BA4010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7974EC-2BEB-B269-A9AB-D0F5A35F8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3B51-C85E-4F83-AC20-154779F16B6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408D4E-1BC1-85CC-3F64-4D7C0ACC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A16AAB-CF35-5935-8869-D741335FA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6C0E1-D38F-4F92-82C9-5480A080A4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3812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0893DB-60F4-352B-8779-D0BD07C3E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1709DA9-9125-ADFD-975D-96E4371712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57A0F2-4C77-CC06-DF41-52AC40DEA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3B51-C85E-4F83-AC20-154779F16B6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5291CA-0294-F72D-3A77-13B8DD172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ECE4A2-AD3E-9209-956E-9C608E98C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6C0E1-D38F-4F92-82C9-5480A080A4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6764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22A5AC-5622-B475-2916-1BB17F23D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D93079B-AABB-50DD-8DEF-976C00FCF7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24C7995-4772-D094-0465-2B4110C24D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2B71DCD-952E-1C3D-8168-11A14EFBC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3B51-C85E-4F83-AC20-154779F16B6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CD15C7-3EC6-72EA-FC2B-22FC28177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4D60C8-0836-EB25-9116-DABAB775F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6C0E1-D38F-4F92-82C9-5480A080A4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1640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F95A50-2950-90A1-193D-19B3AF64E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E1F5174-9895-1943-EF5A-BE5CD35665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84544BE-1228-0438-8A09-C36337C91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B2BEFDD-B284-A7EF-8B7C-041B218B54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18986C4-94B8-DB1F-0B64-7E44DEB225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8381528-8542-E684-C28C-2E34663EB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3B51-C85E-4F83-AC20-154779F16B6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509B26C-018C-178C-55D9-6628E4FB1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0D15FAA-5AF2-4F2D-8A61-D7C1616DB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6C0E1-D38F-4F92-82C9-5480A080A4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8227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CB1795-310A-87FF-C1BC-AB1F90E4D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A7B59D3-0BC7-5BAF-C504-51E7545A4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3B51-C85E-4F83-AC20-154779F16B6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732C666-10D5-A325-2C01-9613E6D49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97C0219-305A-DF33-859C-583F27A8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6C0E1-D38F-4F92-82C9-5480A080A4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9681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2CF474F-B662-2FAF-0B38-6EAD2595B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3B51-C85E-4F83-AC20-154779F16B6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B3FF6AC-1E3E-10B1-0AA4-4F5D7FE30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A12BB1E-2C6B-F393-BAF6-6074C3320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6C0E1-D38F-4F92-82C9-5480A080A4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9913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45982D-8CC6-184D-C55C-DB1B02A20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58ABEF-540B-3D03-000B-4B2C2BDC8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59B3731-7876-A050-29A5-0D5D8D348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2FD7BCB-7933-B9F1-EDFD-7C71A23BE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3B51-C85E-4F83-AC20-154779F16B6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F37B83B-0057-27E8-4285-93D5D92B0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BCF47EA-2867-B9A6-5DC0-0C4B3A93F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6C0E1-D38F-4F92-82C9-5480A080A4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7456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8C6038-CEE8-3568-A1B5-6F98B7A0F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940029C-C922-A589-F2FA-21D4B3FA83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48F6E8-8B60-8341-CB46-50FC6E9FAC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C69692-217F-0310-10BE-7F3F5C20C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3B51-C85E-4F83-AC20-154779F16B6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656F3D1-5535-1F1F-D333-E98F1DAD9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2AF8D5-6CBA-1200-5814-951510C8D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6C0E1-D38F-4F92-82C9-5480A080A4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1732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1FDACF-A784-65FB-B677-ADB6C49C3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AC24A67-C92C-541F-4D9A-B2D2096748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1BFE300-BA82-7696-32C8-B96D76E84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3B51-C85E-4F83-AC20-154779F16B6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C9F3AAE-32AB-DB06-9488-942D77F2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E45464-45C9-82E2-5071-88FD35131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6C0E1-D38F-4F92-82C9-5480A080A4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971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23AF90B-E0AC-DEE6-B190-912422715D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E64D19B-1465-7048-9532-94C85CB0D6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937E65-4ED2-2E06-C6BD-219BF8B66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3B51-C85E-4F83-AC20-154779F16B6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C8B3158-7237-A4ED-E11D-786FEDA35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B74ED5-9943-0BC3-B43B-1395B6BE3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6C0E1-D38F-4F92-82C9-5480A080A4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81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500EE5A-84C9-DBEF-3890-069BC8C3B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91CB093-A44A-259E-5F68-0C6EEFD685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DAE449-F8BD-4F6C-93F9-7075A2589C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BD3B51-C85E-4F83-AC20-154779F16B6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D4DD9F-5219-EEEE-7DE1-661B3E7904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A7CFB4-2C33-2DDE-7ED4-2CFF37ACB3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C6C0E1-D38F-4F92-82C9-5480A080A4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4229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48DEE10-AFEB-F359-9603-21D3DF6CCEA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C25E298-4DFA-05A9-5AE0-2950BC13B25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Eki Genre Map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8AD9BC-B2B3-E7B5-CB6C-17A510F4151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FA4356A-03ED-4854-1D15-5BDC16AF525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D9DC8D54-80D6-2D6D-798F-D070367BAB1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434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2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5EBEA8-7FF8-D44F-9403-D285AFBFB59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FCA7719-8FA0-43E1-A864-0E4920F0B4B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B2F1E86-9687-AB3F-BCD9-7CF5DCFD6C7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Eki Genre Map Recommended repository: eki genre map Confirmed domain: ekigenre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70724F9-1B9F-0A6C-B971-F14633A02FA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C0898893-9E57-3395-887A-60E418DC0B8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7300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81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4EB86C0-F38D-2059-4738-2751BA5B951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D07684F-A8DE-312A-0403-6AC17B95E40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0266895-A6B5-1061-9F1C-FEACB6EB1E2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34D5AD-8DBA-D895-6841-8650BDF3168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36C917CB-B750-BF5F-0FB3-C512F2584C8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5113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D2C3C9D-E961-B1C8-6B2C-3C778CD173D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21E39F7-223F-CDEE-FBDA-EF47A029054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0F99FE0-6D05-B109-A9B7-D36ED23E41F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DD21506-7EDE-A9F3-C782-DD30EAFFE8C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174CA98F-1BB4-8405-76A4-E5FF5867DE3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6713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28EA675-7360-6228-F499-7633BE55060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171E6D5-C84A-552B-CA00-3065F4D250B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4765D6A-5201-F31D-BAC6-AD3936604EB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3D08FC9-156B-B959-34C6-C7164D81BD6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823E95C8-C2D2-8CFE-78D9-3793B16A48C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9722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6EEDAA5-3C2A-7FAD-4E7F-CB1CDF94824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F833599-D69D-BC50-080D-8E1CA6652B7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2EA0F3C-A37F-CCD3-EBFA-A6C609AFCE29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https://syunnjack.dev/articles/eki-genre-map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B8EAB28-F5E1-2A6F-3FCD-F0DAFBAB8B7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0FFC1B93-E8C7-4B25-70A4-11E465D7385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0914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2026-07-30T06:56:15Z</dcterms:created>
  <dcterms:modified xsi:type="dcterms:W3CDTF">2026-07-30T06:56:15Z</dcterms:modified>
</cp:coreProperties>
</file>