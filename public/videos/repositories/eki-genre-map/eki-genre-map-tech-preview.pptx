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6840A-6C99-EE22-EE73-DD4D09E87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201439-8F87-6AD7-7577-2C0C83373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3D8AA1-2E0E-48EB-1EE3-7FA4B048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BDC19A-FF84-11C0-9B5D-1B5B3157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70F84A-7742-25A2-31D6-CC96FE85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531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694ED3-CEC7-44AF-C32B-D6473022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058855-EC31-07EF-4B2E-55C42F466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AECF86-B99F-5BA1-9EF0-81D72DD90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FCE688-6C6D-D4DF-6D9C-BA8B1C64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8CBEA-0CB5-5588-B35F-AF689953C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074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DC5993-FE29-2A69-F677-AF8D1114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B21464-041E-3FB7-503F-E8A912D72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1AE250-D401-158A-1015-2449E4B4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53D316-3428-36D4-1D69-9EAEE078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78300B-1C51-3A94-0CF5-5E4CE6D9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31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E730A-3563-771F-EA35-83BC50B29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5CF686-ACB1-CCF8-7202-0EFAEF1E9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537188-D573-2F63-392E-83C372113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7576DC-A388-AF60-5071-31FE93D7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D869AB-5023-9C70-49B8-4383D885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241D50-DD94-E1D1-796D-314C1EEF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7447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6875D5-B9B1-841F-C346-61470F5F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7F63E2-37E2-E40B-8D61-F62E98FED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460839-A972-73D8-BAA9-6D6662D55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666FEA5-F8CA-35BB-F8BE-2E63D02E3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7F7507E-9D40-F2EC-27BE-8DC8C4544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FEDDF7E-CE3E-0F09-764D-A3430C5F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89D61A-C69D-E4F6-47DC-512A7255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1F84AE-E973-D56A-AFE2-58530E69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67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C1FEF2-06EA-D72A-E5A1-F927B8FE4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F852BE-9201-85E3-4369-38782A22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521ED33-A019-B494-45DF-2D333D97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771BF7-B3BF-3265-DDDB-74DAFF35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35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E12319-375C-000D-5662-10E74D2D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DF1173B-016B-45B1-97FC-9B75B56D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6C9585-7376-A57F-0B70-35BECCB5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66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2DB53-1FFD-3DCA-B43E-E94E88CC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585286-FA0D-F175-04BE-C05ADD7B7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F771D1-55D4-45E3-D8DF-1C23E8B06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7AA5B2-D729-93B3-C00E-25E63579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6DE09B-93E8-E252-6D83-399C5F1A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4E713E-C3C1-85B0-0089-FFBE229A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88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F3B525-9395-792F-DAC2-2BF95302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5C26437-98DB-7E77-22BB-C943CD5D1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01979D-8F95-6AF3-4DF8-ED3EA2A1F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B68067-C29E-D60A-A8EF-9305BF8B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90D4AE-5E00-B775-A3CB-405A8A35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8A60D4-451F-89FF-93B2-7131673B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19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50F9FC-C2F2-6536-B63A-9E2532C7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E06D31-1EFB-444C-2F07-6C282327B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CB3641-B864-42F0-09A4-71B484BC8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8234B4-C6F8-F40C-12C1-54F40289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2E8AEC-B1CD-DBDE-7359-28EEEFC1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3768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CFE7139-5AF6-28B2-BF6B-2CED1220C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50445DA-48E6-3D2E-866B-9EB0AE48B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335021-13A8-B64F-4F59-4A66B278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7859D6-3C4A-71D4-2304-BBFE148D1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B33C3B-0A07-3668-148D-09D27573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83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7F43E8C-404C-6ACD-9E00-72754477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A0A1A0-B3EF-24C1-EF16-ADF9D9054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DFC872-B915-5442-E971-09D3D653C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BDFD1-0467-4902-914D-89D17511648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D66CD0-F831-F555-E348-A2E2B0780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488EFF-EEDC-80C5-3559-DEF02FADB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52951-C661-4FE7-ACEA-8547EF5D61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22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D3B60A-9EE9-1856-EAC0-FC6D7A9397E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59549E-765A-AFCD-86BB-E400AAC5476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Eki Genre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CD49CC-9C00-3D47-105E-3F4D258B376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74E57B-5F2E-A036-F487-9C1C8C62961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D3441DE-D57E-54B0-6270-36C170D77E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82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1DB93C-28EE-2DC2-B71F-B9B964D9224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0E54BF-8C16-493E-007E-D1EA3B85F75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D38172-FE55-7D7A-ABC7-A5476455BF8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Eki Genre 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C94E7-13A8-960A-68D6-BD131ABCA98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D2FA4C4-471F-8C87-0EF4-2DE4EFDB8E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30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8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AAA086-C0FE-A85F-FDAA-1F011E3F74D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0A8DA5-37D2-C13D-3F2B-286556BFA88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F2954B-31AA-084A-3F6C-E9E81E3638A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B78B9B-CBC4-6210-22A8-915F67D1AD8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DB4681A-4D8F-54FA-964C-B9A30380C9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23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2DBE86-5408-FA2C-AFC5-6198F8DC580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D9D932-4E42-18F0-0CF8-E41C5092E40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1B7C6F-18C4-6CD2-CFAC-AB666491C0A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CFDC84-752F-6695-7121-F216B117C26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5EC4B13-E131-ED58-7B88-FCDD3627F8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08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C4C0D7-708C-0D2B-1F80-704A17D7897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2C1A4A-B07F-0F26-9F51-A236E79B5C1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7EF9FD-2B29-F9E8-F357-310538A9834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194F3C-D3ED-5B9D-8A23-5B632FFEBFC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B16B92A-0EF5-AF43-BCD7-5B6B1BD257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95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171245-77F5-FC97-C3CE-4EE13EC1406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334834-5D7B-47A9-8B76-961127FB1D8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3C548A-1A6E-AC29-EA0D-C6588BF25DF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https://syunnjack.dev/articles/eki-genre-map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63160A-0B63-CADD-0848-1D1DBED6A98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6E8A883B-5D32-6D70-F3AC-DF777E7629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19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2026-07-30T11:58:25Z</dcterms:created>
  <dcterms:modified xsi:type="dcterms:W3CDTF">2026-07-30T11:58:25Z</dcterms:modified>
</cp:coreProperties>
</file>