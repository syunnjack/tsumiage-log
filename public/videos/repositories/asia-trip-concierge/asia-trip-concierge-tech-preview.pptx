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27FBF9-68D8-7413-3919-F27DE003D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2698AA-7AEB-ED2E-DE87-5E13A1514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EE05E2-A882-D87E-3C3F-67DF8D97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64397B-7EFD-9DC5-DE36-1727633D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7E1014-4C33-290E-7784-7A3521EC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07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C5B1C-3C32-2F5D-6DAD-97BF0059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70300A-D9A1-25EB-696B-DE1DE0E14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23A75-84A5-E8E7-F094-306AD56B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62119B-BCDB-B655-5797-AD50E1B8F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3F408-2298-210A-D6C9-4629CACF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146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54CFF3-C42B-3291-7E73-36612B92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FCC786-0269-41D4-7D8F-95E3A6D0D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E60CB5-53F7-31F5-FEFB-3255F64C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59B354-BB95-FE88-882D-30E1C1CE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F31119-2775-3A22-55E1-2D036B90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210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2AB56D-D8F1-C8AD-40CC-DC778C81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1C7243-3236-B70F-F6CC-6755C3F62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3230A0-1D38-BA98-5EE5-3E1610B1C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842EEC-FE51-2DE9-C663-B098357A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5B0263-4F1D-2EB6-6603-D116175E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4911DE-5FBC-800D-0BCE-1EED74CB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606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98CC84-DCCA-3051-4A1C-6F81F1FED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338DC9-7210-2708-92DF-4AF01E031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EAB356-F4FA-C975-184C-23FFC1356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94F6E8-4560-DE25-62B0-323264496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FCA2174-98B6-A46B-0FB2-29CB97B83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72DEF77-4663-F8F8-D462-44BEBEDF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A8D31C1-7F48-6DDC-8EA8-6EBCECE1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05AF7CC-5407-C793-C368-FC7F28F0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076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D368E1-44C0-845F-BD44-3FB46BCD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FEA6DF-2259-CD8F-015F-B1CED344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FBA3D45-2BD9-31FA-5964-A9533FE7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4CA5B05-E288-DBE4-E449-83BA1F47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647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5E3CCC1-5A86-A9D3-2C2A-A9EDB8EA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EE08C5-7F78-CE2B-2797-47A66E93C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1D44A7-6B60-4A48-A79C-14A7C69C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45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85EC5-3A86-7714-004D-E34FB7BC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8D50C0-25E3-73D3-C6CC-5BE141B84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015AF9-ECEF-DA88-AC5B-4E992D0F5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C6DBCA-7B34-3307-FF06-045BB5AB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549C95-8999-4EEC-26F1-2294913F0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D4E875-811C-73CE-3B6A-60D082F7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70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AC771-1442-F8F4-325A-0789E8F9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3DA1FDF-3C4E-1563-1390-BC0B1371A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5133C9-A336-DA77-2FF8-7975D556C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B885AF-D992-851E-C334-97DA5BA2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10BED0-978C-91F4-CE00-E7A1AE05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A6B9C3-7D0D-D01E-5C88-04213BF5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348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AF2D2B-1509-74CE-15BE-625B7AEF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993C32-342C-691A-D104-ED37B666A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F07FD3-64D3-E86A-C1C7-FBD40B92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E8F3FB-CCF7-0A86-0A3B-DAD7E7C4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2DF847-2652-3F23-85BA-616077AB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56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7B895F-9D3E-397B-427D-8B5ED3A92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9EF00C-F420-1149-4D10-AED9A78D4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D58EF0-7E1A-47DA-47AD-B0910C0D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B72AC0-1207-2B42-F6BE-BA4E0B886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D707A7-43CF-632E-A53D-020CD9BF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56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39ADBE5-04A2-94AC-C370-D9417309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36285-F920-AA40-B65E-9048254AA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ECB23C-24AD-AC19-1448-E6B332786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8B6C-5D5A-46E3-8523-470594EB00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2AD862-92A6-A82F-00BA-F25EB0AA2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B64B1C-9F99-0D09-2270-E642DD8DD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44CC7-50C9-4B3B-9FE1-C07F1676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712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750EF8-2B5D-6092-6C6A-79565D0F24C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0C00F3-EBE7-9099-EE4E-EC7393A841D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asia-trip-concierge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402EC8-B257-A5C5-3C85-C887FA7826F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89E31C-303B-6942-B004-AE33DFF57F9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A1EC542-D7DE-0431-4A30-46A452ACCB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25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F644CF-4F54-9862-56F5-840E30E00B6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5AEAEB-9D89-01FF-195D-F7B268FEF48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F3733E-9108-7AA6-DF00-13E663520BE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vinext starter A clean full stack starter running on vinext https://github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6CE8E6-6E98-CE67-C190-4C53D67BFAE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7D23E07-2B2B-D19F-7EE8-89BEF5A255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68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BCF7AF-4F8B-1DA8-0F8A-595BC62CA0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A20EAE-311F-9E22-9152-01CD6BEE7B5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AD8B1D-0399-C98F-8E90-C46A03ADAD6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A52297-391E-7F27-D069-D327F112DB2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8F3C693C-9783-B966-6602-67E4DFEA2C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860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E72534-2490-75C5-BB20-2312FAAC137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7CBC11-25ED-BD17-6251-A7721BBEEF6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7B6538-BB8B-38E3-EF98-55764B0CB5B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C531CF-DF11-13E2-FB18-E06D3FE7F04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37000558-050E-325C-1E70-53D0C55C7B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51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AA3D2F-9837-739E-D831-9421A066671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BE6433-A926-092F-D2F4-D3B62481D8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951203A-C298-E5AF-E732-123745374F4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FE2FF4-C0C9-C743-04BD-FDA8BFBC5B6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26020F9-7590-6378-BE99-DC04A436F7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27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3F5FA2-8599-C70B-5DA4-0CEB9F15AE3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642769-BFD0-5C4C-DBFB-6AD9026A264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4ABFD6-410B-E73B-B35F-F6B6C96B7A0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https://syunnjack.dev/articles/asia-trip-concierge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D8765E-18B2-3B18-C435-0695A553C7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49E2C119-6051-83FD-2990-405E6A87BA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500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2026-07-30T04:02:46Z</dcterms:created>
  <dcterms:modified xsi:type="dcterms:W3CDTF">2026-07-30T04:02:46Z</dcterms:modified>
</cp:coreProperties>
</file>