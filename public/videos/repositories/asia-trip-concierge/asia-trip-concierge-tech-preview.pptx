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00471B-3249-7658-13DF-2CD8031F6D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9B28672-7342-6610-28A7-55866BCA69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C8FDD2-1386-7C99-8420-143AEC965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FDE8D-40B8-48E0-BD24-41E6F9DECD8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65B2E67-C32D-24C6-EBEA-14D666730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C0D1061-7A34-2E49-7400-610D59AB2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EC55A-0D47-41B3-AD36-51B34E2480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98251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72FB78-40E3-167C-BF5F-9FD11456C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BA8F228-2670-7F67-B9FA-8B86B0DC52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47C5708-791A-66AC-7789-B01F1D7AA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FDE8D-40B8-48E0-BD24-41E6F9DECD8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23E5484-B4E3-68DF-22B5-55663E24E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5D8B2D1-A6F3-AA73-1D3A-744BE742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EC55A-0D47-41B3-AD36-51B34E2480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7589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3552CC-5E23-0E43-FCF0-50F998F78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1DDECE3-3C83-05E7-D52F-0DE3F0507C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B9BA4C7-002A-9FE6-D34E-BE9D97D9F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FDE8D-40B8-48E0-BD24-41E6F9DECD8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856CE7-0D12-636C-9D72-7DDF3A8BC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400108D-D91C-F95D-371C-02726F6A4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EC55A-0D47-41B3-AD36-51B34E2480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0119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35C0E5-4CA9-A96B-2316-C956799AC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E7C261C-5C56-97CB-3F4D-64EEF38679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7D96402-3714-19F1-9ECF-730C3B9AB4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469FC8F-24E7-B71B-59D5-04F54129B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FDE8D-40B8-48E0-BD24-41E6F9DECD8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F413464-609A-5CAA-B0E1-09A88AC77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0B9EC4-BE96-542B-52BB-D69D10147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EC55A-0D47-41B3-AD36-51B34E2480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0938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F659EBC-B30D-1990-597D-872008494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07C5B29-324D-B24B-5085-DBD5B4A8FF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C20A93-A47C-680F-9B2F-6825F8BBF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CEF6AC2-4E21-AC7D-2AAA-EBFD4050FD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935AF05-C7FA-D67E-1598-E4E4AE07A0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66315F7-1201-6FEB-A0F2-C7EC25558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FDE8D-40B8-48E0-BD24-41E6F9DECD8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DED79F8-A602-CC04-73B1-BCFAFA58D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E121683-CA14-46F4-B63D-115C553A0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EC55A-0D47-41B3-AD36-51B34E2480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9111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7F08B7-A57E-58C1-2EE1-EF5F8E1B5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8CEFDC5-6DC1-1EDF-5F26-CC239A951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FDE8D-40B8-48E0-BD24-41E6F9DECD8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7F7DF55-0BD9-877A-8D3A-67D0AECCC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F0790C3-401A-1AB1-58CD-4B6F42404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EC55A-0D47-41B3-AD36-51B34E2480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466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D5AFEB0-02B7-057D-9B07-5ECB379B7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FDE8D-40B8-48E0-BD24-41E6F9DECD8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D43FBE4-A1A9-BA7A-FF64-72DB8A38C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0910FF8-14D2-ABD2-EEF1-96AF43D6F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EC55A-0D47-41B3-AD36-51B34E2480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5437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546AE76-1E04-AC9D-6459-E367F7F99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6944D13-FE2B-3E2D-E79D-50A94C6066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D4F168E-2D5B-01EF-6139-EC2758E13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E1E94BF-2207-3EF2-BA7B-B3288139B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FDE8D-40B8-48E0-BD24-41E6F9DECD8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91409AD-CFD2-86A8-DDAA-A2CC424E5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B13A70C-B462-3630-15AE-3F730636A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EC55A-0D47-41B3-AD36-51B34E2480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1531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BE9E1C-21EA-CC73-98EC-B3851AE16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3E6956F-F891-40FB-D468-A308D2A1F1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A33648B-CDA4-6132-E6F4-4950E12523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0941EA3-5D93-5C1D-2485-F39DC9DFA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FDE8D-40B8-48E0-BD24-41E6F9DECD8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23DF9F3-2A99-031C-9B79-5723FE130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75858E7-446E-694F-B13F-430DFB6B9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EC55A-0D47-41B3-AD36-51B34E2480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65715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562BA1-0359-F994-AD4E-A63CB30BA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27421C4-AB48-170E-6EA9-AB22955CA7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1090D5-16D3-DF16-2965-11024CFD5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FDE8D-40B8-48E0-BD24-41E6F9DECD8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2C8BDE6-A1F4-3AD9-7A87-370ADCA67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0B78E1-0C5B-7091-0840-C98056DF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EC55A-0D47-41B3-AD36-51B34E2480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6849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FB4A03A-D8F5-5F5F-EE09-FDE5267E0F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892D83B-A2D0-62CD-941F-B101027F5A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F8ACED-AE1A-98AC-D0B6-93D45052F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FDE8D-40B8-48E0-BD24-41E6F9DECD8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8D62C3-F4EB-864E-DC84-70439A680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870D552-3DE4-CFD6-6244-0B89B64F7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EC55A-0D47-41B3-AD36-51B34E2480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6013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C7C4197-B79D-3E60-F0D1-DEF6DB0F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4066086-DCE4-805C-F8D9-F16622AF6E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D75C0CC-ECC3-802B-FCAB-E1D8539DA3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FDE8D-40B8-48E0-BD24-41E6F9DECD8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23F1C42-22C2-7E00-1687-24093830C8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C68A4C2-E368-2BC2-2098-D5C1276E7C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3EC55A-0D47-41B3-AD36-51B34E2480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332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B6234FD-6249-D8BC-308D-27442A6098A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AA4768B-AF14-022B-D90A-39420E1B348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Asia Trip Concierge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2CE3EDD-6CEB-DF05-D79F-36DAA130D12B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5A5F727-D185-21D6-A67D-397D82BA891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41E1E80B-8875-89E3-5EC7-D3EAAB0DD6A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8732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73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A36DAAE-C548-F04B-E921-B62307215D9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E586864-1462-6760-8F59-07668A61B15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9C3F212-3A18-B49E-5DE6-D9C8D86E8644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vinext starter A clean full stack starter running on vinext https://github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50D5464-4FCC-363D-F84F-48FE8E08816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BB81ECF5-DB27-1EF3-C454-86E65B797FF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4088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9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FD92DE6-0FAD-A69B-7A88-0440252D1A8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B65812B-60F8-66EA-1004-F3E0B4D982C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15C8093-2EF1-5CB6-FD17-532636FC89B4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9EE3878-F7DD-AE6C-523B-FF3B5131373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DA56C640-2BC6-1CBC-C8AB-7C66202D163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8787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8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88DC0F7-257D-C564-67DC-FF9A163CFD1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BCB3EE6-A1DB-0E72-BBC6-44C2577F6E01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4E50D3C-12A0-A1F9-1310-7421E3D6269A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build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E2391DE-B4FA-6F99-F6E7-9C0F8082B61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311B754F-1526-6919-B375-9199A8CDE0A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1426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4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72399A2-E5D9-5437-F9AD-7F762743BCF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3DAB66F-3E43-F4BE-7A9F-654FAD69A14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E96D545-2533-8D83-638F-914C1F9BFBA4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Configure private site hosting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B5666C7-3D5B-F30D-2184-BAD9264C7FC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5DCF2842-CB10-AD23-0D3B-55449D21292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42184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62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479817F-D975-B443-3EBA-258C89ECD80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7C4AD14-83D0-6279-7889-1F6552F08C8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FE7EDAF-6D8E-AA4F-FBC9-4CA2ABA8F353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https://syunnjack.dev/articles/asia-trip-concierge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2DCFCFA-A1CE-879F-A846-F9B85465297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AD65D564-9A4A-1CDD-41DC-3D134CE88AA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1319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156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2026-07-30T04:41:57Z</dcterms:created>
  <dcterms:modified xsi:type="dcterms:W3CDTF">2026-07-30T04:41:57Z</dcterms:modified>
</cp:coreProperties>
</file>