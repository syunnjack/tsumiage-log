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92B67C-BB08-B7DD-CDAA-E47A18F3F3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063319E-B16E-D0F0-3C6C-FB8F51669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669DC7E-2C69-9E39-1D5E-D5988C3AE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19942FF-CFFB-A45D-428B-1A17F7AC7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2634C1-9E6B-CEDC-01FC-26470D9F8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85191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D4E558-C1D2-A778-6646-9705E492C6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EF54058-478A-DC81-4F82-41C449C85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1B9680-0FD4-7015-9F9C-4C8A15B93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AD0C81-6048-1134-8721-3CDA3CC37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F296A4-9C0F-2793-6751-9B0DE0170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84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13A321-87AD-0395-5122-BF010C4F9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3EF08A-1DD9-E438-8123-7EF8DC8CD2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2C4760-C2BE-9839-2CED-34927C871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382516-06F2-67FA-60AC-A7F3C917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BA07B9E-2C35-3BF5-315D-A8ED63995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7189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988D6-166D-DB81-9986-5CADE42AD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CBDDEB3-62F9-9826-4F47-EA495344EB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3DBD51C-6599-4B72-78D5-4120EEA62A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5AFE24-984F-E717-B67B-9BF04E965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45C0D0-2CC6-AF6E-89AB-DD436AE67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D0513A-1845-CAB4-B19E-D91C6DB6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9784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0AE3E7-20CA-A1DF-B9C4-4040FDC63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6CEDF48-07AE-6149-5146-DEA7DA412D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E5985A3-D103-FA87-956E-C7C1D45819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9F4A62ED-D5B0-9F6B-F5D0-9941ADFBDF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6D05B88-063C-BC2A-538C-3F680B441D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91052E9-B2C6-ED7E-BB3E-658041796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A8BAF67-15FB-97BC-26A1-BE5CD67E8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9DA1B6-3F17-568F-24A2-128C9FA24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69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FA1132-C06E-5A20-C047-B234FEC4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D0C26D1-B02D-684E-0357-8DA7E076C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884234B-0BA6-9C96-5864-C3A252E83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D8E35684-AC46-B20D-0CE9-AF4191AA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4279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BADD9EE-B8B9-4BEC-BF32-2B9986AF1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9220FBA-C722-E49E-D9A1-D1C1BE94B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31FF380-BA95-CB7C-0113-DE9755CF9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4486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B89155-5155-7CCF-67E9-3C181A86F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1DF56FB-9F6B-06A0-7045-57AD6EF4C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7FB3355-2F05-6F10-1A69-E6F955D93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42574C-D5F0-837C-D261-6E3D9533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F429DBD-2946-A4C5-8AAB-C3C1243C1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9132D59-2B10-021D-FC17-DFC87C8B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4810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EE0D58-DAC1-B1A0-E9C6-D80F9AB7D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6C94C4B-03A7-D38A-49A5-9D5061D46F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6E001C8-FDCF-EE52-E18C-7043A30F71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104830A-9F19-E3C4-7668-D2DA57185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E9A523D-7E0D-134F-DAED-DDBB01C8E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633625-C6E3-9A83-669B-D746769F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1046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428B86-BA0A-E415-D4DC-E75C9D5A0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CFC7B50-D819-B28D-A6C9-603AE964B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2B3DC1B-2B9A-E502-C4D6-899F6F694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61C4C08-CB45-6D2C-8D59-5471AFFC1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E062BD-B45B-E88C-A29D-82F3C62E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43500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2D28911-EB0E-D8B1-7968-981AB87A0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A6A2850-AB24-BE9E-831B-D32B332EFE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A10A117-1FEE-D6AF-D745-EC810E686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DC82AC9-A142-9E9A-C478-147BDC0B3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968E490-EC3B-666E-E76F-143FEF06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666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3FD4E4F-A853-F871-3FFC-135DD8E9B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A509C5B-D411-B64E-765D-2A97C9F428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AFF8E0-EEDC-FB65-0F40-5BE5FD49B0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B3A5F-9029-4640-8A8B-5D70370AC29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4CC4D12-11D1-8E1F-2A94-96B6F1DB590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E58311-9FD7-B478-0586-BE49DCDA8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D4F1C-EB9F-42DA-B81F-4AB702C4DB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085173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02BAD5-F108-625D-1135-5AB0842118A3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EB9F46-A4F6-EFC4-B949-D340CEE8A18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Sukima Insight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09A1723-CFB9-DF6F-5E7A-1819F6129AD8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034EBF-33E2-9D09-EB55-9662DB86885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5ADE735-0F36-5A60-8F13-AA64C1F9186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20780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3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2111707-E8A6-4BB9-426A-46403DE938D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4C2F8D5-1904-3AF0-6B56-4A567AB634E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2974FCF-8313-4CA8-90B1-DDE33A2F327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Sukima Insight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の設計と実装を記録したプロジェクト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92EC68-F32C-9A87-E12A-B69ECF864A7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5613EC3-BC53-E3A6-38EC-72F3DFEAC94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418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3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ADE88B5-BA1B-4433-C251-2CC13AB6712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0267AE2-4E9C-3B11-5B08-958AFCE8DF0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7420904-C372-9E41-F575-1D0C4190A54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主要技術：未分類
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9D45C84-3871-0931-5ACF-BC41BCE3E091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B27E0886-F2B7-5835-784B-2796F657582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2678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BEF7B1-1A99-32E1-2DE0-1BA61E3AB5A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38145D3-2C28-59E8-CEC7-96ED0F55041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5957395-7730-ABA1-D0D4-89246497FEC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主なファイル：主要なソースファイル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712B7174-55F5-7966-0D3E-E9B173E3AAC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EF8E1CCA-205B-D527-8563-2BADE542DFD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3288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DF8884-4527-AE3A-4F13-2D5852A71F1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F3C0ABA-662E-DCA5-97C7-F14A2DB97AE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AC17CF7-AD52-19A4-7F83-6E3C9F288E1E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Initialize repository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AE55B94-4116-5C8F-ED46-4FC2D5E95FDE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C6EF11AF-313B-1133-54E0-91F471D81C8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123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8974BBD-3C7F-7D6F-92BD-92807BFB1AE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21BE37E-32E7-669E-4A22-DFD9626EAA6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BE88A9-D038-A7C2-513F-DB0280E94A35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https://syunnjack.dev/articles/sukima-insight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A6D3530-9590-D19D-7BB4-E1EC1CD1050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BD387F2D-073F-7477-ED47-3987EC7DE21F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4178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2026-07-30T05:05:54Z</dcterms:created>
  <dcterms:modified xsi:type="dcterms:W3CDTF">2026-07-30T05:05:54Z</dcterms:modified>
</cp:coreProperties>
</file>