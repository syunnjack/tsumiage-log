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av" ContentType="audio/x-wav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5" d="100"/>
          <a:sy n="35" d="100"/>
        </p:scale>
        <p:origin x="996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E9D8509-8A59-8104-15F9-B5AA6D0198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8901D53-9C7D-969F-F297-AA264C73DA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859BFB-DB9D-7145-0638-8D6CA34751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38CD92F-D567-1BEA-B2E0-9E1924E39C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A79068-C000-FD66-ACCF-0F25EF930C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9249083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759C820-4EC6-E34B-92AF-33D23599DB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3DC3DF2-7183-3DF9-FC3F-16F15BE6FC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27A1DF6-0498-B0D4-DA11-727C979B08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8676FA7-E885-B1F8-DB04-E69EB79B33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5AA65E5-9D70-BE72-ED9A-D3952ABA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730464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3A5485A-EE40-AEB3-1720-1DE154ED0C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43A0BCF-B9D1-B9AA-561A-3EA7EDA855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92BAED0-0C7A-F4B1-E977-C3D0DF5318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6E0F99F-3DF4-18A1-081F-43A440A614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36CA86D-0EBF-0F0F-210C-DCD58715A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82301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C9F0DA0-1C82-7C32-58F7-98FE4546D82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86364D4-773A-AF4B-331C-E27D26A6AE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56909719-03C0-232F-926E-C878331411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E48F47E-326E-9404-9290-60D38262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87CF336-2592-390B-8C4B-257B674A82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C7EA07C-2B97-EFD3-E119-B48E53907B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308198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B7C073F-7F5E-4123-D20B-09C7316CFBC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C61D8F3-E752-4EFB-C7A7-B3AB28A6F1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2FCBEE-25AE-2DAE-3A0B-3300D9CAA6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91569E2C-FEB8-821B-BD34-13101D9471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C96F251E-F66E-5AAB-1C51-AAAE3FCE65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2F68009A-6527-6BA4-B57E-E58F95EC6B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7876F00-2D19-1783-DAE0-565D947929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68E9223-BC56-A1F0-E7F5-1089FD681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430869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71F37E1A-A30E-F3F1-68CD-D9B99280E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3EDB11D-2E06-7009-AA8F-87131F4D2D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E1FD7C-1E07-C154-E6C9-12D2A6EAE2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A8C65AEA-AC49-D019-3C82-43D3C7419A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5102550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ACD62ECD-B18A-4A41-A02D-CC83A2C3A73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CEEDBD7A-FDEF-8242-0942-8CC3BFE86F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85D82A5A-2DD5-82C6-CDAB-0BE71AB6E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7372059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775D77A-AB8B-6891-FDC5-F9081BFF1D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5724DEBB-7020-9236-DBDB-AC8197858B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0993EAD9-7E9E-0A23-C728-FC1B1A54CEA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170D53C5-2535-1459-5EAE-0819D01589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4758C7B-C5F9-279F-5D9E-0F4BA097C1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A7E1F58F-2391-2F5F-CE78-2AD66BEF5A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741474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7F8FA59-7031-0B1F-DBEF-519C9256A6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7C635E5C-F572-2560-A51A-A0A446506AE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7864F78-4988-8EA4-82A7-689E868CFF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CB0A646-97EA-D700-3BC1-18AEBDF7CC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CAE05C9-18B3-F88D-EC3E-042EF4BA2D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FDE4309-F71C-FE8E-3160-C32F7FB2B9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847007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465C9F8-BE1E-9BA4-DDFB-48A38F40D5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4CD9B071-8E9C-4EE4-0854-2D9E08661E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A30A1E4-3164-D028-4C14-31F4DF5B3A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253F67F-55D9-045C-A8DD-739C76C65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230090C-9015-18B9-3C58-C6534587EC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98113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11A78705-9FF2-9E44-7357-D964F7792A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4924CF5-F9DC-0250-D8CA-0F0E155E2C0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17985493-ACE2-14F7-C2A6-B998A87563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58B6C54-0B3F-671E-CAB9-93F94EE9BF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CB5B27D-0465-54D1-5790-5513D27CAB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345252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9E00AAF2-7A9F-61E9-A90C-429F40A9C8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19D3D82F-C718-A437-B9B3-69F5549154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1FF30C6-75CB-D490-B2BD-CA4F1798BB1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DF9E524-444D-42E1-A37D-856CCDBEF80D}" type="datetimeFigureOut">
              <a:rPr kumimoji="1" lang="ja-JP" altLang="en-US" smtClean="0"/>
              <a:t>2026/7/30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49D1F63-16F1-3E6E-7C21-E5E34392D04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368F9E3-114D-E5AD-4B44-07F54D2D3C3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3568302-EB8F-42C1-853D-02762BEE82E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4481102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1.wav"/><Relationship Id="rId1" Type="http://schemas.microsoft.com/office/2007/relationships/media" Target="../media/media1.wav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2.wav"/><Relationship Id="rId1" Type="http://schemas.microsoft.com/office/2007/relationships/media" Target="../media/media2.wav"/><Relationship Id="rId4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3.wav"/><Relationship Id="rId1" Type="http://schemas.microsoft.com/office/2007/relationships/media" Target="../media/media3.wav"/><Relationship Id="rId4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4.wav"/><Relationship Id="rId1" Type="http://schemas.microsoft.com/office/2007/relationships/media" Target="../media/media4.wav"/><Relationship Id="rId4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5.wav"/><Relationship Id="rId1" Type="http://schemas.microsoft.com/office/2007/relationships/media" Target="../media/media5.wav"/><Relationship Id="rId4" Type="http://schemas.openxmlformats.org/officeDocument/2006/relationships/image" Target="../media/image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audio" Target="../media/media6.wav"/><Relationship Id="rId1" Type="http://schemas.microsoft.com/office/2007/relationships/media" Target="../media/media6.wav"/><Relationship Id="rId4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6186F5C8-4D09-D946-F81A-7CE1C8B97A92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F85F27E-4041-36F3-1B7A-658AFE79434D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3400" b="1">
                <a:solidFill>
                  <a:srgbClr val="111111"/>
                </a:solidFill>
                <a:latin typeface="Arial" panose="020B0604020202020204" pitchFamily="34" charset="0"/>
              </a:rPr>
              <a:t>Flea Price Watch</a:t>
            </a:r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の技術解説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1CA4FEC4-E332-E2E7-0C10-8FE16F5283CE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設計・実装・コミットから学ぶ短時間プレビュー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38CC7FF-F2F4-537F-BCC9-B331EF2DD7C3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01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1">
            <a:hlinkClick r:id="" action="ppaction://media"/>
            <a:extLst>
              <a:ext uri="{FF2B5EF4-FFF2-40B4-BE49-F238E27FC236}">
                <a16:creationId xmlns:a16="http://schemas.microsoft.com/office/drawing/2014/main" id="{B6E3925F-DE3E-2471-CD8C-A2C18DCFCF84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0002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6000"/>
    </mc:Choice>
    <mc:Fallback>
      <p:transition spd="slow" advTm="6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5507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1B293E16-A3D3-D7C7-AF62-C09D00C03F41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B9049D0-D997-50B8-582B-67E6C5A1568C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このプロジェクトは何を解決する？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50B8850-7AEA-9ED0-3EAD-7E32E203C26E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Flea Price Watch 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フリマ相場・値下げ通知 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Repository Recommended repository name: flea price watch Domain candidates Confirmed domain: fleaprice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830B3B99-4CE8-2B16-0643-7CDA92A6ADAA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02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2">
            <a:hlinkClick r:id="" action="ppaction://media"/>
            <a:extLst>
              <a:ext uri="{FF2B5EF4-FFF2-40B4-BE49-F238E27FC236}">
                <a16:creationId xmlns:a16="http://schemas.microsoft.com/office/drawing/2014/main" id="{1A4B6DF2-7AFD-A8EB-12F8-188F6ED41EFD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486463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2000"/>
    </mc:Choice>
    <mc:Fallback>
      <p:transition spd="slow" advTm="12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1319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AEC55E6-3EC5-102D-3ED7-3EA59BB470A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2A3F359-7E5B-5736-9E2E-E833A8B94C0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技術スタック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280B6843-1550-F805-F1CD-6223694111A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主要技術：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JavaScript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・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CSS
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役割を分け、保守しやすい構成を目指しています。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FCAF5BA-82A5-8381-8101-C8655125A6F1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03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3">
            <a:hlinkClick r:id="" action="ppaction://media"/>
            <a:extLst>
              <a:ext uri="{FF2B5EF4-FFF2-40B4-BE49-F238E27FC236}">
                <a16:creationId xmlns:a16="http://schemas.microsoft.com/office/drawing/2014/main" id="{65AEC06C-E1E4-1A8A-EA55-469A1AC8E049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78169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000"/>
    </mc:Choice>
    <mc:Fallback>
      <p:transition spd="slow" advTm="11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0215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430C9E2-D791-0B90-E36A-CD29FF9B71EA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5B69B908-E1F6-6880-DF01-511EF5F9468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リポジトリの読みどころ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DF0921C-9CD1-3DC5-C7F9-FD986CA50490}"/>
              </a:ext>
            </a:extLst>
          </p:cNvPr>
          <p:cNvSpPr txBox="1"/>
          <p:nvPr/>
        </p:nvSpPr>
        <p:spPr>
          <a:xfrm>
            <a:off x="533400" y="3429000"/>
            <a:ext cx="10795000" cy="707886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公開コード、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、コミット履歴から設計判断を確認できます。
主なファイル：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README.md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index.html</a:t>
            </a:r>
            <a:r>
              <a:rPr kumimoji="1" lang="ja-JP" altLang="en-US" sz="2000">
                <a:solidFill>
                  <a:srgbClr val="333333"/>
                </a:solidFill>
                <a:latin typeface="Arial" panose="020B0604020202020204" pitchFamily="34" charset="0"/>
              </a:rPr>
              <a:t>、</a:t>
            </a:r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package-lock.json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FE222494-91A8-BC66-7E39-913CF6E258FE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04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4">
            <a:hlinkClick r:id="" action="ppaction://media"/>
            <a:extLst>
              <a:ext uri="{FF2B5EF4-FFF2-40B4-BE49-F238E27FC236}">
                <a16:creationId xmlns:a16="http://schemas.microsoft.com/office/drawing/2014/main" id="{441CC84C-7850-504D-38F7-F0CA366FF523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15224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0000"/>
    </mc:Choice>
    <mc:Fallback>
      <p:transition spd="slow" advTm="10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9670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EB4E1F-BC6F-8679-F1E0-75341CE0BC0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8B30FAF-E3E1-4D3A-7D04-3DAB899DC7EA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コミットから分かる改善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DCB7CECE-2800-B254-1F60-66BFA9088DE4}"/>
              </a:ext>
            </a:extLst>
          </p:cNvPr>
          <p:cNvSpPr txBox="1"/>
          <p:nvPr/>
        </p:nvSpPr>
        <p:spPr>
          <a:xfrm>
            <a:off x="533400" y="3429000"/>
            <a:ext cx="10795000" cy="4001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2000">
                <a:solidFill>
                  <a:srgbClr val="333333"/>
                </a:solidFill>
                <a:latin typeface="Arial" panose="020B0604020202020204" pitchFamily="34" charset="0"/>
              </a:rPr>
              <a:t>Set confirmed custom domain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1679EDF-5A2A-93A7-34C3-1EC6373251C9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05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5">
            <a:hlinkClick r:id="" action="ppaction://media"/>
            <a:extLst>
              <a:ext uri="{FF2B5EF4-FFF2-40B4-BE49-F238E27FC236}">
                <a16:creationId xmlns:a16="http://schemas.microsoft.com/office/drawing/2014/main" id="{8F452FCB-1EF8-2AB9-BABE-B56BBD59D002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18964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51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20F1456-6795-F37C-0FFF-6A1733E2810D}"/>
              </a:ext>
            </a:extLst>
          </p:cNvPr>
          <p:cNvSpPr txBox="1"/>
          <p:nvPr/>
        </p:nvSpPr>
        <p:spPr>
          <a:xfrm>
            <a:off x="533400" y="406400"/>
            <a:ext cx="10795000" cy="338554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600" b="1">
                <a:solidFill>
                  <a:srgbClr val="556F35"/>
                </a:solidFill>
                <a:latin typeface="Arial" panose="020B0604020202020204" pitchFamily="34" charset="0"/>
              </a:rPr>
              <a:t>TSUMIAGE LOG / TECH VIDEO</a:t>
            </a:r>
            <a:endParaRPr kumimoji="1" lang="ja-JP" altLang="en-US" sz="1600" b="1">
              <a:solidFill>
                <a:srgbClr val="556F35"/>
              </a:solidFill>
              <a:latin typeface="Arial" panose="020B0604020202020204" pitchFamily="34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37DEE4BE-F341-7661-9FC4-4C70EA780175}"/>
              </a:ext>
            </a:extLst>
          </p:cNvPr>
          <p:cNvSpPr txBox="1"/>
          <p:nvPr/>
        </p:nvSpPr>
        <p:spPr>
          <a:xfrm>
            <a:off x="533400" y="1651000"/>
            <a:ext cx="10795000" cy="61555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ja-JP" altLang="en-US" sz="3400" b="1">
                <a:solidFill>
                  <a:srgbClr val="111111"/>
                </a:solidFill>
                <a:latin typeface="Arial" panose="020B0604020202020204" pitchFamily="34" charset="0"/>
              </a:rPr>
              <a:t>詳しくは積み上げログへ</a:t>
            </a: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0AEB888-F986-F6C3-4361-7E3C48CDC414}"/>
              </a:ext>
            </a:extLst>
          </p:cNvPr>
          <p:cNvSpPr txBox="1"/>
          <p:nvPr/>
        </p:nvSpPr>
        <p:spPr>
          <a:xfrm>
            <a:off x="533400" y="3429000"/>
            <a:ext cx="10795000" cy="1015663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記事： </a:t>
            </a:r>
            <a:r>
              <a:rPr kumimoji="1" lang="en-US" altLang="zh-TW" sz="2000">
                <a:solidFill>
                  <a:srgbClr val="333333"/>
                </a:solidFill>
                <a:latin typeface="Arial" panose="020B0604020202020204" pitchFamily="34" charset="0"/>
              </a:rPr>
              <a:t>https://syunnjack.dev/articles/flea-price-watch
</a:t>
            </a:r>
            <a:r>
              <a:rPr kumimoji="1" lang="zh-TW" altLang="en-US" sz="2000">
                <a:solidFill>
                  <a:srgbClr val="333333"/>
                </a:solidFill>
                <a:latin typeface="Arial" panose="020B0604020202020204" pitchFamily="34" charset="0"/>
              </a:rPr>
              <a:t>学び、作り、振り返る開発記録。</a:t>
            </a:r>
            <a:endParaRPr kumimoji="1" lang="ja-JP" altLang="en-US" sz="2000">
              <a:solidFill>
                <a:srgbClr val="333333"/>
              </a:solidFill>
              <a:latin typeface="Arial" panose="020B0604020202020204" pitchFamily="34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155F4A45-8068-6F32-865D-A33A6D889B14}"/>
              </a:ext>
            </a:extLst>
          </p:cNvPr>
          <p:cNvSpPr txBox="1"/>
          <p:nvPr/>
        </p:nvSpPr>
        <p:spPr>
          <a:xfrm>
            <a:off x="11112500" y="6223000"/>
            <a:ext cx="571500" cy="246221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kumimoji="1" lang="en-US" altLang="ja-JP" sz="1000">
                <a:solidFill>
                  <a:srgbClr val="666666"/>
                </a:solidFill>
                <a:latin typeface="Arial" panose="020B0604020202020204" pitchFamily="34" charset="0"/>
              </a:rPr>
              <a:t>06</a:t>
            </a:r>
            <a:endParaRPr kumimoji="1" lang="ja-JP" altLang="en-US" sz="1000">
              <a:solidFill>
                <a:srgbClr val="666666"/>
              </a:solidFill>
              <a:latin typeface="Arial" panose="020B0604020202020204" pitchFamily="34" charset="0"/>
            </a:endParaRPr>
          </a:p>
        </p:txBody>
      </p:sp>
      <p:pic>
        <p:nvPicPr>
          <p:cNvPr id="6" name="slide-06">
            <a:hlinkClick r:id="" action="ppaction://media"/>
            <a:extLst>
              <a:ext uri="{FF2B5EF4-FFF2-40B4-BE49-F238E27FC236}">
                <a16:creationId xmlns:a16="http://schemas.microsoft.com/office/drawing/2014/main" id="{CFF39082-1F43-1632-A85A-0C55177F7267}"/>
              </a:ext>
            </a:extLst>
          </p:cNvPr>
          <p:cNvPicPr>
            <a:picLocks noChangeAspect="1"/>
          </p:cNvPicPr>
          <p:nvPr>
            <a:audi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5892800" y="3225800"/>
            <a:ext cx="12700" cy="127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553271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7000"/>
    </mc:Choice>
    <mc:Fallback>
      <p:transition spd="slow" advTm="7000"/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426" fill="hold"/>
                                        <p:tgtEl>
                                          <p:spTgt spid="6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audio>
              <p:cMediaNode vol="80000" showWhenStopped="0">
                <p:cTn id="7" fill="hold" display="0">
                  <p:stCondLst>
                    <p:cond delay="indefinite"/>
                  </p:stCondLst>
                  <p:endCondLst>
                    <p:cond evt="onStopAudio" delay="0">
                      <p:tgtEl>
                        <p:sldTgt/>
                      </p:tgtEl>
                    </p:cond>
                  </p:endCondLst>
                </p:cTn>
                <p:tgtEl>
                  <p:spTgt spid="6"/>
                </p:tgtEl>
              </p:cMediaNode>
            </p:audio>
          </p:childTnLst>
        </p:cTn>
      </p:par>
    </p:tnLst>
  </p:timing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171</Words>
  <Application>Microsoft Office PowerPoint</Application>
  <PresentationFormat>ユーザー設定</PresentationFormat>
  <Paragraphs>24</Paragraphs>
  <Slides>6</Slides>
  <Notes>0</Notes>
  <HiddenSlides>0</HiddenSlides>
  <MMClips>6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啓介 加藤</dc:creator>
  <cp:lastModifiedBy>啓介 加藤</cp:lastModifiedBy>
  <cp:revision>1</cp:revision>
  <dcterms:created xsi:type="dcterms:W3CDTF">2026-07-30T05:02:36Z</dcterms:created>
  <dcterms:modified xsi:type="dcterms:W3CDTF">2026-07-30T05:02:36Z</dcterms:modified>
</cp:coreProperties>
</file>