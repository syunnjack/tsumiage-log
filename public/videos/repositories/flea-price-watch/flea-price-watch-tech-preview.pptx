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D07DB5-3B24-156E-38CF-AF414C175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DBEA27-D671-082B-A41C-4C4C7A086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D30FE8-E4A3-A1FC-239D-2AAADD202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82AD5D-4722-AA60-793C-15200530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C092EB-7C51-C235-382B-5AADDE47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04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09DD34-2C3F-1C43-E64D-BA7BBB6C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F024E6-083B-C1D3-4076-490383CDF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185AFD-C545-0C34-10C3-4E290C52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6FFD93-C14E-943D-AEA8-244C6DA6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E49B31-4D34-D527-F2C0-2ED0B2D1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13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96B0E-E7EF-B106-934F-2DC3F1C0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29F4AE-7432-30B0-350D-1DF679AE7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033A4B-9DE8-A8CF-BDED-DCD8A916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1876AF-962A-0B0A-9466-0F8B6769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7079A3-0088-8C3B-EEFD-A7D93587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12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C39289-E2B8-DA91-85BE-BB56F80E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86F4C2-4387-C40C-0F0A-21DB070FF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DB8FDA-F2CA-E946-5B84-2DD011003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D07402-CF58-D777-FA14-54ED2B13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5E48F3-E92D-1900-1787-9FBB9D87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034988-6238-138F-8F51-C74F2D06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15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1334B1-072D-038A-3377-F50CA7FA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9AD055-1857-A4F9-039D-293BA3A3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BB3EE1-38D9-DD7B-D223-4B59B5F7B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58E8A44-E4AA-ED11-079C-4AF7AFDE9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A9A014A-7454-F19C-F798-F0092581A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B506F26-2C27-A8A2-67CC-3CA26431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3FF4FB8-2ACE-6A2E-56B4-57D4218A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B66300-8F47-37C8-9FD7-35296966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33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A78C4-7C16-7BC6-1FE6-21D2B8A8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DF3109-D4E8-1E92-66D1-FCAA5CCD0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C868BC4-1B13-1F62-36BA-28A9239C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FA5B70-1895-B15C-3BF2-29E8C0D7D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85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DE1E2E-66EB-4F36-C9FD-C67040D5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DE1DDD5-0785-94CC-91F8-CD20C3EEF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C04AA6-4D0B-4F82-5D02-D79A5DC1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92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04A54-BD26-FCEB-BADF-0B9682D5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3E65AC-2D18-FC2C-8D64-3E23C851A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40610C-F707-FD83-BB66-F69796ED0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6A8C93-2DB3-19F2-90EE-EB7CC0AAB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613E98-3B6F-A0FD-5ABA-5444CA09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94868B-1AC6-A66D-E0BC-D21145D4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396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BAE63-389A-953F-2193-83927212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110F83E-75DB-B46B-7FF7-7CF854CAA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0177D4-1E60-03B2-3869-737CF7210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12DA3B-7533-F45D-7797-544F2FF8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E8E3E5-791F-66B1-0C53-FD5F8016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0C08C2-7424-0F15-5C75-CA702C8F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54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1A45E6-EA12-0DC1-D40B-AD82096C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B33DDB-086A-17F2-A253-D9F54D271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312BA5-960D-05EF-39F4-B4B5005A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F68D43-CF28-8FC2-1270-BC09BB279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55F4A3-381D-85CD-27D9-C7A6EAE8A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80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99ABF7-FDD4-C79E-F783-F87151F15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72D596-A702-E36B-1A39-E1CD39D32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2D1F23-4A59-18E0-D6DE-C09294B3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840EB6-6019-963C-698E-D8DC5DE02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BDC546-244B-14F6-0415-113DBD99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22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69DB73A-FE83-34BC-BB1A-C44F9557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B5B83E-C4A6-D638-E07B-D4A8100A3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F0B405-7482-18E8-4CDD-C372759A6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6C393-6375-4B6A-910C-D8F668D1D1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31C13B-7990-23C7-C670-8572D1CCC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A23B16-B5FF-B87E-B24F-B111E13C0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4DCAC-7CC2-42C0-B2FE-182DD5D9BC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68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853C1A-05C9-9C9A-2EF2-1C26012816B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4346D3-360F-AFD7-AAF0-7E65E72B2A5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Flea Price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3A8CC1-EDF8-F5D3-6589-DB85073AE77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D04730-090B-C543-BA77-55E4F04B47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48339BE-4FAB-6778-7A23-A8A6B4D025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06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0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AC3F8A-1FD5-F3D4-9F75-5BEADF18067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5A33E7-982D-0A6B-62B1-A36B1CF02FB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05DB6C-15F3-8950-47DD-19F84CC34E4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Flea Price Watch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フリマ相場・値下げ通知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flea price watch Domain candidates Confirmed domain: fleaprice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1A43B8-ECFB-558E-3155-C8B15E936EA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3C713FB-83B1-622D-3739-146F320988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49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3A20BE-101A-62F1-FDD7-6B86724F4A6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8C3C54-AF21-6A32-68F3-1C7C82CFB07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7C893C-2717-16F7-01F5-B1C0DF1CCBE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6C8681-9924-2031-A4E1-1414EBF4970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3C52096-9321-2BC4-9F3F-B415231EFC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64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901D5DA-BACC-090B-1101-22A7446F082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454850-A757-F802-7E5D-3F0DC23DE9A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109E9C-C6CD-F739-FD74-4763550DE12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D0229B-6FD8-C8CF-C323-4D9D57CEBAB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029C403C-97D9-B2A1-20A7-8647A8F0B9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53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10FFF8-EC2D-9781-7F96-2F883E11002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5D37206-9633-39CC-E791-3B610053A44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28889D-EA12-79A9-010D-39CEE7CB077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8D71E6-3AB1-1F0A-577F-DB18682F86C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80DBF49-2B6B-18DB-0406-34D080FBE1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08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3263A6-3F6F-D57F-6E49-14D03220BF9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A253156-66E9-76CA-D20E-84D4D9D80FF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BF4648-EB92-E9A7-0138-68EF7C64152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https://syunnjack.dev/articles/flea-price-watch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30E4B7-019A-44ED-7869-EBE45B2FD1F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FD8A71F-BF88-92C8-BBD9-4C3DBD6B30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05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2026-07-30T11:31:07Z</dcterms:created>
  <dcterms:modified xsi:type="dcterms:W3CDTF">2026-07-30T11:31:09Z</dcterms:modified>
</cp:coreProperties>
</file>