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DBA2E4-31C0-7E28-2662-A20C0BCA8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38A680B-065F-1B07-0A42-EBF4E401C4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E4BE0D-734B-8882-BDCB-449212345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89F922-0E28-B924-2430-B148C9B5E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11F73D-AFC6-3AD4-E490-48AE6C56A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9007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9C163A-6D5E-E263-7F37-3E39E216C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4955FDF-AFD2-935B-D2D0-DB5989074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5548F1-D34B-9709-8B54-E2E7A8400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DE4E9A-DF0C-8E1F-D942-F8806DDE5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49EB10-0EAB-FB5C-169B-28C20EBD4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285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80D02-0B09-85D7-3434-66BB25CD0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B7DDA32-16E0-042F-1BB5-35CECEB76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C20A3E-BBDD-BC20-EB01-8DE1AE924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D9E35A1-8626-BF25-34A3-50B63C0FC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C919555-9243-A860-3FA0-B78FE1C3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0148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88F5E5-496E-D8EE-5966-9B1B6D1DA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B5281D-F7D7-7D6E-2A93-EBCC09D3AD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C5CD86-3E46-DDF3-C844-07D3B090C9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AD812C7-B539-F812-63FA-41E31B5A1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8775ABD-CDB6-0868-D03C-CD6D848FE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ECB5B-F058-9D24-6C76-10021B963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125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675ED3-9248-FA9E-71A0-81590E1C6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A08534-4260-5502-BA2D-27FF662E3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EDE405-3729-F328-6C06-2F35DABEAE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225D2C6-7945-BD2D-02D5-7C1AA55A09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A3E2417-E543-5F3D-C3AF-14D58F5AF4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1B70CB7-ADCF-ED20-127A-9162C978E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53C9E8B-FAA7-7655-A4CD-9DEB9E132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3622F84-EC92-AE81-BB00-67054CE0B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8279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DB8368-1783-6F2D-87AE-BF69DBE33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A8CECDE-E6C6-38B5-2FA6-40C37D775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516272B-EDA1-40CE-4DD8-4F420CC01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D5FEC89-FA10-2ACD-2409-B32822E78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779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CFF033D-5D93-CBFB-9703-F709BCD75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E794E52-8401-559B-46A5-DBBF2B22B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3EE898-3207-5E54-4FAC-CFD2E9FBC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8946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CBB5BD-3658-AFD9-36BA-A29180117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C10C73-8F38-0E27-5FD7-4D749394B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8234DF-4BDB-67F3-6AA3-4416EDB1B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FC5228-1BBF-B8E2-6E09-3C8814D96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684915F-702F-B894-3719-BF551962E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CD23BF-E709-6536-D9E7-DA3DD909F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1718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2A9F7A-F853-880B-8377-8E61B22F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DC7D327-A3DC-53E0-558B-D9650408C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934B15-8F0D-48FE-D3E6-A4967B9E40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EF8B99-8BC1-E55C-2BBC-AE6597E5F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D88A2B-A573-6033-C8E0-22BD2FC4C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36F3ABF-F443-7690-4306-EE52DA13F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0900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BC8B20-A406-29CE-1389-CE38A03D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115DECE-EADC-665A-A4A0-BBB2C4BC2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3A0E91-0C99-6ABD-B0DA-46B479695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9E8317-422D-FBD6-9EE7-3ED570A49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09887D-8C8B-F370-0BB6-470C5D45E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6623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31A892A-9C8B-48D0-FC4C-E72AFCCF55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350507-C213-224C-F9BA-4A596905F9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908E8A-73AC-786C-6057-5D26BC1D2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B63605-D256-EE45-79A7-0F11E8682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D79D58-01A5-DDE1-5163-E5AF01EE7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613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B228F17-16C7-94BE-4562-336722A06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DE045B9-776D-BB9D-57BE-F39D62B25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5927C0-AEF6-65C8-B18C-9C85909B3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B2253-A87D-461A-BEF5-E9762CC1454B}" type="datetimeFigureOut">
              <a:rPr kumimoji="1" lang="ja-JP" altLang="en-US" smtClean="0"/>
              <a:t>2026/8/2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E2B1C2-BF94-BC67-A4C9-14A8A4E400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44390E-E1A8-5318-385F-57F0FAF08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59EA92-F8DF-420E-A5E8-4940031E9E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0316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23432BB-ACF9-86D7-38EB-105E1C0EFFC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遨阪∩荳翫￡繝ｭ繧ｰ 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/ 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謚陦楢ｧ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｣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隱ｬ蜍慕判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FA248E5-C104-550C-8677-5BB865E4EFF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King Epark Neo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277485-C633-2B73-0A09-10641E4A0E5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設計・実装・コミットから学ぶ短時間の技術解説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B221AC-149E-995D-4B1E-2BD3B88B822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B7D017F-2311-AE97-9306-F4CF7E11AFC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5393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F67EDE-A49C-5D94-9AA1-D44293F5426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遨阪∩荳翫￡繝ｭ繧ｰ 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/ 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謚陦楢ｧ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｣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隱ｬ蜍慕判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2D8EC4-1271-C347-438E-9F6C5654A71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53EEA1-BA31-3F14-BDAB-72C0B8148F05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king epark neo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飲食店向け「順番待ち・ネット予約」システムを、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EPARK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（および導入店舗である 焼肉きんぐ ）の 公開情報をもとに研究し、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SEO / AIO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LLMO / UGC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の観点で改良を加えた オリジナルブランドのデモ 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164A2F-F58F-31F0-8024-F873A12E059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6FBE652-7614-6AE3-2E65-5F1EEEDCE57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0189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9000"/>
    </mc:Choice>
    <mc:Fallback>
      <p:transition spd="slow" advTm="1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7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ACFAC0-2DDF-77DB-A6C7-CEE6EFDB4E5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遨阪∩荳翫￡繝ｭ繧ｰ 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/ 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謚陦楢ｧ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｣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隱ｬ蜍慕判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3F3DABA-5E07-3DB7-BCA6-FA75B9C1540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FD34C1A-B8EE-5F63-79C8-6DC739257F9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C27C3A1-C8CB-EBB6-29B5-DE1632958A0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1B8A6D3F-DF90-084A-4CBB-2DC91D7237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0216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BCB48E-A399-CE43-BD80-4406BE7FE58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遨阪∩荳翫￡繝ｭ繧ｰ 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/ 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謚陦楢ｧ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｣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隱ｬ蜍慕判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4A2C5F0-ADFB-F3F6-3E2D-4718D26F11C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6F6C7F-AAC9-B4F3-0FAA-AF1A4CC8861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about-platform.html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assets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521594D-A7AF-E679-0D9C-0A038724ABA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B2872CB5-2DDD-54BE-16FA-7F64B5F70FC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5457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9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9E687F-9E72-C8D0-7384-BDA2B3718E3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遨阪∩荳翫￡繝ｭ繧ｰ 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/ 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謚陦楢ｧ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｣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隱ｬ蜍慕判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22DDB55-D40E-118B-9228-CA9E7AB55B0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BD69980-E6F1-D8BC-7250-994F9681933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直近のコミットでは、プロジェクトの初期構成と開発基盤が整備されました。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F051C23-29DC-026D-635F-139D8CB1019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9BACC697-6866-80EE-6F71-AB050DED8DE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4137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ABFDFD-EFB6-01DD-5E75-FE7FDFDE30A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遨阪∩荳翫￡繝ｭ繧ｰ 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/ 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謚陦楢ｧ</a:t>
            </a:r>
            <a:r>
              <a:rPr kumimoji="1" lang="en-US" altLang="zh-TW" sz="1600" b="1">
                <a:solidFill>
                  <a:srgbClr val="556F35"/>
                </a:solidFill>
                <a:latin typeface="Arial" panose="020B0604020202020204" pitchFamily="34" charset="0"/>
              </a:rPr>
              <a:t>｣</a:t>
            </a:r>
            <a:r>
              <a:rPr kumimoji="1" lang="zh-TW" altLang="en-US" sz="1600" b="1">
                <a:solidFill>
                  <a:srgbClr val="556F35"/>
                </a:solidFill>
                <a:latin typeface="Arial" panose="020B0604020202020204" pitchFamily="34" charset="0"/>
              </a:rPr>
              <a:t>隱ｬ蜍慕判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68B1C0D-4656-6F89-86E4-4F5CA9E30EA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52B779-9CB5-469B-A5DC-F3B855955CDB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https://syunnjack.dev/articles/king-epark-neo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61D33C-3C33-CF88-9973-FDA00056383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76424C50-713A-9D4F-32FA-9410BE0CB55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4175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2026-08-02T00:44:47Z</dcterms:created>
  <dcterms:modified xsi:type="dcterms:W3CDTF">2026-08-02T00:44:47Z</dcterms:modified>
</cp:coreProperties>
</file>