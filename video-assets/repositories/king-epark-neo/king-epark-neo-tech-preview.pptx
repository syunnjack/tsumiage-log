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BF381E-D06D-E33E-B126-2E6CAADF8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AAC9B04-65B4-0EBE-D479-D34F03DF6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3392C-23C9-BDBA-B832-CFD30F38C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0F6269-7382-54CC-2CD7-CDA62F0B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D31134-3FC0-DB6C-3D05-7EFBC83D1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799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22015-92F7-EC03-FD85-B5B9AEDA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6FA61D-7179-A968-AB48-1606250F1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BFB05-8FD1-1E94-934A-0BF6452B5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E37CF5-99B3-AA08-F6E5-519BD6D9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CDF67B-F11C-C5E6-AA51-065514D7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0650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329F2-B706-7286-84B0-E9E9AF4F0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A1A90C-6997-0FC7-65D1-C045276F78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4CBF3C1-DB5A-4955-4CFA-3BA18998E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FA12B3-682B-6374-30EE-E86977CC8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DED666-CA41-8877-9555-A5722883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507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7D1F3F-03A8-C060-ECB8-52160E298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FA305D-5AD9-040B-8CF7-69D17D39C5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F31B099-DACE-350D-A4D9-4E7E164BF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961CA6-D9AA-A7D5-06F6-C54B57D83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C36626-0446-12E4-814A-F5EA186D4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34AAC55-D5F2-E655-55F1-25058A8D4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185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946AA6-2392-3155-658D-37F2C9A13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3B53F8A-98B7-C073-8F64-F485522E3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A11F80-D1E2-9B48-5935-8F24B83B5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452502D-0D51-6A63-AB39-F0D023454B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29E1276-715C-E5E0-FF58-ECAF669EC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06E38DC-5F4D-EFF6-6065-B747F0BE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8DB9C46-7463-D3F9-C463-BBF4C0862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69A4140-EC70-2A33-0387-568042ACA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5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A7244-6977-FCE2-E280-CFA06B31A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F8D1E7D-8BA9-65C1-393A-1069709F4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A5FCADA-B939-52A0-BBC5-6D80F21C6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D8FECF8-6C1B-6A85-8DC0-CBD50E1D8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294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6285ADD-5F7F-8E71-8B40-CD98A7C7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59724DD-B03A-E4B0-D96F-762153C5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27405-4F9C-FA7E-0B32-97335FE6E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663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5CCE2B-ADB1-76B2-1634-8E70B1E8B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C2B628-9052-2E0D-2003-276E305F9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95B7CF-CB4B-2C3A-BCB7-0C23F1EA7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B64A9D-15A8-81DC-B877-9724B5ACF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2C4592-C8C2-F170-1C0C-F0C7C1AB4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5441BE-3EAC-2F8D-E620-7BAD8B279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5522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39B6D6-8BC3-F469-4DA2-054ED4934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F364CC6-D663-8240-89C1-5EEF7CB6CF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D78D4B-1A24-D70D-2CC7-A46CA82C5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EE0822B-C385-0031-89A3-B360EB65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BF53A0C-9EDF-4FD3-98D1-A095F3A13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1B1858-9471-8CEF-EF22-42F244AF0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850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4529-94B0-D67E-D76D-C9AC99DD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2E4AF5-81B9-7D69-2450-92BB86D900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0CDD9F-B064-059D-41F0-83D7DE12D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596929-A0EE-DAEE-BC7F-86EA01DE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FD7878-48AD-4AA4-3A83-E0AE4DE82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484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A7DF47-5665-0869-3209-AF4FEF079A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1F68E7-4F0F-4676-5CD3-5A9242919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A8E144-835B-75D2-2A2C-32175F2F2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CB7B51-4D85-86AA-7DCC-71819C0FD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3C66F5-45F6-CFD4-E5F1-25D8211FC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891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0EBFA42-DE36-E951-2F07-EFC8378C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84FAB4-1C69-D092-5183-E3D490841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3DBA42-CE2B-EA53-B6B0-0E5ECEB21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14D9D-2B16-4C56-91DD-5F9D5BDEC962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95D717-7B3F-7AA4-4181-124A79C93E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FD17F7-EC8A-9AFE-9A49-D5022F8880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DA1BB6-7E1D-47A7-8B10-5332310EF6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023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A723F9-545A-2049-BC71-0B688B9F2A0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CE572B-3E1C-F034-4D13-7B549C0D7FE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King Epark Neo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66C74C0-5314-37C0-3CB0-87CB620F73F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24DC4-B3BC-2443-7139-D9530E570B4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0392C0A-6A25-E12B-3084-A1933682AF7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9093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F4AA00-87E8-58E9-08A6-5F7591AA7FF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D10D5EE-7F20-62E7-97DB-F7E69887440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74A4253-CDF8-74A6-6BC7-E1D2E1E30758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king epark neo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飲食店向け「順番待ち・ネット予約」システムを、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EPARK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（および導入店舗である 焼肉きんぐ ）の 公開情報をもとに研究し、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SEO / AIO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LLMO / UGC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の観点で改良を加えた オリジナルブランドのデモ 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5217FEB-18F0-7A8E-89F1-395DEE27007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3FE3514-B0B1-C020-8CDD-DEFB17BB60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2949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000"/>
    </mc:Choice>
    <mc:Fallback>
      <p:transition spd="slow" advTm="1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7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C218352-7EBC-4955-5291-96A5354646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8E5D36-BF94-049F-635F-51CF082AB31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1AC8680-C72E-32D6-D2E6-4E7335D63DE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85EA20-9E6C-1AD2-1D52-E37D8B73124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435300E9-028F-990E-16EB-2A02500B31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2335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5CBBD3-2751-B37C-1C29-EC33AAAE20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B2E67E1-3AEF-9FA9-6112-E126E5A955E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E72FD3-5A7D-4C77-BA6A-42DBC7308B2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about-platform.html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assets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15DB2F-6A2B-75AD-4AD9-EA0D3B93FEB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8EA7DF89-6C7D-83D8-2CBB-E81298D3E0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400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EC730C-B1B0-0C2F-4CB7-6E25751B83E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3D0D09-C77E-AF92-AD35-16943C9599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1C7453-ACEF-F738-511B-716AB8AE12E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直近のコミットでは、プロジェクトの初期構成と開発基盤が整備されました。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A0514DD-27E4-2C7B-4E36-A9B036AA64A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1CF1329-1F0E-4DAD-47AF-799FCDA116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0353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2D6B6D1-8DD6-B0C0-2137-2DAC6A9840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99B54B5-8567-371D-EBFF-86EBCE3D950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F6E6C5-6DD1-D785-28D5-DA4B7C5B24FB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https://syunnjack.dev/articles/king-epark-neo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C0305A-987A-154A-02CA-E48DEAA3510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0B30A57-3443-412F-6D87-B4641CCC0A2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737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2026-08-02T00:40:32Z</dcterms:created>
  <dcterms:modified xsi:type="dcterms:W3CDTF">2026-08-02T00:40:32Z</dcterms:modified>
</cp:coreProperties>
</file>