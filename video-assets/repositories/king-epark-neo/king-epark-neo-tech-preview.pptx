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71D23F-B56E-8EB2-E23D-4EC2C11CA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2690E8-D3FE-9C3D-EB85-8BB01241C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0EA4E-2E85-E5EE-10BE-5D97671D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126D84-4273-3936-6454-D39D30A7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F66AE3-0129-4CDB-66AA-F772DBCB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0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AC782E-FDAD-B83F-BFA7-53548EDE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07D3F8-1AA6-D29D-60AB-130DEB7C7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63A7CC-11C2-04DA-7253-6DD635E9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DB0E90-28E2-3D84-AA72-BAC02CDD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1D3D0-4C1C-BB7F-6FFD-F7064A54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892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D8879-C1E3-3FE0-6F45-B76102CB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219BB3-A024-07C4-DDB5-E42A6ABEE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5E8165-8711-A4CD-5312-D7F7A9D89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AC0C17-2AB6-5A74-3E29-819C5BA3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633F11-2C14-1BA5-A786-AB556133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1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D2174C-D62B-5CBD-D6B8-107C6507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071B20-AEC2-84D2-A8BB-B506BDE23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AA1704-039B-FD9B-98CB-B4D069B58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224002-537A-E6C6-979C-D74C70FFB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29D941-67D1-1F88-2140-191A431B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C072AF-D742-B494-0B17-FEB7A6E9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83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8D086A-D395-14EB-A5C8-DE05D9D2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2F3010-AF88-6113-E0D0-18570F955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8B37AA-1D06-0F77-ABAA-7FA0A9740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B883EC-4447-3493-6C59-AE9DA6CCD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C2A2FC4-42C4-4ADA-C89E-C6F17B2F4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180F8F9-EDC8-D85F-4E2A-48A9EBBB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758D80-79AF-68A3-15DC-E23FE2B7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8CB11B-5C26-9463-63BA-92EA1FF0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541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DA29A-1C27-EB1D-1001-1596DD6B5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917DAF2-3AC7-EEC9-3327-A8C4CAB8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05E4F9-4FE8-AE76-1FDB-0B41A821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6530AF-B84B-C539-1B0A-CE8938A7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9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94BA68-CAE8-047C-1D26-E9F331A0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9398A9-32D9-E723-A8B9-B6395E55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3D917D-7476-D526-AEF7-5D7A575E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95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E60E51-E9F6-6BDB-37F3-B94E2349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6EC997-AC44-37C7-9AD5-02ABB7CB3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874695-2436-C270-372B-68DDA0E42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42F5BC-B38E-99BC-13EF-761EAF12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A821F1-C2CA-65E5-84C1-C528D515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B087EE-4F00-DDB3-0B23-95F9C9DA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431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3CAFE-198A-68A2-8331-71499DFCC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5DEA57-C4B4-8BD6-92C1-55E65F330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1D980E-0428-9A86-AB43-37279A3E4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B83EF1-0AD7-E009-0A4D-3E7F3863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CB0A0B-89D0-249B-1283-DC715DE1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F6C1FA-80B5-D2C1-87E1-C02DAE81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88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CAE3F2-7B65-6F59-D938-E133ED4A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E8EAB0-CAB1-DC2D-F387-C4DC9B11D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24DC46-DA31-CA74-417B-53191E25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41CC77-2FAB-22AC-2709-D94E27C1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EF4DD4-7989-DD24-0D09-7B110564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529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50F508-1B81-6A13-3537-BD4019172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CA1BF5-8977-8A6C-8A0C-EE8EABAF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50F1D7-F8E0-459D-88B2-8FCB76C2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F85BC2-5A9B-79AB-A37F-FAE97974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DA36C2-7982-485F-A1D1-4B7E0FD2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20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410459-EC41-1F3F-B573-F6F5B500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1231DD-8470-E849-4585-E025C89EE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6CA459-A731-156D-0B1A-440632D10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B06F2-3DC0-4847-A1E4-4EFDA763A8E6}" type="datetimeFigureOut">
              <a:rPr kumimoji="1" lang="ja-JP" altLang="en-US" smtClean="0"/>
              <a:t>2026/8/2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7F86F2-0051-43E8-D642-6876F0133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02F5E5-C701-EDCD-B44C-08676F00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B2D0C-41AD-44D7-BAEA-F8F9A99E35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10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AAD1DD-38B5-7DAD-0641-05DABAF7330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AAAFD3-2268-E51D-9515-6FB79F64BB2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76A7C6-4A50-0065-AA65-8F74568E2A8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設計・実装・コミットから学ぶ短時間の技術解説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DEFBA2-4E21-7244-0E61-816C3ED4AF0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8397B00-0410-88CD-FE4A-BDF7854F77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4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07B6B9-DCB9-AB9A-E524-AE3196EC0B9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FCFEA6-DE8E-8369-1E71-63AF2FC2BCA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4AAA06-A16D-90AC-E1EC-58297E60E4C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king epark neo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飲食店向け「順番待ち・ネット予約」システムを、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EPARK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（および導入店舗である 焼肉きんぐ ）の 公開情報をもとに研究し、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SEO / AIO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LLMO / UGC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の観点で改良を加えた オリジナルブランドのデモ 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7AAC55-BF5C-BA43-44B1-C2C4C7C21B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2CE012B4-A0CD-05E2-6480-9A658EEA1A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08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000"/>
    </mc:Choice>
    <mc:Fallback>
      <p:transition spd="slow" advTm="1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4FF144-76E8-FFC2-D77E-E5753200A2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977A47-B1F9-B1E7-C6AC-28857BF087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1C406D3-503A-E2B8-8711-DB1EC33C2CA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EAFF9C-53FC-042B-5CDE-0D1626639E5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2079EAA-BE6D-81E1-05D8-0B504B0789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7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DEC3E0-8612-9535-1483-1E54E29F72E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EDC626-D739-7109-B14E-5A77F5D561D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197068-06D6-07E8-DA4E-A065DE7C9ED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about-platform.html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assets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FDE1FF-BD86-B57E-D0A2-F049EB485F5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816330A-093B-79B9-DD2F-15B341FD27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00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9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7F8E71-899A-A1AB-8C34-8F334476346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107ABC-7614-D214-C65A-4CA2F2E617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3842FE-BCF6-C6C8-8DE8-BABD6571EC5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7FEB17-89C3-A5B0-3CF0-FD3E38C38F3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0CB5262-8B9B-FDC6-0762-71FA76A327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68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9EB13A-6B26-013A-D5D0-A173B148373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King Epark Neo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9D891C-C864-6144-1CA7-4E7EB61407C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8AAD67-1834-DC5C-9A04-AB836E095BB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https://syunnjack.dev/articles/king-epark-neo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0B669F-129A-07D6-DE7A-58A75C370AD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EB92EBF-1D80-95D1-A02A-79EF648E9E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59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2026-08-02T01:02:01Z</dcterms:created>
  <dcterms:modified xsi:type="dcterms:W3CDTF">2026-08-02T01:02:01Z</dcterms:modified>
</cp:coreProperties>
</file>