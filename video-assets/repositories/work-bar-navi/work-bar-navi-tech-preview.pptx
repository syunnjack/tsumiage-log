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6C02AF-758D-081E-76A8-A8EEA96A86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28C8AE0-831F-190C-32A8-698417E1CF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8E43D41-886A-A67A-F96F-30E2778DE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6E4BD-B95D-4A7F-8880-9CD8EC4912D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D9B7DF9-6C45-6878-DDD9-F63174ED4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DAC8EE-F153-2193-7EF9-4FDF821E0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66F6F-710D-4E00-B59F-752C2B749C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3047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CA4383-2F32-F9DF-0502-AB319C32E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C52BD6A-6C39-BD72-A806-3543B221A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1A8CA65-9458-340B-A23F-812449D34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6E4BD-B95D-4A7F-8880-9CD8EC4912D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5E9A43-184E-6204-A59A-64C86CC7A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EF4B41E-F6E2-F7C3-159F-B0C3F1D48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66F6F-710D-4E00-B59F-752C2B749C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506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A308E9-C984-972A-43C5-EDAF8063A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C1A9C49-F497-CABD-2AA9-2282BA41D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FC7DC3A-51A5-0686-7A77-14EA34631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6E4BD-B95D-4A7F-8880-9CD8EC4912D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446AD34-5684-98E9-4AE1-F5BD67722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1396B7A-7708-F1D4-BD34-2A9D51883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66F6F-710D-4E00-B59F-752C2B749C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2524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842AC6-BA78-2E54-F44F-3B44B337D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05CB4A4-AE40-FF41-ADCA-90B37EAA9B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116BD3D-33B8-EC64-93A6-28449CC4D2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1A6B97A-EF1B-E6AE-0418-DA9CD2EAD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6E4BD-B95D-4A7F-8880-9CD8EC4912D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CB13A21-3355-0E31-64DE-63B9A295F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5711FF6-C6F8-A9C8-0E01-BAED67D6F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66F6F-710D-4E00-B59F-752C2B749C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0135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B917EF-302F-D42F-160D-241C1684C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547D651-3CA4-0F24-08A3-B42740AF4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F65DEAB-8F73-497C-0FEC-E09CB65CEB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EB2BB35-F787-97E6-EF3E-C2EBAB1938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76AF5D1-5FE4-3DA1-4F8A-77DBD0BCE1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EB53C0C-647B-B05F-5439-E91A9AB55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6E4BD-B95D-4A7F-8880-9CD8EC4912D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FD762DB-930B-2AD4-A056-585E9C7E0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9B6D4B2-1626-55EA-F404-6B417F869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66F6F-710D-4E00-B59F-752C2B749C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8494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5BD497-5419-1A78-FBF7-ADA19B4FC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2DF984A-7AC1-28CC-0775-11A194E45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6E4BD-B95D-4A7F-8880-9CD8EC4912D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712ACEF-9388-F62A-78F2-CE5E712EE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8534912-B6A9-276B-8C53-B4AFB079D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66F6F-710D-4E00-B59F-752C2B749C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5582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7C6550B-3242-312B-C16D-81DF49F69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6E4BD-B95D-4A7F-8880-9CD8EC4912D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6A811D1-54DE-8A0D-A12E-E878278B0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65E0078-8C8F-F73F-24AB-20D6592AA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66F6F-710D-4E00-B59F-752C2B749C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8326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FA0DB4-955B-4DC4-A85D-9F29A02F9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23342A3-7BB5-4E32-A336-27F5D5EE1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48191DB-37D1-BFBF-FE98-07AFAECE50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63BD14A-441E-0741-498B-5805C9965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6E4BD-B95D-4A7F-8880-9CD8EC4912D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27E5599-40EC-CAD8-5B8D-75F576CD8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20ADD21-E4A6-A2A6-F10D-C75D36FB0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66F6F-710D-4E00-B59F-752C2B749C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8745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693CF9-2B51-6F83-102A-485E498FA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6EE2597-3346-1BF2-F00F-662AEB07EF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EF2685C-B217-1D70-0647-12D13D3449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29610DD-34B4-B8CB-13C5-190274E05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6E4BD-B95D-4A7F-8880-9CD8EC4912D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248ED92-7EBC-551A-E84B-ADC872B45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61666DB-55D5-ECDB-2E78-BCC4FFA93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66F6F-710D-4E00-B59F-752C2B749C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7400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1CF4D0-24D8-A293-2176-1A42F82F9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84336BE-D093-9E5F-FA47-B9A8AE3487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A83E4FA-E0BC-A2A7-E04B-8E5EEED70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6E4BD-B95D-4A7F-8880-9CD8EC4912D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BB2373C-EDF7-0BCA-7113-0D2F13267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5AF252D-2A28-7B5E-BA4C-5790E86BE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66F6F-710D-4E00-B59F-752C2B749C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9159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227F205-ADCE-4850-0B95-DC995F2731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8860E16-51F1-3AAC-FF75-27025E55CD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3E5AD79-D00B-67EB-13AC-68A211470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6E4BD-B95D-4A7F-8880-9CD8EC4912D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67AE73-13D9-9D1F-9293-7E35A3F6F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CBB37C2-C71A-52CB-2934-3828C0BE9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66F6F-710D-4E00-B59F-752C2B749C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8747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78E2FDF-0C39-F75D-3315-84D39DB41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8B9F0B0-8B61-9370-6D71-85893BF3DC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8490C60-6AFD-5BA1-0ACE-1434693BF7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D6E4BD-B95D-4A7F-8880-9CD8EC4912D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DDD2F4E-0D8A-3B5F-77DA-D43BE0A5C1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66A4D65-A6C2-C4D9-5AFE-202ECF41FC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F66F6F-710D-4E00-B59F-752C2B749C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458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DBC129D-E985-7FEF-D18F-E7DD52BB26E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C3C39A8-13E8-9A1B-9BFD-2ECB2165150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Work Bar Navi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D6151BF-3D63-433B-D2C6-CB14A7E2C44F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2122EB6-08CA-2C48-2A52-A824F02ACFD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0CD418A2-434C-A08A-52A5-698365E57D4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7999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9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922131D-E71A-F58B-6F47-59CEBDCF205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140DDD6-9039-7360-0C2B-AC4D736F0A8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9F3D5C5-990C-3E85-5CC4-F4D5A14CFB48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Work Bar Navi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の目的、構成、実装を公開コードから確認できるプロジェクトです。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6D98AE0-E9F6-51C3-358A-A24517B75DE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50BE1A86-EA6C-0E85-7123-2A3BF9A6477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674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9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8EEAF5F-49C7-6627-9FE1-91657895072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4F23E74-C5CD-5469-9C46-41E4251817F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3D71FA4-912C-9CD3-2FBB-DFB7BEA75701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235CB6C-E959-7383-E352-9F1B6DED659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D0D2F5DA-6E15-3FD3-E7EC-D2EE6002D96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8054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7DF6446-6DF7-69A9-C69B-437F7FF7864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180DB03-5D30-2D6F-73DF-1C13D75902C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9A9E275-0722-31FF-FEB3-998387848799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FCC6922-2D72-6E95-1C10-3B0F2165EE8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18238A14-C42A-2356-416B-FCB5E3F28F3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9127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DEDB65E-C161-EEC6-1C6C-450531F9597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9030F31-B7B8-511C-AC26-0A9FCEC89B5E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1878310-8510-D02D-ADAE-361B14DB836A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4693482-1215-B384-D2D2-2588B280314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FC0C84BD-D50D-96C0-163D-B735234B50A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599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3458AD4-71E4-26DB-C9DD-5199A6C24D4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639EF47-6169-4CA7-FA71-92B98CA4A17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471A515-EC16-6025-1EE6-77AD54CBD1C7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https://syunnjack.dev/articles/work-bar-navi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3192249-032E-0B87-3356-01ACEF997B3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6AAAF04F-3174-C867-9B4B-A866CE31337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6295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2026-07-30T11:54:38Z</dcterms:created>
  <dcterms:modified xsi:type="dcterms:W3CDTF">2026-07-30T11:54:38Z</dcterms:modified>
</cp:coreProperties>
</file>