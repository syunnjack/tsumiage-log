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2F8427-AF26-0A5A-92A7-356448E7F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215E710-206D-1B48-E572-7A7A7112B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717CB7-10C4-8D1B-A881-2FCD3FF9F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53DFD3-F682-7DC1-D962-8DF1735D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9BB053-96FF-F067-6E7E-B92EAA54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79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2A86F0-5E91-A038-983B-779A72A4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96B32E-70D0-63CF-185C-445EC8020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ACAD74-AD20-FF7A-5B47-A073BE22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BE8617-8286-A646-4E8B-D1321BB6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C98483-F845-9FAF-64FD-01E8A1AE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540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C3D202-7D02-3AC1-6B6A-26F715C1C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34141C-A7EE-C797-6459-DE686AFFC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753917-9E37-A728-FAD3-AEF81FA9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A4F89F-CFF5-10C6-AA52-EAD0DDFEA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18D9E4-FEC0-79DD-3242-F4172848E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5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F66BD4-051C-4996-D00C-870F7ADE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604E36-1B16-10CF-FCAE-18A52B26A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AC243F9-289A-8E01-6AD7-2657C4A56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996C58-9AA5-1003-F6F4-337D6CB5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C35045-7717-992B-3ECF-ADE56037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3E6E9F-5FF5-41E1-349E-B1957160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77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7A051B-E345-9C7E-E5E2-DE9F5EFD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45B085-6B29-3567-9256-FC974AF3F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4F03C8-98CE-774B-3ED6-1B2513B45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837A60D-9041-4B51-43CD-DA392D30D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6D1966F-1054-6C47-3211-1B329D7C6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BC5B20A-3DFE-FAA0-685C-0EA90358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92809C3-0340-4443-5DF5-4BF1D1270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C4BE6F9-7BBC-58B8-3DD6-37F33108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64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41CF1C-E54F-0EA7-66AB-96AE45EE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F4AE87-B887-B441-19AF-637676F6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103480-B26E-706D-72E9-C9566BC6D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6A8752-90D7-AC1B-2457-4DB2E6B4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60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228516-A1BC-0CE3-B56A-EFE86798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003BBCF-2A63-673A-54AF-BCE85E33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E3B2EB-2B9B-20E4-F097-8AF21F52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6340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1F132-C1AB-F7D3-4F2D-BB2129455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EEE915-8FDE-7614-1203-D76217C02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25A616B-F8A2-A4E5-59DD-3A4E2E036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B8FC99-D2AD-7733-3B3F-52A02BAF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EF9279-D462-64C8-9335-F6033F34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FE5F82-BF45-2C50-B946-990152F7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85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B8E17F-1954-F1C3-B337-68DAF2E4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EB60F72-EBD9-9345-2834-31B18CEF1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AFEC68-5B7E-3EB0-B60F-43642189C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7119EE-8B86-A24D-BD92-38F83ACD6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11C4C0-0DC1-715D-CF21-9AD56A766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9591E4-0EBF-C76F-038E-F205BA5D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84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C400B4-BF22-2AFE-2595-569091A2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A13435-FD85-1AD2-5E61-2D444AEB6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FE8199-CA40-69C7-0DEF-CD9D509E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DC8035-BAE9-8911-F012-F595EC31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0444B9-AE5F-C600-7345-16CE1B09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215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FCA386A-93EA-241F-9E80-CD9E135AF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A2CFF8-CDED-8B6F-2C13-DBE931CB8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74F067-7B02-7068-FD6B-C89607D63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CDFFEA-22E1-735B-648E-D556C164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0F2592-DA99-F1CF-D523-C7AAD861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113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4AA1B89-F76A-565C-5702-696C55E2D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090780-7FAB-5929-0B0B-00B357F79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2E632-AE56-B7E4-8465-A2E727110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5EF2B-C277-41E0-B763-CC90C944B7D5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475B62-E22F-7BF5-EC9E-19593C4FB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072E51-CB00-1CD0-2232-FF4B02F75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8AE91-199C-490C-9BB6-1179D71B94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30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D921B4D-CB15-715A-D6BD-23D20710C34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IniD Comunity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171813-5021-3151-6993-1E83B9108B4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IniD Comunity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973BFDF-03FC-8FAA-5FC7-D349D77670C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設計・実装・コミットから学ぶ短時間の技術解説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269C60-150D-9E83-604F-137B77A7A5E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1D8C9FFF-4E45-F03A-5FE4-7108A92A1E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86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344DEA-95D4-D76E-1059-655DA5BFCEC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IniD Comunity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895507-A514-77CB-616E-3435F4BB82A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8482673-72A1-BD6E-9C03-C5CDF0A5C38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INITIAL D START LINE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頭文字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 THE ARCADE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を始めたばかりのプレイヤー向けの、非公式攻略・成長記録・交流サイトです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781C5D-0FFD-56F5-047E-D7535FA237F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C2363F4-AA6E-9C41-1E21-5DC6EBBA17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404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BC404B4-B926-A56B-209F-E4187FF71D4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IniD Comunity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4B8835-A15D-B278-53FB-802C7ADBD44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1DFF8B-8BA1-83C1-3DCA-F0F92CD466B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48C622-A039-EEB2-0FE5-71D5EEA9430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AB849A82-8684-88DB-5778-100B9D2A1F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52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A7B7E1-8B4B-5A9E-5159-00CE5CA65FB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IniD Comunity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ECA8F1-DC49-9E6F-F2F0-9393F409B20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33651F-8A78-2188-C6AF-CECFD3C5B85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D0D901-C2BA-90DE-4658-AA9F0EB1658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2359C69-C570-F2FC-040B-20B5400DFE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05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C5A865-100F-7985-13D5-B4555009413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IniD Comunity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E3C7EA-DE41-A1AC-A111-5AC1CC5D248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4E24D7B-B645-ECAF-6B71-DE3FEB6F3D5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9B82D5-6CA3-47C2-DA03-C0604FCD037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607BFDF-6DA1-FAF2-11A8-61DEEDA081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21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B81429-A451-58B4-3F2D-08CDB5D9C36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IniD Comunity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A4C9A1-D64B-AEAB-A977-6453D42F693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9F9FBD-E58C-E5B9-1D43-C0C606CA6E9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https://syunnjack.dev/articles/inid-comunity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BB7588D-42A2-B8CA-3F18-EF3A020F2B5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DE306C2-BBD4-08FF-AE50-659E3FFDE0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61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2026-08-02T20:38:20Z</dcterms:created>
  <dcterms:modified xsi:type="dcterms:W3CDTF">2026-08-02T20:38:20Z</dcterms:modified>
</cp:coreProperties>
</file>