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CE491A-A7AA-99CC-EC28-6DDC27BDA2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89D485-9AF0-E325-36C0-F091AA870A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6F9596D-27BB-F602-466B-6827A852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0CCDDA7-F455-5187-544C-A8832B917D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FE0C55C-4E60-999C-B179-90974E6B96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2652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F47E697-DB2D-4A7F-3F27-68FAA8E98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3E0EE9D-4442-2E0D-F9EE-1F50510CBA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FD5D711-E156-0864-E5E7-C34CF48AB8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7F1FFF0-8C92-224C-93F9-CFF5591351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CEEF296-2BFF-783B-9F0D-E81B941EFC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4017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59A9CB-8C26-6FFB-20C0-A0B19184E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C37A796E-2213-F5ED-0F97-5C293A868C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D3390F-F834-C7B6-6959-EEF1FE339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0F58986-D4F8-B781-2411-0EE008D4D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5F38F55-4434-B255-6CB2-D4D93BB73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51536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40350B-6B0C-2350-3AC4-745845C5D3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539AC1A-8071-F915-75A2-0405F867EB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87084B0D-3D4D-E063-FD1A-8AE94E5EE0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4033B0-0F3F-6DB8-0124-78153AB2AA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CDB0FE64-E8C9-1005-4F5D-AD235EEC25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067711-8A7D-7F1F-C72D-9325CE7D8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7700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7FDBF8-62E2-B1C1-0106-9548F8B5EF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89E2639-1FEC-06D3-F11B-9A2F79B31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E33924-1162-A4D8-6722-C198F4108E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59D0F96A-9C07-FF50-9894-D4B18AF18FA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345CCC6-A5C8-8E81-9546-C962F24D4C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83B74ACD-3970-A1DB-695A-DAEBF1E88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A2AB80B-C18F-B089-9154-5FE7A1296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2B507E3E-857B-3208-A3B5-B9400E7196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318884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B9913A-5F37-4149-E8AE-4606DD6319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0F19B60-9E87-A759-4BEB-B014BDB6C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91B38A3-21C1-C698-2953-99B05E110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8DE911B-8C14-AA20-60BA-BEDFF0523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0301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E421361-7D4B-893A-C1F3-1EB8DFE6C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0B4B001-991C-A73F-DAB4-332BC9E03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50F1098-CC00-F3B2-12C6-2296AF854E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19447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F9ABED9-3AE6-F156-C95B-FB42A41A2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45E97B0-BCA9-E974-B494-74B940F0A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5701CBD-7CBD-80A2-DD91-71847654E88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DC0CE99-0368-B6FC-1725-E2672D6C4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F9DBA3D-3ABE-7F0F-D9AF-5FE0492E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4654C8F-23EF-3894-B051-F62EA4910F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7253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B9A2180-352B-82F3-4A67-6020CA747A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5A76826A-2F85-5DDC-2FD8-FC62BC556A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EC75424-763D-342C-C9F4-D950896566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8C8F757-C0C4-1BFC-6F25-7872DCDB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DCEE322-76AC-7AF3-9AF4-673CAAE7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257D09E-6276-4EAF-6F81-35495290B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842748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E677B72-1A8C-2708-89E0-63AE37A67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C145A66-A5E6-06F8-02DE-63A1909401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8E245C0-0E2A-9C97-B4CC-984D755F2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3D372A1-2CF3-9AB8-24C0-9A96F73CE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FACE60-B028-58CB-3630-F1448B1878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72656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4CCFA1A-E85B-4C75-6164-605F508EC4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7C5A97FD-AB43-BE1A-72A9-936917FE132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562AD9A-01D4-AECF-B40F-09115A1A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B3C655-DDCE-A2B2-0035-8D771C8F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F66471A-8751-A071-314E-D42A5755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0671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FDDD04-E475-DBA7-A82D-74FF3E3C5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A9B30E0-44A5-5540-C27A-CF3A8C239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6BE50B6-ECAB-9283-EAC2-9C854F26A6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342AAE-2735-4B0F-A7F3-79A6D4759B7F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29E37D-46A7-4DD9-FF5F-13E5936A70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C8EEDB5-BA08-FCB3-E885-CA604C293A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C1FA39-E2D0-4B9A-B360-B0012639F7A1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500530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B0D17BD-BCE8-26D1-2EE6-AF42D04B027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63D0D58-76A1-6784-5345-7A90F2A9282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Cat Cafe Etc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7B905EB-725A-4955-C4C6-049EEAD7E05A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B059232-15C8-5680-3E5C-C65F1C44B6F2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D22792F7-AFE7-1140-6F92-274DA92B7B2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80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75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9515790C-5E33-C450-B611-5172F99279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D72B8C-78DB-CDCE-1E6E-84CC54857600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D4FAF5C-6FA2-49D3-2120-BE8B2515286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Cat Cafe Etc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F99E2E3-8914-653C-0019-264BA9DCD84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4E072786-6EEB-10D4-7436-63488C7CA802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7837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60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DBEF725-C6B7-F0AB-430F-562C869950A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0B09D99-F477-9DCC-6B86-E8541543480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368D528-60D1-60AC-4479-1C76C80EB6E4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DBA6147-E52E-BA35-6C8F-477EBACAF74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1C1C0B6-C12F-5F6D-9FCE-3AB7AC2F1A2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2251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9000"/>
    </mc:Choice>
    <mc:Fallback>
      <p:transition spd="slow" advTm="9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E1DDC8D-688E-82D7-6844-7D1E05399ABA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7A59135-15F4-719E-DAE8-16C530AF44A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541613F-AFE3-E1F9-03E6-BC7266511540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build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406A31-9404-6617-FB42-55C2290985C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BAA0DBC6-CB2F-9A6B-4B69-76D5BBF76FF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084978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24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888D14E-6036-BBCB-BF75-691BA6B9700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D029778-40D1-BFA6-BA10-8C139559E4DE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C9025AC3-65D2-9843-EDCA-2A253557ECD6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8A35D80-D397-FD31-135F-B743BB7DE3C4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6E979E92-258B-3B26-E731-CF85767F7C6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237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F740E4B-8CD0-5D37-5409-ED3A38EDC7BF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DBEA7C-38FC-0F3A-4FFB-A1B74102B5D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E3AAD53-B9E6-96A0-121B-ADDAE978390D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https://syunnjack.dev/articles/cat-cafe-etc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C680E1E-091A-F2EC-1384-BFE6FA340D00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96681647-8788-303B-838B-EED748CD585D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21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2026-07-30T12:17:27Z</dcterms:created>
  <dcterms:modified xsi:type="dcterms:W3CDTF">2026-07-30T12:17:27Z</dcterms:modified>
</cp:coreProperties>
</file>