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243713-83FE-10FA-F828-986A420436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B98E8B4-5907-A464-34B4-2442C5D4AC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7A4B4DB-BC9F-81F6-DC90-95AE0F9AE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6D9D4-C34E-4A15-ABC0-E0E2A34940E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336A5F9-633F-53AA-A782-E98143154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96D7AEF-0B09-6320-3BE3-44FEA8D47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1130-47C0-4870-AFFD-43BC7F3D2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7581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4630C7-EC2A-F40F-2744-83897A15D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3CA31F0-DF60-815D-A5EB-6B10AE965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372F0FB-61A1-7F16-F87F-3A3A36C14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6D9D4-C34E-4A15-ABC0-E0E2A34940E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9AD515-5421-F4EA-03B2-545A80FAE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12DE81-7FDD-D12B-4BE5-ED038B7FC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1130-47C0-4870-AFFD-43BC7F3D2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4144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A85F72-86EC-3F71-B415-E8FAB33B3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D9FB6B8-7551-9EFC-4D5D-B8C61FB8A9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7A492E6-FC26-CA1C-8A2D-7594F965B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6D9D4-C34E-4A15-ABC0-E0E2A34940E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583BF66-B151-EE32-B1F6-F2834E804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19C1E9C-DC24-ABD8-3E15-5465A57BD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1130-47C0-4870-AFFD-43BC7F3D2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1653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CC131A-E6C8-9F88-597E-0EE5D2DE7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460253F-6D74-7389-FE91-12C1D4AA8F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4F3D5E2-FCE8-E2D3-4904-4D7C829C0A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64D77F7-8348-6713-6702-3041960EA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6D9D4-C34E-4A15-ABC0-E0E2A34940E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00B229B-F382-ABD2-EB7F-882B9A69F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90D58BF-AFC2-A61D-7CF7-728851715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1130-47C0-4870-AFFD-43BC7F3D2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9308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FD3635-66F9-7DE7-E803-A4B04A957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7F4302A-0B47-39C1-F925-58F034830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8396F4D-5450-A7BE-14A8-1CD7E36628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B404685-B178-5845-8AEE-8C615A9737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67EF8A1-DB73-5AFA-D26B-BC35646BD0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45FFD7E-7C79-3372-43BA-DB4B415A0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6D9D4-C34E-4A15-ABC0-E0E2A34940E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0172C19-7A4D-009E-5E49-3ADE29305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5D4AC4E-BF01-0F9B-EFC0-D6AA85BB9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1130-47C0-4870-AFFD-43BC7F3D2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9777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BFE43C-8B9F-C254-DC0F-B480E9A6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B0C398A-CA95-548B-3D1B-59DF555DE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6D9D4-C34E-4A15-ABC0-E0E2A34940E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A578132-8D2D-5D6A-A270-00EFEFF99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6E43BA8-84D2-3454-1D71-4F15FD844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1130-47C0-4870-AFFD-43BC7F3D2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3680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CC7BC6E-0BD8-1504-D551-829FE4EF3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6D9D4-C34E-4A15-ABC0-E0E2A34940E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5013AFF-FD5C-AD70-420E-71D38C1E4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C6DF251-45F2-5D1C-BA59-B93CDD3E3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1130-47C0-4870-AFFD-43BC7F3D2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7529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BE27FC-D63B-B809-2FAA-2CEC3EAAA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CC6DAAB-B397-544F-37B9-7B13CACEA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D4BC402-5876-C777-7873-6D3DB95229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E8FADF3-1170-C70B-34FB-4D06818E2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6D9D4-C34E-4A15-ABC0-E0E2A34940E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FEF65F6-E240-C1C6-A615-FA270F1E8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8AE0361-4125-127C-99CE-E8D07D509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1130-47C0-4870-AFFD-43BC7F3D2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9801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5FDBE9-937C-E688-F6CE-B07DC4267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0F7B286-13F6-A801-F4C1-5A6226D354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96600AE-28EA-927B-690A-BA6296985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41E83AE-6BA5-188A-0793-93E0E25D7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6D9D4-C34E-4A15-ABC0-E0E2A34940E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15FF0B1-448D-0317-3738-3FAA81B2A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7834E22-55AC-CF7B-0797-C5C9A9CA1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1130-47C0-4870-AFFD-43BC7F3D2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9743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E0C7B4-8646-F49C-036A-BFCCEEF48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DA0E87B-E6CA-B0E1-43DB-AC7753F45E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70AECFE-ACCD-7457-4A6C-4D935C7CE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6D9D4-C34E-4A15-ABC0-E0E2A34940E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6AB6179-236B-190E-FD32-646D61C33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9340D3F-4FFB-EAEE-977F-4E87F19AB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1130-47C0-4870-AFFD-43BC7F3D2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5532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D5B7093-BFC5-E962-B1B1-53275397FF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7637D64-8503-E40C-E696-4754F1E761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9BCD530-AB77-1A38-A07F-FC255A886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6D9D4-C34E-4A15-ABC0-E0E2A34940E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5F6528-22B0-C9CA-DC4A-0EC11C3BF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6B3FF8-7570-24C7-2756-1C110250A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31130-47C0-4870-AFFD-43BC7F3D2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8611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59E6673-A47F-4E43-9685-ED82A78B1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F63D64A-B446-A005-1E36-462530159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3606581-9D6C-963C-516E-6F15DC74BE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46D9D4-C34E-4A15-ABC0-E0E2A34940E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9D563E-E065-2885-3CF7-5A7B7DC137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EAD2DD-D350-31C6-FC32-8E56E4D98E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31130-47C0-4870-AFFD-43BC7F3D2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968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1A61673-CE9D-D6AC-3CF7-57EF877BAFB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7B56F9F-454D-0E93-BD06-F5AC82F2C45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Darts Event Alert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3B015AE-AC11-9C7F-15FD-EBDCC2C60EE3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51AF26F-5EB0-3961-EE89-824F6A049410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546ADE15-E232-D9BB-747A-A6042DD9C1B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8241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1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9EA0A33-EDAC-4275-6FE4-F4F7DCB100C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E8529B6-F0BA-B201-FD72-B2C54FA67EC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6612460-E570-41E6-2F8F-500DF4F131EC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Darts Event Alert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ダーツ台・大会通知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darts event alert Domain candidates Confirmed domain: dartsevent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0567902-F99F-0FA8-C1CD-DCFB685EC52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6F36CE53-C375-5778-906A-E304773DE71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0435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000"/>
    </mc:Choice>
    <mc:Fallback>
      <p:transition spd="slow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46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1437037-4607-0754-EE26-BD2E438CF7F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2D952D2-A956-1211-E19D-4E873157D98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94431F2-1E0A-CE19-9F9D-BDB5CB35BD3E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F57508F-05D3-D538-D726-A3D0DE2D115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71D8AFEC-A36E-551F-7FBF-8CC826234AC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6447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790611A-52AB-7756-DB56-30FE3131041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0B06208-7FC2-5530-D3B1-9E34AC144C1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1C7B47F-69AE-5653-99C2-BFAE5EFC0C97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59FC4A5-A16A-4958-CC60-EE11023A641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EB97F874-DDF4-C6A2-6E3F-15F784BD504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363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FA935C7-4B5E-F995-560B-EF8505BF5DF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917C44E-195A-A784-1C0A-0FEEF3CC802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BC772D8-8E11-07A9-2F70-C0D491C98F37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60EFCD0-F3E3-042F-B231-D2E768955C4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0742399C-E578-9BB3-C458-67D5082FADC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6684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960E21E-67CA-0968-694A-91E30BBC3BD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DB62BF2-C178-6454-EA23-46384AE33FF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0FCE84C-4377-85DB-9B11-03B09CF5AA16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https://syunnjack.dev/articles/darts-event-alert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5343886-780F-A474-DDBE-99EF717E59B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DCCD6C6E-F53E-2C26-C89D-B2887BE943A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2590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2026-07-30T11:41:54Z</dcterms:created>
  <dcterms:modified xsi:type="dcterms:W3CDTF">2026-07-30T11:41:54Z</dcterms:modified>
</cp:coreProperties>
</file>