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4FDA7-2936-F241-79FB-BF8FF1D02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E96D66-ED53-032A-73A2-95E7E0C9C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0A886D-1A27-7C34-3E22-1996B6DC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E1C248-CEB9-DAA3-B837-9114015D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B7EC5D-8A91-583F-297B-104FE191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92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A11E0-F0CC-047E-35DD-FDD0E916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D304EF-4840-B26B-CA2C-AD456205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BCA71-D2C7-0C78-A3EA-8216764B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EB5404-B53D-8F52-5292-C81CDE6D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82954A-271D-0291-C04F-522929A0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14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58C73-655B-5DBE-C9D2-9C083B91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0606B5-F1B2-273D-F1DA-CB3A56D74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A12EDC-D373-19C2-0094-2B054779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17F065-4D2B-8858-88A3-2AC377BE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CBF6BE-7F54-A020-2213-7AEE9B20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1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7DCCB-2184-96B8-A590-E6DF102F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DBFE20-28F8-FDE2-4910-5061B8BFC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6C05C1-3101-B6F3-6F4D-E55CFD15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7CA8CE-C548-B88B-6B52-A066C480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F1102C-C2FC-BF65-F301-60ED871E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DEF739-2D00-3184-7419-F1351384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68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BA791-0148-E682-893B-EA812F9A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FE4479-E35F-E361-ADFA-AE15F072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29BF6B-7D04-1AA9-7157-77628111A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8194D2-A219-79F6-5F03-B2D8B89E6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C740D31-1D79-9F0B-C107-4CBE04D3A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8860E9-5EFC-5CE5-8DCE-C9A44BE5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01192AB-76C5-9EFF-0C79-36B6980A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2662D8-2A43-8F2A-5804-FAA46801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77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F76B9-D141-0639-DD1A-04B826A3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E3F484-CDA2-269F-BD28-5E18489C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8DE284-51FE-350A-8300-5460D686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B86CCF-273E-6D31-8614-F6EBD306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27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F6C9564-76CD-291F-8936-8202BA70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51C0B-4B91-CE31-62DA-CCE2A455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78C833-D0F5-4FBE-C0FF-0355EAD5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279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122B2-8AAD-46C9-9F9E-A006E5A5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527E28-401E-2BA1-2767-D5CD78C9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1CDA6-B49B-7965-6CCB-025407E47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A1B3C9-8F71-9F9D-F737-508EDB4A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CB6EBF-D431-C474-CBD8-95675BC5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D88326-E886-C677-7E8F-0D006EAC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51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707EBD-D374-BCC4-301B-9FD404E3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0521FB-E1E0-6050-6DFD-4F851F0F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768133-1ECA-3195-06E8-22556CE3D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999142-CF69-7165-8D45-5E0355B2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64C353-F1E0-E1B8-9095-3AF2E35F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1DCADB-FC60-B259-8FB0-ADC1658F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47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8FDD0-0B02-1B18-4BA3-DCC9AAF1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AD7BC5-6E58-062B-7498-0E76FC535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CD6FB-314F-3AF1-3A39-E707589A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1DA7FF-99B0-8437-1742-B32FD29D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CE9D63-7A02-A353-EEDB-60FADF95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60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5125198-62F6-5E02-AEC0-80F15082F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35563C-B832-EEFA-779A-394D2B347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5E8D8E-2B26-D089-DE03-CA752B3A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B4F7A8-D4F9-6505-DF25-764E6A5D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5B4D2D-7D6E-5F28-2409-7F290CC3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67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CC92837-1F6F-621C-DAB6-92104F46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5544A4-6CB9-58AC-193C-4A0878F8D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85F550-626E-0F9D-C672-3B84C0D11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5F553-B269-4A36-8CDF-9C62F634AC9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3520D4-76AC-4119-CFA3-C3A88D305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0BAAC3-94BC-269E-0CFA-B3D243766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C6570-0274-4453-A60B-AB3D6BA086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02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674E86-339A-2E34-05C7-98184DAC511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6109FD-366C-A8A9-D09E-C86DCBC5BF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King Sys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9A50E2-222C-3CA6-919D-306EDEF758A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B4F071-9711-7EBA-A133-47D9265C56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4121375-4A24-0BA4-5EF9-9D8798EB1F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41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12FDBA-3A55-7AA3-DDD4-D1BB935F3F0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FC5E80-F5E9-8931-170B-43B6C90BC0A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7285C6-6E94-564D-8BC3-148E24E6032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King Sys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B2C76C-6576-21A9-1E33-0165DD12C27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1B42C35-65FE-0DD8-62DC-FF5B3184F6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5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06C41F-2410-99D5-1A33-21C1234BC74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ADCEA5-59B5-E675-79DF-712DA3301D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0C5A97-0F35-2BC1-B66E-E10B13B47EB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7D021C-F19F-905D-F981-558EB815F83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39250C2-B03E-A616-9694-D708E32565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13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06AA0F-AF4E-4C18-9801-C0E8EBC7C46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9868A6-E82E-1F35-F055-E99338982C7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0AE9D7-9D66-883F-3D07-6620D794B9D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30E8DA-7804-A330-5D0F-7171B14104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173F4DF-2DF3-39B0-AC58-4CE51EF48D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38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25B974-0224-9545-EA0B-62292AA53EF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41FE91-3110-0C79-418A-6D420B4B64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498225-37CA-5B60-991F-EF7F3E4FCD8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A3F86B-A88A-CB6D-2B10-D7C3C799E3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872BF91-92AA-5B62-18F0-8543A7C406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09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EA6FF2-B62C-339E-48B5-80A02082B51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574D7F-9D86-F471-5B01-AFBC0D8CB8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79452C-4726-24B7-FCB4-256148A0028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https://syunnjack.dev/articles/king-sys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E4E141-015D-B8E2-768E-B8E7E06E6C4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C3FF662-DC27-2F3E-C295-386E83EA63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9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2026-07-30T11:03:11Z</dcterms:created>
  <dcterms:modified xsi:type="dcterms:W3CDTF">2026-07-30T11:03:11Z</dcterms:modified>
</cp:coreProperties>
</file>