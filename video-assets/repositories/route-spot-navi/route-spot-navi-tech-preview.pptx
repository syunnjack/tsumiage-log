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6BF08-6364-E1FB-FAE6-134DE6AAA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341326-83FD-6A52-A72D-8541C619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983818-A894-9056-73B9-0A3CBD66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90BBC7-81A9-FF64-C3DB-9EF69A07B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B7612-BFFC-95E7-2A7A-446FA035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5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0C13F-122C-FA88-96D4-3D79DFAE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3931D9-2F92-E104-0717-93F16B97B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4691EF-0C1F-1944-711D-40A9CD9F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EEC89D-0440-E8A3-0803-A96EC355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CF7851-2AF7-4049-9992-BB6455A4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63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B31D8A-B753-FB22-9B4D-631AB4B3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B217C8-E7E6-C954-38F5-7FAB46D8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D71FA0-0ABA-DF93-1622-B564F08B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CF6326-FD7B-2080-A2D0-5590FE56B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800DE-CAEF-29FD-CA30-1C1225CB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39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0277DD-8BFE-DB6F-E872-20252DA3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475A91-7107-B6FC-6A14-B401F04DF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1FE832-0927-85C1-7CFA-8643513E3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8F6040-325A-5166-6E95-0A47BBF7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5E722E-824A-8327-83A7-59C6F027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C0D7CD-A6B5-631F-4D1B-C32BD01C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9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9C5A3-EB36-E61A-3371-BDFBB551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E14CAC-0E5A-578D-2B98-E3210F34B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CE05DE-10C6-6B1C-5300-431E80A54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F40A42-5A26-F29F-09E2-01D500A5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5EB87F-E8A7-85A6-0422-E93020683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D85C97-4B36-3EC3-4D00-DD45287F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7F06E0-D761-D4EF-5004-218E2B04A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55E971-BCB9-B972-8ADB-295E3FB1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74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729A3-183C-3F58-A4B4-B71E14B8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EC6BD2-BC25-DE8D-D6A0-E7FD7C74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4BDB14-C2F6-C49C-357E-DF7C0247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8947F1-1490-FD53-8B5A-B4FE7677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27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8842808-08EE-D5E9-80D6-4F61E7F1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0D96D6-E812-B9DF-BC72-9C4098B07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9945D2-89E0-1DF9-2748-EBDE073A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793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B05DC-E160-15F5-B758-4077A33D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5811EE-8779-C4C8-BC7B-1B0B94AC6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7917A7-6DE6-960B-91D0-00CEE2702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8E4D5B-15CA-8601-9786-683A4976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7BD21B-B88C-E8DF-86C5-6AEC2FBE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89866D-E4AB-1A86-D25F-22C20C8F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99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30CC7E-6D9B-F361-DE8D-29F461B2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4DC70B-15F8-1969-4868-4E69558E7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FDAD9-3FE5-9629-7E02-12AE355A6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CA6A20-7888-AFD5-FCA6-EF1BA6B7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F0E1B7-2982-AA25-A6E4-F224CC23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FD9DB7-664E-88DE-A9D1-16326FB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93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395531-3550-DE58-8558-9BD6C2E7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026D18-115C-14F0-7459-9B672B9D9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A70E9-8A12-34C1-981C-F60040BC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464A4F-F7B4-75F0-D656-B0AFCE65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2C2F46-8A78-12A0-FEC5-4F48C263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11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9446FB-5271-3EC3-5A5F-B3B2D188E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20F9B5-3D44-A595-AB62-6A7C7465B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933A0B-5CD6-1005-D689-475D7987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827741-40EB-0D27-29F1-EF29A8D1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7314DC-9E7A-A3C3-1F35-62CD74E2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39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3AFAE7F-9A9F-C8F1-E1E9-54C179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828C37-5BBB-BC3D-65FA-64E162EE2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DAD61D-A9AD-4694-E96C-A6A05AA4A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C12DC-476D-40FE-A1A7-D62A4B771F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AB80EC-41C1-D627-28D9-265825E9D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A10033-15F9-BC89-76A6-8FFF77C05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E4564-7634-4230-8FE8-9102E18F4A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7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FB777E-5771-5ADA-179B-582A6C8D422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FDBA74-39A1-B16C-DAF7-DD45A26AB1A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Route Spot 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9CCF2A-B0F9-2471-64C3-B6179AC400F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02333E-C87B-7836-C2EC-EA2EEECA70A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733EAB0-57F0-D20E-D120-8956764997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95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9714E8-9E58-5429-BFDB-58C9FAC4ACF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6F4A6F-E5DE-CD71-2E57-274958F6CD1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BC04DB-3F59-7ED3-AD74-36138E14733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route spot navi Route Spot Navi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は、乗換・高速バスの到着地から「次に行く場所」まで探せる地域情報ナビのプロトタイプです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A38EE0-D020-374E-73A2-F435179BC20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51A762C-775F-DAC0-3BB3-521576469B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30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03FBBC-9BA2-D9CC-2014-048B4E326B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EF93D4-2545-87ED-4D05-0898D3C98C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8CAFBF-461A-14A5-6C83-A744172204F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A69E9C-13AD-B08C-38AC-F2E44B2719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3380C17-5C19-F94A-5EA8-103CE527C9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13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37D687D-B1A2-59B1-EB00-DBA5AFEC68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B17FD1-180E-9774-A81A-B91A736CEA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FDB033-DFE5-645B-3295-353DA5E7474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0B0E0B-4F7A-B43C-7BC9-45F0B061B8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4AE2D80-EF91-244A-1AE5-0BD1B27DEB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87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ED64B1-176C-4CA3-3BB9-95AFE9638E2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3CC8D0-F6E5-CBA1-B8AE-B905F4E15F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549601-4205-A03E-1402-9A19FAA3ADD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374132-9D4C-F217-CE60-BC6D027B51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4D876FC-D6E2-1FDA-BF95-21B49338E5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11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24DAB1-B694-FE9D-28AB-6972D75C48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A9824A-D028-E6EE-A238-FAD9AE38E4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F33066-703A-ED98-6575-D04FA8972DA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https://syunnjack.dev/articles/route-spot-navi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0E6405-73BA-801C-C114-E03CAB5E691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14865DF-96AF-1915-AFC9-401F6AF058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83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2026-07-30T12:05:12Z</dcterms:created>
  <dcterms:modified xsi:type="dcterms:W3CDTF">2026-07-30T12:05:13Z</dcterms:modified>
</cp:coreProperties>
</file>