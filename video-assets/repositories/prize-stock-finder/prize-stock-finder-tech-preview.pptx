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5" d="100"/>
          <a:sy n="35" d="100"/>
        </p:scale>
        <p:origin x="996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81871A5-5974-9975-FA31-933CB16B0B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6429E594-DD9E-EDF9-89E4-60AB2B6280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9AD71D5-9676-9784-B1AB-0FC148ADB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B2E47-9E05-44BD-8CF6-5CEA86C12DE2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BA9B907-86FE-0A25-B111-4514B3461A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54D4C49-CCA6-5895-96C7-0A6E44371A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3FCD1-5DD9-4386-8424-A6F6F777AFA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142877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1A232E7-34E6-8143-8A99-75A48774E1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7B06238-E393-98F0-03D7-5FC414A3C6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4E78A79-1695-9390-AAB7-DDFD6D9DD1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B2E47-9E05-44BD-8CF6-5CEA86C12DE2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FF1259E-4578-45EE-5F47-ED952F7D58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2F94658-3071-E071-2A88-4DB96CD1E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3FCD1-5DD9-4386-8424-A6F6F777AFA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737650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D0E1E69-BBC4-F822-51DB-F39BC6A93E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EAE1B8-1313-FEA5-766E-939BEA6B2F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F237A15-EB0D-3237-3A10-2E80BB1EDB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B2E47-9E05-44BD-8CF6-5CEA86C12DE2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EF90F3D-58E5-BCD0-6123-29076C09A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5EA9381-22B5-4D71-0FD9-3265A63F8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3FCD1-5DD9-4386-8424-A6F6F777AFA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205544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2EED28B-BFBE-BCC7-381C-FFAF424A6C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D0EA821-95C7-744D-BE2C-0BA1E68B75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7503AB4E-FFC6-C327-F310-26A71C7053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494E1A1-EAA4-5291-4FE1-E35E5CD4FD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B2E47-9E05-44BD-8CF6-5CEA86C12DE2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F36396C-F8EF-DF95-EA03-DCA1DC3FB7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761EABE-A19D-A1F0-893C-85795F227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3FCD1-5DD9-4386-8424-A6F6F777AFA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668093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EEFB0AD-EF3D-A287-283E-01D229D34A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14A34BD-7443-1912-FA38-C696EEC58A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5BCFC4E2-6678-FAA5-70EF-72EAF20AF8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764535FC-D96A-C3F3-4244-4D6FBD6AC1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11603ECD-EA77-46A6-B3F0-9A0B1873ED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2FD6670B-4B12-C9B2-5B57-45D24FBA62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B2E47-9E05-44BD-8CF6-5CEA86C12DE2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6C502268-E956-1F24-6A5B-6CF8AAF83A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8CCC30A-5E88-7F3A-77F1-9CAE8A482D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3FCD1-5DD9-4386-8424-A6F6F777AFA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744695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F7876C6-136E-5AE2-0310-D05539ED1F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4B503BEA-5A3A-6CD7-E6D8-6D67B027B1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B2E47-9E05-44BD-8CF6-5CEA86C12DE2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5F657C6C-2E1D-0290-909E-C917D22BD5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E8661724-1AFB-5B2C-4797-D1F0B5FD70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3FCD1-5DD9-4386-8424-A6F6F777AFA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014561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830FC437-CA2F-29F4-2BDD-8EDD38855C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B2E47-9E05-44BD-8CF6-5CEA86C12DE2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CE11E06A-1293-EC73-DBF4-DD5E97BFE2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9446CFC-4222-F187-F190-C4C793239E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3FCD1-5DD9-4386-8424-A6F6F777AFA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40582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7586DDB-81F6-299C-C417-7D9481F6E7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B07EBF9-19DB-32FF-7745-2AB360C052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8C413E11-53A8-9BB2-374F-560F1F9992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E35B1EF-3D46-B369-BA00-118BE34571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B2E47-9E05-44BD-8CF6-5CEA86C12DE2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C9A0F37-41C5-E800-CF9A-3FDA0B9DFE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00326DC-8B0B-2690-AFA4-58C261812C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3FCD1-5DD9-4386-8424-A6F6F777AFA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932275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75D5B66-2495-68B2-EB24-5D4A9C425C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8CE128E9-5AB9-ADCC-F2DA-A8696B0133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B5B8AD9C-9D51-3960-AA0E-0457677138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FC6A374-1A05-DF2A-18BE-1A76225314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B2E47-9E05-44BD-8CF6-5CEA86C12DE2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9A47641-95EB-EA0B-C0A5-D22CF75CD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41B7572-6E2B-64A0-513E-0E693DC31F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3FCD1-5DD9-4386-8424-A6F6F777AFA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255023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3099FE0-E0EC-496A-7DE7-07F86A2ED0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85BD44B7-011A-1CFF-34BC-45A56C37E2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755F667-C409-E2F6-191E-241B529994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B2E47-9E05-44BD-8CF6-5CEA86C12DE2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0A1EC72-EBCD-28F1-B80F-8059CD5A31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2353740-1D34-9B2B-C41B-E195A96757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3FCD1-5DD9-4386-8424-A6F6F777AFA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490686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D2D8C8A2-9296-D85A-67E9-18D3AED6745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FCC6DF22-E09C-71F9-9E01-13B3F82C83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4BC250D-772B-E6BD-11DC-0C924D3DE7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B2E47-9E05-44BD-8CF6-5CEA86C12DE2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73F27FE-035F-F727-5A7D-2A2BD30828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4842ECA-53FF-816F-7DBE-DD3D4EE0EF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3FCD1-5DD9-4386-8424-A6F6F777AFA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803871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0A70647D-9755-7E51-E497-450B746824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B68A276-D644-57E2-D428-7BDB050472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42DC467-EFD3-9F68-C712-523BFBD1A05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0B2E47-9E05-44BD-8CF6-5CEA86C12DE2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06F9CC5-E3D4-5C14-9075-E57A5B9E68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9F2C4CA-6ACF-2238-284F-CD6903A645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83FCD1-5DD9-4386-8424-A6F6F777AFA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250646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2.wav"/><Relationship Id="rId1" Type="http://schemas.microsoft.com/office/2007/relationships/media" Target="../media/media2.wav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3.wav"/><Relationship Id="rId1" Type="http://schemas.microsoft.com/office/2007/relationships/media" Target="../media/media3.wav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4.wav"/><Relationship Id="rId1" Type="http://schemas.microsoft.com/office/2007/relationships/media" Target="../media/media4.wav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5.wav"/><Relationship Id="rId1" Type="http://schemas.microsoft.com/office/2007/relationships/media" Target="../media/media5.wav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6.wav"/><Relationship Id="rId1" Type="http://schemas.microsoft.com/office/2007/relationships/media" Target="../media/media6.wav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34FDFC6B-DDED-2F8A-62FB-3047EA72966B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0622E081-BCBB-F62B-6F4D-1B766554DBB1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3400" b="1">
                <a:solidFill>
                  <a:srgbClr val="111111"/>
                </a:solidFill>
                <a:latin typeface="Arial" panose="020B0604020202020204" pitchFamily="34" charset="0"/>
              </a:rPr>
              <a:t>Prize Stock Finder</a:t>
            </a:r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の技術解説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4A951C5F-CB8F-CC3C-B419-00E63C0D9965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設計・実装・コミットから学ぶ短時間プレビュー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433DBCED-28EC-8713-7245-AACA01EFD814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01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1">
            <a:hlinkClick r:id="" action="ppaction://media"/>
            <a:extLst>
              <a:ext uri="{FF2B5EF4-FFF2-40B4-BE49-F238E27FC236}">
                <a16:creationId xmlns:a16="http://schemas.microsoft.com/office/drawing/2014/main" id="{6CF4E761-B3A8-82D6-8C17-0E8EA88BEDB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67928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000"/>
    </mc:Choice>
    <mc:Fallback>
      <p:transition spd="slow" advTm="6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88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76F78789-8E36-70FB-AD10-EE7D83E015BF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03E4304C-98C2-12F3-7347-52D8F6D72268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このプロジェクトは何を解決する？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FEB21E3F-A4A7-FE17-AE0F-F1ADDCD47BB6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Prize Stock Finder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の目的、構成、実装を公開コードから確認できるプロジェクトです。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06685123-A3AC-CBB3-6EA8-2B5E38BBE2E0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02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2">
            <a:hlinkClick r:id="" action="ppaction://media"/>
            <a:extLst>
              <a:ext uri="{FF2B5EF4-FFF2-40B4-BE49-F238E27FC236}">
                <a16:creationId xmlns:a16="http://schemas.microsoft.com/office/drawing/2014/main" id="{6A80A95D-12FC-C7A1-1240-DD9072DC4B0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49081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000"/>
    </mc:Choice>
    <mc:Fallback>
      <p:transition spd="slow" advTm="8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84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94BD6F7A-3ACF-EA81-DD10-0F6D151329FD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24DC9F6A-D426-38F0-FE16-4CBC02E8541B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技術スタック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E57BE98D-CC1C-F83C-C653-F540B90E3AF2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主要技術：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JavaScript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HTML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CSS
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役割を分け、保守しやすい構成を目指しています。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A38F24CD-B32D-4D52-E533-023A72C2C219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03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3">
            <a:hlinkClick r:id="" action="ppaction://media"/>
            <a:extLst>
              <a:ext uri="{FF2B5EF4-FFF2-40B4-BE49-F238E27FC236}">
                <a16:creationId xmlns:a16="http://schemas.microsoft.com/office/drawing/2014/main" id="{023A992E-E26B-B425-0D84-326736530B6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672482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1000"/>
    </mc:Choice>
    <mc:Fallback>
      <p:transition spd="slow" advTm="11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215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7306337F-AC39-6747-3190-E9413ABA29A6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9EE52498-34B7-9758-A2EF-FE799487CDF9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リポジトリの読みどころ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31BAA1E-CBDF-4371-28DF-19D4BF64CB65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公開コード、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、コミット履歴から設計判断を確認できます。
主なファイル：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README.md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index.html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package-lock.json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3243DF66-D516-E5BD-9FA2-02FD885409A4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04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4">
            <a:hlinkClick r:id="" action="ppaction://media"/>
            <a:extLst>
              <a:ext uri="{FF2B5EF4-FFF2-40B4-BE49-F238E27FC236}">
                <a16:creationId xmlns:a16="http://schemas.microsoft.com/office/drawing/2014/main" id="{F917DC72-A810-B694-0018-E6C8D89CFCC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4675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000"/>
    </mc:Choice>
    <mc:Fallback>
      <p:transition spd="slow" advTm="10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67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2DC00AB2-368A-BFC8-5B56-5D067BF59397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95B89298-E093-498D-5989-60B4482C5BD9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コミットから分かる改善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3771833D-422B-124E-8DC4-2C6E99997A34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直近のコミットでは、実装の見直しと継続的な改善が行われました。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7F530BAB-3601-753B-5480-1E1EA00634BA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05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5">
            <a:hlinkClick r:id="" action="ppaction://media"/>
            <a:extLst>
              <a:ext uri="{FF2B5EF4-FFF2-40B4-BE49-F238E27FC236}">
                <a16:creationId xmlns:a16="http://schemas.microsoft.com/office/drawing/2014/main" id="{96EDEEDE-8F82-EC4C-9D57-EF91C69E045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046537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07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E7898381-8392-44BB-88A3-1994A3B7731A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89A63A5F-0E5F-D0A5-2A82-E0E3B49C318A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詳しくは積み上げログへ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85FF1B41-2E45-1E0F-7EE3-9471A5919D24}"/>
              </a:ext>
            </a:extLst>
          </p:cNvPr>
          <p:cNvSpPr txBox="1"/>
          <p:nvPr/>
        </p:nvSpPr>
        <p:spPr>
          <a:xfrm>
            <a:off x="533400" y="3429000"/>
            <a:ext cx="10795000" cy="101566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記事： </a:t>
            </a:r>
            <a:r>
              <a:rPr kumimoji="1" lang="en-US" altLang="zh-TW" sz="2000">
                <a:solidFill>
                  <a:srgbClr val="333333"/>
                </a:solidFill>
                <a:latin typeface="Arial" panose="020B0604020202020204" pitchFamily="34" charset="0"/>
              </a:rPr>
              <a:t>https://syunnjack.dev/articles/prize-stock-finder
</a:t>
            </a:r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学び、作り、振り返る開発記録。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921C9556-6484-EEDA-C931-4EF9BA43EC2F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06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6">
            <a:hlinkClick r:id="" action="ppaction://media"/>
            <a:extLst>
              <a:ext uri="{FF2B5EF4-FFF2-40B4-BE49-F238E27FC236}">
                <a16:creationId xmlns:a16="http://schemas.microsoft.com/office/drawing/2014/main" id="{83A0406A-22E1-A0D7-B708-E7EC23A3892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30575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42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180</Words>
  <Application>Microsoft Office PowerPoint</Application>
  <PresentationFormat>ユーザー設定</PresentationFormat>
  <Paragraphs>24</Paragraphs>
  <Slides>6</Slides>
  <Notes>0</Notes>
  <HiddenSlides>0</HiddenSlides>
  <MMClips>6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0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啓介 加藤</dc:creator>
  <cp:lastModifiedBy>啓介 加藤</cp:lastModifiedBy>
  <cp:revision>1</cp:revision>
  <dcterms:created xsi:type="dcterms:W3CDTF">2026-07-30T11:57:42Z</dcterms:created>
  <dcterms:modified xsi:type="dcterms:W3CDTF">2026-07-30T11:57:42Z</dcterms:modified>
</cp:coreProperties>
</file>