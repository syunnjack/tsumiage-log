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7FABB-4CEE-4C28-1FEE-FF81D4215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B5167E-78E1-64DE-113A-DD65AFD61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B7A506-0508-AB62-F8AB-BA60ABAB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A3C682-4C2E-B08A-9F23-6B1946C5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52DF76-7B83-51D8-5C96-99B254CE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11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322DD-4EE8-58DA-6BC9-DDBB5B8B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6CACA3-FEF4-3F2C-B349-3622C26A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C41DF6-710B-FF64-0DA8-650904E3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D60B5-8B8E-F238-B174-70C28BFA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D6882D-451B-8FD0-7BA0-BC39DC41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18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DE5FE-B56A-9E82-3E73-710A0E53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B4BD36-D1DE-7782-8926-B6BC0BBDA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39937B-8506-2372-0939-5F016219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7EE1AA-D1FA-924B-E008-11D59E9A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34FEDE-A870-08C7-9CE2-B1156B74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90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731CC6-1DA0-3DF7-AECA-AF91BB8F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F7800-7E63-4388-BFBD-706346919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0B0A3-99CA-4C69-D394-6B478B94D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A240F9-2F51-D1A2-8665-5E78404A5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2829F1-FEB0-E61A-A4B0-0289AB87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D34A8D-010F-D39E-C8BA-8698B17A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7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3B63BE-C6F0-760F-BF2A-4B0F3657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1EDC85-46C4-5E56-B441-A27832F31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AC2ACE-67BC-19B4-AC03-84CB421CA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78A14C-635C-B64D-B14D-AC544F390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610CB2-BE9C-D115-889F-6908ABD37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BB700E5-A993-2CF0-A4AA-E15BE316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76D9C6-2DEE-BA09-B982-1AE16F97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0FCE39-DF87-C6BC-2231-2E66C37F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05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CDE5F-6656-0813-8F30-A73E2CB0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E69406-E77F-0C01-BA78-A4DFADAF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3A71A7-78DE-5C36-02DD-71967EA8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0DF07C-F3B4-E38B-D775-F22C6153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96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FE36D48-129D-FDD9-AFE2-7B8DF6C5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A5AD39-4734-5B89-A3BE-C1EDA9B3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F9BEC1-9F0E-73EE-D7FA-1665E979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29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E8E72-C896-A059-8447-CDFCD5C0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81900B-174F-6270-E179-44CDCAC4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9FBAB1-0966-F92B-DF9B-7BC95B119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B22388-15A5-73EE-6E48-1C21FFF4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CC7DA6-0A3E-A12A-0FFC-3EB03EC1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A33B1F-FDEB-9AF4-651E-8D6157F6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44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3AABF-D2CD-BF7B-5B55-15815A85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AB9B34-77E7-C11E-DD6C-781A8435A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517D7E-8DE1-81AA-976F-A3FB558B5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211BF5-60B8-A65A-B9BB-38B7ADBA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74C4CD-0830-5367-C9B9-D41A6725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2FD2FD-11A1-0A5E-41B0-A5DAE675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3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19DAA-FCDB-B2E8-C9C9-B9607F2E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A04B23-D4CA-155F-A47B-460E853A1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B1E63D-47D9-3429-A8D2-410424B4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3E6A13-3E0B-24DF-E063-0DEA0B39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30BE9-781E-B43A-830C-4F3D3D61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35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0281F0-FE69-ED3B-F27F-C4E5B9156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34D229-2F0B-98B2-B791-89E0E66D8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496F70-5F7E-7816-D406-B932A53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EF1D37-5D02-226B-AB40-2E15C6FC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BBA9B-EE8B-75FA-5A79-B7E193D6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92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21A09A-1896-CFC3-C145-229FA1F7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47480C-0523-377D-6F2A-672D6894C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55F5D8-D648-5255-C481-D93C833AD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8D116-0CAD-48A4-9434-6F4B4BD503E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0AFB0B-76BF-F9BB-E75E-AE516D165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FC85BB-14B8-B1A5-6F27-11DA5FF3A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F743A-36EF-4DED-90D4-ABFAA4704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85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C33480-BFFB-144F-FE7C-0E1AC8B6397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BBBFDC-DF53-E0D9-1EBB-E5723F7BCAE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Tsumiage Log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87E62C-70F0-09BF-A4B0-74CBA32DDFE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620A32-085A-62EC-C59E-DFC7FEBC96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2DEDA35-8FE6-D3BD-8D41-6E6D58DED7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16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B91038-B33C-EAEF-64AE-5091937C40D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553CDE-305B-C954-A535-3F86AFB810A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F0D74B-E20D-3E2B-E481-1A14EB0565C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積み上げログ 「学び、作り、振り返る開発記録」をテーマにした、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syunnjack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の技術ブログです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393E6C-AF46-CC6A-7A4D-7F1FAE671CC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DA3DD06-6CAF-6177-2993-47FAB960A8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76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E832C6-45DB-4A47-B208-05961FE222B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6A30B7-E21F-338C-3108-FC45491469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D44C08-3320-D264-105D-DEE650EB6E0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D24F51-C5B2-5005-942C-F7B51C070F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5AC5AE0-6D8B-4842-362D-28F0A652C6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73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3165A0-8ED7-13ED-C73D-A25EB634009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F4C452-CC24-C795-04E0-F9F3ECA56C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A4FD2E-0E04-E9C5-9D38-45C3DA36006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9D91AD-F560-E00C-6F58-39A18D355A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A4F8C23-44F9-A3E9-6744-760C750CA8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27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4D24A6-DA69-74F5-AB44-DF5AEEA5F92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F4B655-438F-DDF4-6961-991D8F7138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6B65E4-C4BA-2620-303F-D22244F17CD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直近のコミットでは、不具合修正と安定性向上が行われました。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BAA581-491E-9FDE-BDCE-877E3CBD74A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ECA4B98-8717-8351-E150-AC85E12329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82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E35C4C-0C25-9E16-0757-3682D184CC9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4BBF12-C632-5A72-4E26-387FCA354A2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D1C29D-E690-62EE-4C11-25F9B292E93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https://syunnjack.dev/articles/tsumiage-log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BF6CE4-328E-7244-D54B-677301BC5E3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4F68030-29F5-D8F2-A45F-73F9E87038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90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2026-07-30T10:56:13Z</dcterms:created>
  <dcterms:modified xsi:type="dcterms:W3CDTF">2026-07-30T10:56:13Z</dcterms:modified>
</cp:coreProperties>
</file>