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edc14ea6d44d2a" /><Relationship Type="http://schemas.openxmlformats.org/officeDocument/2006/relationships/extended-properties" Target="/docProps/app.xml" Id="R4e16b4f6697e4e16" /><Relationship Type="http://schemas.openxmlformats.org/officeDocument/2006/relationships/officeDocument" Target="/ppt/presentation.xml" Id="R135f5dca25254a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61b8536ea346fe"/>
  </p:sldMasterIdLst>
  <p:notesMasterIdLst>
    <p:notesMasterId xmlns:r="http://schemas.openxmlformats.org/officeDocument/2006/relationships" r:id="R89257dbd8dcf4d2b"/>
  </p:notesMasterIdLst>
  <p:sldIdLst>
    <p:sldId xmlns:r="http://schemas.openxmlformats.org/officeDocument/2006/relationships" id="256" r:id="Rb79099a995f045b1"/>
    <p:sldId xmlns:r="http://schemas.openxmlformats.org/officeDocument/2006/relationships" id="257" r:id="Re5e29991f942431a"/>
    <p:sldId xmlns:r="http://schemas.openxmlformats.org/officeDocument/2006/relationships" id="258" r:id="Rfb13d28707374b4f"/>
    <p:sldId xmlns:r="http://schemas.openxmlformats.org/officeDocument/2006/relationships" id="259" r:id="Ra398e5fb52bd4f27"/>
    <p:sldId xmlns:r="http://schemas.openxmlformats.org/officeDocument/2006/relationships" id="260" r:id="Rf6254c43078448e1"/>
    <p:sldId xmlns:r="http://schemas.openxmlformats.org/officeDocument/2006/relationships" id="261" r:id="R225ff11214b04b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bd317169714ad5" /><Relationship Type="http://schemas.openxmlformats.org/officeDocument/2006/relationships/slideMaster" Target="/ppt/slideMasters/slideMaster1.xml" Id="R3261b8536ea346fe" /><Relationship Type="http://schemas.openxmlformats.org/officeDocument/2006/relationships/notesMaster" Target="/ppt/notesMasters/notesMaster1.xml" Id="R89257dbd8dcf4d2b" /><Relationship Type="http://schemas.openxmlformats.org/officeDocument/2006/relationships/presProps" Target="/ppt/presProps.xml" Id="R3e2ea475c97c4678" /><Relationship Type="http://schemas.openxmlformats.org/officeDocument/2006/relationships/tableStyles" Target="/ppt/tableStyles.xml" Id="Rd6d318fc12b743e5" /><Relationship Type="http://schemas.openxmlformats.org/officeDocument/2006/relationships/slide" Target="/ppt/slides/slide1.xml" Id="Rb79099a995f045b1" /><Relationship Type="http://schemas.openxmlformats.org/officeDocument/2006/relationships/slide" Target="/ppt/slides/slide2.xml" Id="Re5e29991f942431a" /><Relationship Type="http://schemas.openxmlformats.org/officeDocument/2006/relationships/slide" Target="/ppt/slides/slide3.xml" Id="Rfb13d28707374b4f" /><Relationship Type="http://schemas.openxmlformats.org/officeDocument/2006/relationships/slide" Target="/ppt/slides/slide4.xml" Id="Ra398e5fb52bd4f27" /><Relationship Type="http://schemas.openxmlformats.org/officeDocument/2006/relationships/slide" Target="/ppt/slides/slide5.xml" Id="Rf6254c43078448e1" /><Relationship Type="http://schemas.openxmlformats.org/officeDocument/2006/relationships/slide" Target="/ppt/slides/slide6.xml" Id="R225ff11214b04b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58d2aa143044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46ad06da2f43c8" /><Relationship Type="http://schemas.openxmlformats.org/officeDocument/2006/relationships/notesMaster" Target="/ppt/notesMasters/notesMaster1.xml" Id="Rfd1bd48ff79b47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b7a36368804352" /><Relationship Type="http://schemas.openxmlformats.org/officeDocument/2006/relationships/notesMaster" Target="/ppt/notesMasters/notesMaster1.xml" Id="Rdc0652716cec44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497ff70c4d4674" /><Relationship Type="http://schemas.openxmlformats.org/officeDocument/2006/relationships/notesMaster" Target="/ppt/notesMasters/notesMaster1.xml" Id="R5f27d6c9e79f4d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17b6335f114bdc" /><Relationship Type="http://schemas.openxmlformats.org/officeDocument/2006/relationships/notesMaster" Target="/ppt/notesMasters/notesMaster1.xml" Id="R2e98508bfffc49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8333a2b0404a4a" /><Relationship Type="http://schemas.openxmlformats.org/officeDocument/2006/relationships/notesMaster" Target="/ppt/notesMasters/notesMaster1.xml" Id="R9c1a3cd181294f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a6e2957484443f" /><Relationship Type="http://schemas.openxmlformats.org/officeDocument/2006/relationships/notesMaster" Target="/ppt/notesMasters/notesMaster1.xml" Id="R323c9710eabc44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今回は、Tsumiage Logの技術構成を短く解説します。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積み上げログ 「学び、作り、振り返る開発記録」をテーマにした、syunnjackの技術ブログです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主な技術はTypeScript・JavaScript・CSS・Python・PowerShell・HTMLです。役割を分け、保守しやすい構成を目指しています。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リポジトリでは、README.md、app、docsを中心に実装を確認できます。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直近のコミットでは、構成の更新と保守性の改善が行われました。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https://github.com/syunnjack/tsumiage-log</a:t>
            </a:r>
          </a:p>
          <a:p xmlns:a="http://schemas.openxmlformats.org/drawingml/2006/main">
            <a:r>
              <a:t>- https://syunnjack.dev/articles/tsumiage-log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5fccd818242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7f5055cd734989" /><Relationship Type="http://schemas.openxmlformats.org/officeDocument/2006/relationships/slideLayout" Target="/ppt/slideLayouts/slideLayout1.xml" Id="R0b85dbae17ae42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85dbae17ae42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6cb74411a4a15" /><Relationship Type="http://schemas.openxmlformats.org/officeDocument/2006/relationships/notesSlide" Target="/ppt/notesSlides/notesSlide1.xml" Id="R8cb43b870b3d4c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320961cad409a" /><Relationship Type="http://schemas.openxmlformats.org/officeDocument/2006/relationships/notesSlide" Target="/ppt/notesSlides/notesSlide2.xml" Id="R1998cce0585742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bdb25dd5f4161" /><Relationship Type="http://schemas.openxmlformats.org/officeDocument/2006/relationships/notesSlide" Target="/ppt/notesSlides/notesSlide3.xml" Id="R2cd3d54f92ed44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3552780134a05" /><Relationship Type="http://schemas.openxmlformats.org/officeDocument/2006/relationships/notesSlide" Target="/ppt/notesSlides/notesSlide4.xml" Id="R01bb76ff7db141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00dfdcc564270" /><Relationship Type="http://schemas.openxmlformats.org/officeDocument/2006/relationships/notesSlide" Target="/ppt/notesSlides/notesSlide5.xml" Id="R2f8c1a56878242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877051fa84d90" /><Relationship Type="http://schemas.openxmlformats.org/officeDocument/2006/relationships/notesSlide" Target="/ppt/notesSlides/notesSlide6.xml" Id="R6b2d93a7f85646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74027-0979-49ED-BF74-C59603B1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B0C16-CDBD-4AE2-B808-B637FDFF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F2B63796-334B-44C4-A42E-C840A354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6CA4580F-ED7B-422A-8A54-1B31842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4C1B1C1-7CBE-4596-A67D-5C8DD907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Tsumiage Logの技術解説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1D7A847D-D3D8-4C9E-A80D-6157976F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EBE0C69F-B010-44D5-AD10-E605E5CF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TypeScript・JavaScript・CSS・Python・PowerShell・HTML</a:t>
            </a:r>
          </a:p>
        </p:txBody>
      </p:sp>
    </p:spTree>
    <p:extLst>
      <p:ext uri="{BB962C8B-B14F-4D97-AF65-F5344CB8AC3E}">
        <p14:creationId xmlns:p14="http://schemas.microsoft.com/office/powerpoint/2010/main" val="12782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2BE77-3DA0-487A-9946-C7209474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279BF8-BD5B-4090-BF61-15F9AF15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315F8E74-3E57-4588-81B6-FD9D75F4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379F6F6E-7AAE-4C8B-9A40-AD8FB8F8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631617E5-54E0-4AE8-BA6F-E69B81A6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56599-92F2-41AC-9D81-1C6E4EF0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2C37C4F4-410A-4C4B-B17F-DB659A23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積み上げログ 「学び、作り、振り返る開発記録」をテーマにした、syunnjackの技術ブログです</a:t>
            </a:r>
          </a:p>
        </p:txBody>
      </p:sp>
    </p:spTree>
    <p:extLst>
      <p:ext uri="{BB962C8B-B14F-4D97-AF65-F5344CB8AC3E}">
        <p14:creationId xmlns:p14="http://schemas.microsoft.com/office/powerpoint/2010/main" val="2238490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7CE2E-8F2F-42A1-AD02-31181EC9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506C67-837B-4D6C-B7DE-AA44E6AB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F781E82B-49ED-4173-A505-88923D27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CED2DD02-B5AB-431A-90EE-AC2ECF5A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079622B1-892E-4D94-968A-9CECD8A4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8ECA9-9647-4A31-B68E-B4CFC488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7AFB8AF8-E6DD-4F72-8332-DD76E5B6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主要技術：TypeScript・JavaScript・CSS・Python・PowerShell・HTML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6370174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61B53-4BEF-4454-AFBC-CAB40F56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373CA-0B51-4171-8BA1-BF654788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F6813010-19E4-4DB2-9FD0-F5F5D25E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F09126D4-D385-4E94-ACBA-237FCB49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C8A520D1-77CB-4478-B83E-A727BC73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5652A-B342-463A-A108-446E6A32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2DB8A57A-3E56-4CE5-A388-59DC5C47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主なファイル：README.md、app、docs</a:t>
            </a:r>
          </a:p>
        </p:txBody>
      </p:sp>
    </p:spTree>
    <p:extLst>
      <p:ext uri="{BB962C8B-B14F-4D97-AF65-F5344CB8AC3E}">
        <p14:creationId xmlns:p14="http://schemas.microsoft.com/office/powerpoint/2010/main" val="696162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B4948-8080-4A60-9A00-DA3D8173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E3D8C-706C-4D2F-B319-3139BD84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9A327BA4-CD6E-46A4-860D-874B4A9A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167683CC-7F76-412B-8A7D-B607167F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9C534B5C-B0F7-4773-ABC9-8FFC2B86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608C9-9E7B-433F-BE9F-A9BC72C1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B6DB19DA-E380-4F23-A6E1-D4BB038C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直近のコミットでは、構成の更新と保守性の改善が行われました。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4667361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71B1B-AAAE-4210-8076-CAE2A232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6BF44-30A2-4292-9E31-C330E55E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10C75B65-2068-48F0-9DD3-860D89FD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1DE236FB-C94B-4FCB-8472-17AB54BE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C9FDA1DC-BB67-4515-8976-5DCD6239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C0A70-EA84-410B-BEEC-4240361B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A92BAC1D-84E6-4C71-8F21-AE706021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https://syunnjack.dev/articles/tsumiage-log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307464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2026-08-12T11:03:13.4210000Z</dcterms:created>
  <dcterms:modified xsi:type="dcterms:W3CDTF">2026-08-12T11:03:13.4210000Z</dcterms:modified>
</coreProperties>
</file>