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271E0-74C5-A8BB-4305-D4E96E6FE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5ABABF2-73C0-6D78-8C98-BB2168F2E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3D6608-1537-9263-4126-AE2B9008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553509-6D81-6798-6548-E3F8B838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394C2D-EDB2-3AB6-45B8-2F981C68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62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87EEDA-C01B-21D6-D48D-FBBC9059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849638-5C9A-B599-98D1-A0F8EFAD1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053EDC-AAA2-FBA7-E145-B2395193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561EEF-6773-9B10-A29F-FBBE9F7A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FBBF43-618B-FB93-5A99-BA663DAB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612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1133A5-0C65-ACE9-59AA-B8C494DA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6B5A43-D318-8FA6-7269-04D54936A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426789-F34D-8CD9-ABB7-A1719AE7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64618E-C731-8717-CB6A-5D4CA446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36F01D-B33A-869A-3F3F-460702959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76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B9B1D-4167-E1D0-E3B9-B61FBA2F4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59CF86-D7DC-EA36-A501-138F0AC0E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52C2B1-05A1-9621-BBE7-38E04E6AA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C51ED0-8722-46A6-9D6F-2A485707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694E44-9C50-E007-785D-4BA3ACA0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BE0E2D-BDCE-B3EA-2025-0D32E0BF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96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65FE8-1E7A-8E5A-FDF7-84FB7BE8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81608F-4B08-7822-0A81-08CAC5CE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B9815B-AA3E-8B3E-7AE3-7FFEFCD2F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92E327-2E12-B87E-8FD2-922971F3F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E99F54-3618-A2AF-7D26-44B35814A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C0913D-6BD0-EE0E-E6C3-BEFE3F0F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8342EF-5AB8-CA7B-F39A-E168CC1E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25376B-34CC-3E2E-F85D-ACDC93F9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95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3963F-3A4B-C748-C8E3-D4EEE6EE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149508-E359-2D5D-FFD3-82D3EE53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85FEE8-93B7-D9C5-6941-587D6D56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CC93C6-00C5-D09F-B07E-AE1B1279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1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7DB107F-01B0-E5B9-87F0-D1F32EC7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41805E-EB83-C40E-C338-417B1936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836854-BC96-6922-AE7A-81CF9C398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401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FEBFB1-B637-BAF8-0CD3-C36B2723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A84DF9-499E-31FF-D375-932B50CF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3FDBEC-8111-272B-B3D4-AFD8C4CB7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F89D29-57E5-1E20-4134-CCF2EF5A6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857F91-B3BD-583E-6FD6-40468185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258482-34BB-751C-EA67-2AB85D8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624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1D04F4-731F-7B97-0932-519534B1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A9C7B0-4175-BABF-0C29-231638F10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A3631-2E90-05A0-7EBE-22489254F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C19373-99B2-3E0E-1843-4CA86587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9E0F87-E5B9-BF6C-E750-1F3A97CD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0F6205-DE60-CD78-C09B-51CE15E1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415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0732B-4AA2-B57E-667B-E0AD0C25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3CD143-C1E9-8F83-25BB-FD26E4693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F75C5-766C-67AA-AF56-4BBFB8822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3F5973-0B29-8F7E-344C-DFB63AA6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12D5BD-9CF8-73A4-4D5A-932B4E80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30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8AD01EE-6D75-D8EE-4261-5978010D8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3E8C78-6ED0-AAEC-8620-16258CD34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CE2306-936C-7D19-06DC-A900CE12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8B9CD4-AC2D-FF2E-E5FF-692EC136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5A2C57-41BA-D004-370A-2B029A77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55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0FF87B-3248-6FDF-23BE-F07248D2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B9C771-6277-0D2C-E5AC-2C80E9102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67ED47-6229-495E-D35E-405C80FB7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39823-9F7C-4473-B22B-C0B3B985F78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8F4BC-83C3-ED2C-0E1D-4FD2BD18D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A1A5FC-10CF-A9B9-0879-F8F9A61E9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3AFF4-7F8C-4E27-95AB-1697E9F409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74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2C82097-774A-CECA-A58E-C2970634B2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4E92FA-E1D3-09B0-7547-A4329BC967E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Hobby Stock Price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B9D59E-307E-E1CF-F4D6-1E4901DB995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60A2C1-65ED-C0BF-D82F-4718579A304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C010B41-F9CA-6C5C-3889-83DAD5BEDD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78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4BD964-A54E-44FA-A3B7-7C98495F85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F755325-8E72-FCC2-D406-9D119AB124F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949BB9-3F90-864E-FBCE-A7C5DBA1817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Hobby Stock Price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フィギュア・トレカ・ゲーム在庫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価格通知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hobby stock price alert Domain candidates Confirmed domain: hobbystock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36A486-24B2-93A7-B7AC-5BC5DE804C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388ABF5-80CC-D757-0314-41295AE427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994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5FD89D-510D-31EE-8A6D-635C5219A39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B06431-C721-2910-9D63-A1434C2A53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8737C5-5497-6EE8-EAB6-3C5463B7E5C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157586-7754-C298-100B-4C4C9E6056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C4FCC126-5867-31F8-ABEF-CFCD94D33C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66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F7BD53-B7BE-4A56-FA59-44B4E3BFA47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9AF9E6-629E-7373-B285-007EF4D9E4F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1E51D8-77DA-D0CC-24DD-A30F5AA59FC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5B9B21A-AA98-2A4A-0DE8-2D51415F112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A2BF4B0-F462-34F6-98EA-D643429547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66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0766A6-2EB3-B947-9807-3759D6F5B90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A58A48-F1E2-80A4-6624-0EFDE63197A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346B39-B3B9-BBC4-5972-BFCBBB164DD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C1861D-A57E-40E3-6EEE-615D2312228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FE7A036-F77D-2032-48CD-39634C3382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54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811634-4B6D-D518-FAB8-3B5E12D52B7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B1C42E-2FD2-AA80-C4FD-F175E560CC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54BF28-12F1-CECA-4ADE-994C3FF1391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https://syunnjack.dev/articles/hobby-stock-price-alert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E91997-E777-7BD6-E7B3-BB6A2FDA1D1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24E11B10-12CE-2446-F7D1-8F533DD28F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58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2026-07-30T11:31:57Z</dcterms:created>
  <dcterms:modified xsi:type="dcterms:W3CDTF">2026-07-30T11:31:57Z</dcterms:modified>
</cp:coreProperties>
</file>