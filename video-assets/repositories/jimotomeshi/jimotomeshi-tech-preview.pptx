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7052b2353449c4" /><Relationship Type="http://schemas.openxmlformats.org/officeDocument/2006/relationships/extended-properties" Target="/docProps/app.xml" Id="R09322dce426d4d83" /><Relationship Type="http://schemas.openxmlformats.org/officeDocument/2006/relationships/officeDocument" Target="/ppt/presentation.xml" Id="Rf9d31ec1221940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67c478270914d46"/>
  </p:sldMasterIdLst>
  <p:notesMasterIdLst>
    <p:notesMasterId xmlns:r="http://schemas.openxmlformats.org/officeDocument/2006/relationships" r:id="R04241ff009c04b56"/>
  </p:notesMasterIdLst>
  <p:sldIdLst>
    <p:sldId xmlns:r="http://schemas.openxmlformats.org/officeDocument/2006/relationships" id="256" r:id="R61c78f59663c4c03"/>
    <p:sldId xmlns:r="http://schemas.openxmlformats.org/officeDocument/2006/relationships" id="257" r:id="R8329840195114298"/>
    <p:sldId xmlns:r="http://schemas.openxmlformats.org/officeDocument/2006/relationships" id="258" r:id="Rb45deed1b4344bdb"/>
    <p:sldId xmlns:r="http://schemas.openxmlformats.org/officeDocument/2006/relationships" id="259" r:id="R4a9103287f15427d"/>
    <p:sldId xmlns:r="http://schemas.openxmlformats.org/officeDocument/2006/relationships" id="260" r:id="Ra5af1a541b5f4e5c"/>
    <p:sldId xmlns:r="http://schemas.openxmlformats.org/officeDocument/2006/relationships" id="261" r:id="Rde737f9541184a0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d94f84f2554768" /><Relationship Type="http://schemas.openxmlformats.org/officeDocument/2006/relationships/slideMaster" Target="/ppt/slideMasters/slideMaster1.xml" Id="Rf67c478270914d46" /><Relationship Type="http://schemas.openxmlformats.org/officeDocument/2006/relationships/notesMaster" Target="/ppt/notesMasters/notesMaster1.xml" Id="R04241ff009c04b56" /><Relationship Type="http://schemas.openxmlformats.org/officeDocument/2006/relationships/presProps" Target="/ppt/presProps.xml" Id="Rdb3e3724ef28424f" /><Relationship Type="http://schemas.openxmlformats.org/officeDocument/2006/relationships/tableStyles" Target="/ppt/tableStyles.xml" Id="R688ddc7d269a421d" /><Relationship Type="http://schemas.openxmlformats.org/officeDocument/2006/relationships/slide" Target="/ppt/slides/slide1.xml" Id="R61c78f59663c4c03" /><Relationship Type="http://schemas.openxmlformats.org/officeDocument/2006/relationships/slide" Target="/ppt/slides/slide2.xml" Id="R8329840195114298" /><Relationship Type="http://schemas.openxmlformats.org/officeDocument/2006/relationships/slide" Target="/ppt/slides/slide3.xml" Id="Rb45deed1b4344bdb" /><Relationship Type="http://schemas.openxmlformats.org/officeDocument/2006/relationships/slide" Target="/ppt/slides/slide4.xml" Id="R4a9103287f15427d" /><Relationship Type="http://schemas.openxmlformats.org/officeDocument/2006/relationships/slide" Target="/ppt/slides/slide5.xml" Id="Ra5af1a541b5f4e5c" /><Relationship Type="http://schemas.openxmlformats.org/officeDocument/2006/relationships/slide" Target="/ppt/slides/slide6.xml" Id="Rde737f9541184a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0f4476c5e7431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71f4bbb6e040a9" /><Relationship Type="http://schemas.openxmlformats.org/officeDocument/2006/relationships/notesMaster" Target="/ppt/notesMasters/notesMaster1.xml" Id="Rcdb4bd0713ed4e0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c6f8493db14746" /><Relationship Type="http://schemas.openxmlformats.org/officeDocument/2006/relationships/notesMaster" Target="/ppt/notesMasters/notesMaster1.xml" Id="Rf15b3e4ede564f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b2df2535ba41a0" /><Relationship Type="http://schemas.openxmlformats.org/officeDocument/2006/relationships/notesMaster" Target="/ppt/notesMasters/notesMaster1.xml" Id="R18d8582ddf1441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c25efded6448e9" /><Relationship Type="http://schemas.openxmlformats.org/officeDocument/2006/relationships/notesMaster" Target="/ppt/notesMasters/notesMaster1.xml" Id="R23eddd4d7e8745a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f990a9893c42cc" /><Relationship Type="http://schemas.openxmlformats.org/officeDocument/2006/relationships/notesMaster" Target="/ppt/notesMasters/notesMaster1.xml" Id="R5c61863761d6450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0c465586a6f4f94" /><Relationship Type="http://schemas.openxmlformats.org/officeDocument/2006/relationships/notesMaster" Target="/ppt/notesMasters/notesMaster1.xml" Id="R2c0be6db609d4e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今回は、Jimotomeshiの技術構成を短く解説します。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Jimotomeshiの設計と実装を記録したプロジェクト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主な技術は未分類です。役割を分け、保守しやすい構成を目指しています。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https://github.com/syunnjack/jimotomeshi</a:t>
            </a:r>
          </a:p>
          <a:p xmlns:a="http://schemas.openxmlformats.org/drawingml/2006/main">
            <a:r>
              <a:t>- https://syunnjack.dev/articles/jimotomeshi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66827f1f5745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e890b863a0425b" /><Relationship Type="http://schemas.openxmlformats.org/officeDocument/2006/relationships/slideLayout" Target="/ppt/slideLayouts/slideLayout1.xml" Id="Rf5d0dae9ff034b9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d0dae9ff034b9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3b6d1aa0745d7" /><Relationship Type="http://schemas.openxmlformats.org/officeDocument/2006/relationships/notesSlide" Target="/ppt/notesSlides/notesSlide1.xml" Id="R91e04de3ff2b40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9be1f3acf45fc" /><Relationship Type="http://schemas.openxmlformats.org/officeDocument/2006/relationships/notesSlide" Target="/ppt/notesSlides/notesSlide2.xml" Id="R03515a6755b84f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6c40b004c4556" /><Relationship Type="http://schemas.openxmlformats.org/officeDocument/2006/relationships/notesSlide" Target="/ppt/notesSlides/notesSlide3.xml" Id="R817ad6339dcd4b1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c37c7428e4422f" /><Relationship Type="http://schemas.openxmlformats.org/officeDocument/2006/relationships/notesSlide" Target="/ppt/notesSlides/notesSlide4.xml" Id="R4c2e487fa56b4f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c398979eb4531" /><Relationship Type="http://schemas.openxmlformats.org/officeDocument/2006/relationships/notesSlide" Target="/ppt/notesSlides/notesSlide5.xml" Id="R53b4cecd23314c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ba57f33b849f1" /><Relationship Type="http://schemas.openxmlformats.org/officeDocument/2006/relationships/notesSlide" Target="/ppt/notesSlides/notesSlide6.xml" Id="R79a83483572c48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C143F-E292-4B89-AEEA-211FE760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686B9C-192C-4051-B542-C501CD2A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7BE2F602-BE63-47D4-A87E-6CD30EE2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B51950E7-F202-4CE7-B19A-4E03C4C6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E1F1E843-5314-4B39-A620-17CEA220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Jimotomeshiの技術解説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FFFD6D2C-15CD-4387-81D0-05F18B07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D4DFEA9B-9369-4590-B4A8-699956D5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未分類</a:t>
            </a:r>
          </a:p>
        </p:txBody>
      </p:sp>
    </p:spTree>
    <p:extLst>
      <p:ext uri="{BB962C8B-B14F-4D97-AF65-F5344CB8AC3E}">
        <p14:creationId xmlns:p14="http://schemas.microsoft.com/office/powerpoint/2010/main" val="9731236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6FE1B-892D-4A46-95D8-1CC757D72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CBC96-D87A-4977-9482-C038E25D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551C54B4-A6A0-4BD9-AA80-C290B54C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9841259D-CD69-46D4-AA5D-110345D2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B1475524-C64A-443E-9621-BF15B544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80D0A-E020-4C2C-B3C2-538D1CBA6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4E41A5EE-1075-48C9-A1D1-E97E83784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Jimotomeshiの設計と実装を記録したプロジェクト</a:t>
            </a:r>
          </a:p>
        </p:txBody>
      </p:sp>
    </p:spTree>
    <p:extLst>
      <p:ext uri="{BB962C8B-B14F-4D97-AF65-F5344CB8AC3E}">
        <p14:creationId xmlns:p14="http://schemas.microsoft.com/office/powerpoint/2010/main" val="1578132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852E46-3B80-4E13-8531-938EE769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B8372A-B822-46A6-A408-7C5DCDDF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8B286669-F15F-4F7B-A9BB-E64B6F65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772241BA-1013-4F92-B46C-A1958319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91E5B2E3-D64F-452D-B748-5C9865CA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B3FF0-CBB4-4641-ABDA-056772A3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EA3C6C9A-B709-4251-91EA-B1E86DF4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主要技術：未分類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065101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28F20-EB6D-4D55-B6EB-FACE93446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593C33-A42A-41F3-BA9B-A7622DD3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5EFBA124-2A02-4C22-8D14-B1A6CA378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E1691175-5A73-4FFA-B7F1-5F49B9F2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66E83EC6-3DD4-426F-A6FC-02AF8C63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AA4A2B-E4B9-4770-996F-11FECC10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5A45CC5D-AA31-42D6-BEB6-C96025F83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638729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501E-2270-4247-9910-53245D5D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75BA52-D5CA-4051-AE27-F1D2362A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7E6866D8-DE0B-4899-A704-CD96C70A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A8FBC94D-0C54-429E-9980-7C194640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2530F585-A21F-4A93-8C29-76E07512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7E9D6-DEF0-4991-8111-5A474D99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32C748BF-05CC-4907-ADD6-7EBFE695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14045992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12AE0-6802-4262-B055-CFCA1B4E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5341A9-D9EC-47A5-97D8-7FC9A7A4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25248D9C-178A-4D48-8E45-27547631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934E182B-8DAF-46F6-BAA5-EC0BB8F6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B9D68352-87B4-4DF9-ABC0-8C0A25E0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9C42DF-771E-48AD-B8F2-59E19324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5757A58B-6166-4D40-832D-9C79BD67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https://syunnjack.dev/articles/jimotomeshi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9888596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2026-08-15T01:06:52.4410000Z</dcterms:created>
  <dcterms:modified xsi:type="dcterms:W3CDTF">2026-08-15T01:06:52.4410000Z</dcterms:modified>
</coreProperties>
</file>