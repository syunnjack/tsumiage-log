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f76d695a524450" /><Relationship Type="http://schemas.openxmlformats.org/officeDocument/2006/relationships/extended-properties" Target="/docProps/app.xml" Id="R5c7899b6d21c425d" /><Relationship Type="http://schemas.openxmlformats.org/officeDocument/2006/relationships/officeDocument" Target="/ppt/presentation.xml" Id="R34eeb6ede4314b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661a90431e42d4"/>
  </p:sldMasterIdLst>
  <p:notesMasterIdLst>
    <p:notesMasterId xmlns:r="http://schemas.openxmlformats.org/officeDocument/2006/relationships" r:id="R5af6919f9f9b4091"/>
  </p:notesMasterIdLst>
  <p:sldIdLst>
    <p:sldId xmlns:r="http://schemas.openxmlformats.org/officeDocument/2006/relationships" id="256" r:id="R997d573feb7742ab"/>
    <p:sldId xmlns:r="http://schemas.openxmlformats.org/officeDocument/2006/relationships" id="257" r:id="Rd6c3200b876b4356"/>
    <p:sldId xmlns:r="http://schemas.openxmlformats.org/officeDocument/2006/relationships" id="258" r:id="Rc69810f5ac094766"/>
    <p:sldId xmlns:r="http://schemas.openxmlformats.org/officeDocument/2006/relationships" id="259" r:id="R1935be7806b64c92"/>
    <p:sldId xmlns:r="http://schemas.openxmlformats.org/officeDocument/2006/relationships" id="260" r:id="R371a4599aac245f9"/>
    <p:sldId xmlns:r="http://schemas.openxmlformats.org/officeDocument/2006/relationships" id="261" r:id="Rff16cee506e744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646cf6832d43d2" /><Relationship Type="http://schemas.openxmlformats.org/officeDocument/2006/relationships/slideMaster" Target="/ppt/slideMasters/slideMaster1.xml" Id="R96661a90431e42d4" /><Relationship Type="http://schemas.openxmlformats.org/officeDocument/2006/relationships/notesMaster" Target="/ppt/notesMasters/notesMaster1.xml" Id="R5af6919f9f9b4091" /><Relationship Type="http://schemas.openxmlformats.org/officeDocument/2006/relationships/presProps" Target="/ppt/presProps.xml" Id="R3b08ac18d9754eb6" /><Relationship Type="http://schemas.openxmlformats.org/officeDocument/2006/relationships/tableStyles" Target="/ppt/tableStyles.xml" Id="Rf67d124cf0d9441f" /><Relationship Type="http://schemas.openxmlformats.org/officeDocument/2006/relationships/slide" Target="/ppt/slides/slide1.xml" Id="R997d573feb7742ab" /><Relationship Type="http://schemas.openxmlformats.org/officeDocument/2006/relationships/slide" Target="/ppt/slides/slide2.xml" Id="Rd6c3200b876b4356" /><Relationship Type="http://schemas.openxmlformats.org/officeDocument/2006/relationships/slide" Target="/ppt/slides/slide3.xml" Id="Rc69810f5ac094766" /><Relationship Type="http://schemas.openxmlformats.org/officeDocument/2006/relationships/slide" Target="/ppt/slides/slide4.xml" Id="R1935be7806b64c92" /><Relationship Type="http://schemas.openxmlformats.org/officeDocument/2006/relationships/slide" Target="/ppt/slides/slide5.xml" Id="R371a4599aac245f9" /><Relationship Type="http://schemas.openxmlformats.org/officeDocument/2006/relationships/slide" Target="/ppt/slides/slide6.xml" Id="Rff16cee506e744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821205e49a41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35563393a347c8" /><Relationship Type="http://schemas.openxmlformats.org/officeDocument/2006/relationships/notesMaster" Target="/ppt/notesMasters/notesMaster1.xml" Id="Rf3df0e45d2394f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d0f09c27474484" /><Relationship Type="http://schemas.openxmlformats.org/officeDocument/2006/relationships/notesMaster" Target="/ppt/notesMasters/notesMaster1.xml" Id="Ree3733754fbf40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64d89cc0aa4472" /><Relationship Type="http://schemas.openxmlformats.org/officeDocument/2006/relationships/notesMaster" Target="/ppt/notesMasters/notesMaster1.xml" Id="R164e21a8b7b541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fa13153a684a1d" /><Relationship Type="http://schemas.openxmlformats.org/officeDocument/2006/relationships/notesMaster" Target="/ppt/notesMasters/notesMaster1.xml" Id="R21f2b4ad6a334c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eb43714167473c" /><Relationship Type="http://schemas.openxmlformats.org/officeDocument/2006/relationships/notesMaster" Target="/ppt/notesMasters/notesMaster1.xml" Id="R5d4d2f5a5a5f4c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60fccefac642ae" /><Relationship Type="http://schemas.openxmlformats.org/officeDocument/2006/relationships/notesMaster" Target="/ppt/notesMasters/notesMaster1.xml" Id="R0d320e70c54341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今回は、Jimotomeshiの技術構成を短く解説します。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https://github.com/syunnjack/jimotomeshi</a:t>
            </a:r>
          </a:p>
          <a:p xmlns:a="http://schemas.openxmlformats.org/drawingml/2006/main">
            <a:r>
              <a:t>- https://syunnjack.dev/articles/jimotomeshi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Jimotomeshiの設計と実装を記録したプロジェクト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https://github.com/syunnjack/jimotomeshi</a:t>
            </a:r>
          </a:p>
          <a:p xmlns:a="http://schemas.openxmlformats.org/drawingml/2006/main">
            <a:r>
              <a:t>- https://syunnjack.dev/articles/jimotomeshi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主な技術は未分類です。役割を分け、保守しやすい構成を目指しています。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https://github.com/syunnjack/jimotomeshi</a:t>
            </a:r>
          </a:p>
          <a:p xmlns:a="http://schemas.openxmlformats.org/drawingml/2006/main">
            <a:r>
              <a:t>- https://syunnjack.dev/articles/jimotomeshi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リポジトリでは、主要なソースファイルを中心に実装を確認できます。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https://github.com/syunnjack/jimotomeshi</a:t>
            </a:r>
          </a:p>
          <a:p xmlns:a="http://schemas.openxmlformats.org/drawingml/2006/main">
            <a:r>
              <a:t>- https://syunnjack.dev/articles/jimotomeshi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直近のコミットでは、実装の見直しと継続的な改善が行われました。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https://github.com/syunnjack/jimotomeshi</a:t>
            </a:r>
          </a:p>
          <a:p xmlns:a="http://schemas.openxmlformats.org/drawingml/2006/main">
            <a:r>
              <a:t>- https://syunnjack.dev/articles/jimotomeshi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https://github.com/syunnjack/jimotomeshi</a:t>
            </a:r>
          </a:p>
          <a:p xmlns:a="http://schemas.openxmlformats.org/drawingml/2006/main">
            <a:r>
              <a:t>- https://syunnjack.dev/articles/jimotomeshi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8179d89f0546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ebda886a8d44d3" /><Relationship Type="http://schemas.openxmlformats.org/officeDocument/2006/relationships/slideLayout" Target="/ppt/slideLayouts/slideLayout1.xml" Id="R741ce35ff25847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1ce35ff25847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cb551415d04197" /><Relationship Type="http://schemas.openxmlformats.org/officeDocument/2006/relationships/notesSlide" Target="/ppt/notesSlides/notesSlide1.xml" Id="R12ffe9b6e16047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e88a8b59c4d52" /><Relationship Type="http://schemas.openxmlformats.org/officeDocument/2006/relationships/notesSlide" Target="/ppt/notesSlides/notesSlide2.xml" Id="Re424de8c7d0846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61b5be4364e8e" /><Relationship Type="http://schemas.openxmlformats.org/officeDocument/2006/relationships/notesSlide" Target="/ppt/notesSlides/notesSlide3.xml" Id="Rc81d12031cf341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52df6d3f94ab9" /><Relationship Type="http://schemas.openxmlformats.org/officeDocument/2006/relationships/notesSlide" Target="/ppt/notesSlides/notesSlide4.xml" Id="R1574f84a13354b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a98db519a4aea" /><Relationship Type="http://schemas.openxmlformats.org/officeDocument/2006/relationships/notesSlide" Target="/ppt/notesSlides/notesSlide5.xml" Id="R51600e4c5afe4f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3f59909af49dc" /><Relationship Type="http://schemas.openxmlformats.org/officeDocument/2006/relationships/notesSlide" Target="/ppt/notesSlides/notesSlide6.xml" Id="R850b630ba6504e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95B01-4DCD-4BEF-B148-5122E0AC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34646-52EF-4777-9E2D-DFC3BDAB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7CBFC5AD-99B4-4DE9-9EC2-5BCC102C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E4C77232-C975-46AB-9840-07F710C2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037923D-107D-4AA1-85B9-D060A5B3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Jimotomeshiの技術解説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E41CAA0F-BDC9-4621-A04F-CA4C7EFB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3B1FBD4B-BC7E-446C-81BB-C66C2EB6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未分類</a:t>
            </a:r>
          </a:p>
        </p:txBody>
      </p:sp>
    </p:spTree>
    <p:extLst>
      <p:ext uri="{BB962C8B-B14F-4D97-AF65-F5344CB8AC3E}">
        <p14:creationId xmlns:p14="http://schemas.microsoft.com/office/powerpoint/2010/main" val="6091651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33643C-2896-482E-AFC8-D1B5E81B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F32B2-89DC-4E69-B112-2A0E8CF6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D024869C-A48B-4844-9CB3-192CD5B4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D31D6F5F-B166-4E0C-A04C-AFA13D6C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976F4716-C25C-4851-AB89-CE69E91B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D9987-7D8D-4A01-AC66-FB6737E3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BA54501B-4CC6-4FAB-BE48-D0B2181E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Jimotomeshiの設計と実装を記録したプロジェクト</a:t>
            </a:r>
          </a:p>
        </p:txBody>
      </p:sp>
    </p:spTree>
    <p:extLst>
      <p:ext uri="{BB962C8B-B14F-4D97-AF65-F5344CB8AC3E}">
        <p14:creationId xmlns:p14="http://schemas.microsoft.com/office/powerpoint/2010/main" val="6940305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A30BE-9889-4479-8984-597E7C21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1579A-2733-4E22-B5F9-B7DE53B4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6B5B150E-C55C-406D-8956-695DB843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35A6FB62-7E8A-4AA0-A894-E1955BFD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E098FB27-2F6A-4416-8698-423BC9E4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559B8A-DC8D-4AC5-9305-A47CA925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3452281E-B751-40F3-B487-967BBBDE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主要技術：未分類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11778477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5186F-F6A2-4802-BFBE-E23AC3D4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3FE55-4214-4DF8-8607-FE0A6341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87284460-CD34-4722-924F-FF57C1C6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6AEF1630-E360-4E56-B11A-CAAC4BBE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9878F648-16DC-4F40-949B-681C54B0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3C64A-76D5-44E3-B943-4FD00033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FC5D17BC-E600-4D4B-BBB1-EF4E526E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主なファイル：主要なソースファイル</a:t>
            </a:r>
          </a:p>
        </p:txBody>
      </p:sp>
    </p:spTree>
    <p:extLst>
      <p:ext uri="{BB962C8B-B14F-4D97-AF65-F5344CB8AC3E}">
        <p14:creationId xmlns:p14="http://schemas.microsoft.com/office/powerpoint/2010/main" val="10797461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45159E-0542-452C-9E7C-55DB2F20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7138F-CC9F-4872-BD07-2EB9842A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4691A680-FDBC-49CB-824B-C123905B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2F7FE974-00DE-4CD6-9A37-8BA23608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00C33EBB-D67A-44D0-AD15-2E7AB527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F9CE5B-C106-4CB6-9A0D-F3D4814C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0FB086B8-D29D-4C3A-8960-E48EBE56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直近のコミットでは、実装の見直しと継続的な改善が行われました。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17940159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5C6AA3-1732-45E2-A9C8-D875F573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C89E8-904D-47C6-937C-9CDF9734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276AE634-AECD-47EC-8CE1-323BACAA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3D2F441D-6C4B-4C57-A425-BE5459AA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ABA8C453-015E-45C7-B20B-45B1505C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0C8365-2B3C-4331-8965-C3E227F0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A2547E59-1B75-4966-A682-7F02D70E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https://syunnjack.dev/articles/jimotomeshi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14534284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2026-08-15T06:42:49.8180000Z</dcterms:created>
  <dcterms:modified xsi:type="dcterms:W3CDTF">2026-08-15T06:42:49.8180000Z</dcterms:modified>
</coreProperties>
</file>