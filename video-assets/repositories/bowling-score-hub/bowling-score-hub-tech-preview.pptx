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6B49DA-6A55-FA29-EE3B-73DFBDCF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138A129-5B81-722C-AC51-CA45AE456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5D45E1-B5DA-F67B-916B-0E5E83AA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C649EF-ECD3-76C5-6DA2-5E233D9F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02A2BF-CEC4-DBD4-C47D-DB14382F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750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5E8641-37EE-B3A5-A56A-E4901EB4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899928-F293-82E3-AFDE-48291E06D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764662-9CFF-F74E-044F-604F2C76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DB42E6-9575-D02B-D8EA-023902BF2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128357-BE33-8699-9F95-2FCD5B43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16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B10D5D-0774-1EEA-8414-9ED7DD567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7425B3-686A-CD39-42BC-6EC004E8D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BE91C9-C2D1-E245-C083-65B9962F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D5D9FD-889B-3483-34CE-2CDD1D04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5A1B17-418A-E2BC-C052-A8A7BE06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434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E6290D-563E-8DC1-F712-C7CE8BA1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525A6B-5A46-BC82-32AC-F6F0273D3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E5C07E-14C5-6295-D4E8-B79B89837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7CBAC3-0AA6-E98F-ACEB-063E7E43D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5AF902-3409-7B00-DF66-ABC7850F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96039A-2FCE-5BD5-14E8-48CBC0A56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816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08C54B-B1E4-7D7F-EBDE-F565E231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C64FDD-B3C7-5C4F-ED75-8C7FF425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3304D4-CC17-E719-EDF5-257BAF786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0F5C28B-4CBB-F9EF-BC89-FB9F7690F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5B0658B-2CE2-E53D-64B2-1003B031F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A4069D-7CFA-801E-EBEC-364C68A59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3B6647B-AA79-7EA1-5285-A914EA2F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622D2E-AD5A-1E10-8AA8-1B1F0076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032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55150C-9C74-75BD-E20D-03DB2760B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BD5DA1-D01C-CD94-8075-276B4D0A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D02FE2-F46A-4460-79C0-9FE4E0DF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0569916-E52F-DB2F-F431-9BC2F26A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56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2FC3A-16BC-F9C9-E81B-83E5153C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B43D88A-270B-F209-1ECD-4914F0EFF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6B555B-B945-B2FA-EA1F-3A0F0055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2210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009C0E-D4F6-5882-0746-C7B68009C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D2D3A7-D744-9318-EB01-1CE56A653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391821-5CE1-331D-3771-52C264A9E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969BA2-077C-A6EB-A159-BA519691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D181FD-437E-464C-4A4E-4FB3B681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D49AC7-152B-0186-1ADD-FFDFE2C7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6418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A9B965-960A-DCFF-62BF-737000CD4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36FA749-F41C-8C89-2E26-2F17A6C37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DC240C-62F7-7E28-88AD-BA5716C15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D9A699-AA41-40FC-87FC-25F78267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0DFABD-E233-C072-F775-323293610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613166-5711-C2B8-A774-8BA38975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911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ECAF9A-EC88-E819-3181-43867D9E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025EB9B-9572-D350-17DD-540BFCFC3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565797-A44C-8BF6-F99C-21693E9E1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03C0E5-19AA-F2D2-ED38-4891B26F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A42260-A89E-C584-187C-615B62F6D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513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629C0C3-0769-7132-58E0-D2A926A79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7E8209-3AD8-78D7-7CA8-6B8899797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22CA00-0E59-A6E9-2595-DAC8070B6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D38695-B01D-E6EF-A98D-3C4A8255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6FD834-EAE4-413C-1EE5-B83D494C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271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03B32F6-2173-7559-C924-DD66C8AF1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2F058F-A038-33CB-C529-9214CA0EB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0D2415-715A-7C6E-4053-F22FC64B9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38A17-16AD-4227-AE0A-A0302FF79D9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5682FA-7B0B-766A-5D64-32E978FD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0C4F54-A8CA-7E6C-124E-6792F6BCD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055FF-A2D1-4FD4-8ACA-4FA8879A8D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71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6971A9-613B-73E8-B056-1A572A864D8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9EAF69-D704-C2D4-E1B4-7A0F6F5A286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Bowling Score Hub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5CF62E-3AD9-FF1D-2C19-A5F2D854420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9A8A29F-210B-AD37-0A7E-DF9D89FCB66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ADBF5E60-358E-5F23-9995-77804A6348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89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391FB70-267B-37CC-E3D7-0B0FC5BC1A8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21D3F0-801F-1394-7B9F-E255A67710E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1E5ABEA-55D3-7FA6-4570-6380E0C8AEA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Bowling Score Hub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1E3AF0-C7A2-AEF7-B57B-12CC09FA6EB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86D2D5D-F804-4898-38C4-A9021F0B70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27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626B0B-A1F2-D828-A4C2-28E005FE810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8EB336-EF07-8B8A-8450-407B3901120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2B7606-3F04-5902-148E-545E2CB86A9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0D32E1-4CCB-AD56-1946-E7D8679DD3E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C208C2FF-894C-A395-C2EF-0D5B5321AB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590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5E50A6-8CEB-9D2F-264E-C89ACFB8D24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7C62AF-71B8-01A6-1021-4A8F6A36383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ECD79B-C13C-27A0-F026-4658B33A764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314610-933A-6341-FD2B-58007F13C2D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77312FE-DB29-C67E-E82C-382770E286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32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F8A8329-E52A-AED5-ECE2-F410D76848A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4A64D39-0150-0EBF-289B-87C18DC7383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AC433E-AB49-9DB4-0E7B-9DF3CDD631D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63D704-A96B-459B-AC8C-2049E00F8A4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97F6DD8-9A81-8ACD-0866-227F82EED5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56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ED1A0C2-EC61-1041-F12C-5861C9DA7CF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7F2251-946F-5891-FC0E-32EF7EB71C3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332E95B-1976-39DA-291B-5C06CF6EE0C1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https://syunnjack.dev/articles/bowling-score-hub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739972-5C5F-FA85-A5F0-7ECC3F80940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1BDBAF8-59E6-D1D3-215E-83E86022B1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47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2026-07-30T11:55:25Z</dcterms:created>
  <dcterms:modified xsi:type="dcterms:W3CDTF">2026-07-30T11:55:26Z</dcterms:modified>
</cp:coreProperties>
</file>