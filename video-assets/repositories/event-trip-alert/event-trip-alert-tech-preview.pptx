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BA10F4-A322-B0F6-839D-9DE5AD2138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E608C0C-C095-1FB7-E211-C8BC234112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3A5A01E-1DCB-C220-0F3C-E543F5FFF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974E9-EACD-469D-99F2-D2971850AFD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912A822-B2F1-BF2A-2C72-5FEB740F8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F127B74-40C8-19E4-9B78-56B1D398A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320B4-A53F-491A-8314-86FF3D1673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4246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910DF5-F134-A678-DCE7-F12999861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8E32C6F-B18B-7B3F-8B10-D70CE6EB1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B1BF3E-1289-0641-1D5A-4A7C7485C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974E9-EACD-469D-99F2-D2971850AFD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F3D3BB5-30EF-9B62-8766-67B60B40E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EBF5DFA-4072-CF1E-391E-4EE6695BC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320B4-A53F-491A-8314-86FF3D1673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0340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71E2F9-C19C-1CBC-E7E6-0FAA9237B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DCA6F4D-F29A-4FCE-24CD-F6338D035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043A5FC-EC8B-663D-2F71-F7C807EB9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974E9-EACD-469D-99F2-D2971850AFD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3EE593-5D3B-E316-BBB7-71B805475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E9F9EC3-61A1-0BF8-7946-3D3BFFAF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320B4-A53F-491A-8314-86FF3D1673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5678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94B6E8-F368-23D7-2696-4DFB14A1E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FF9D608-3921-129E-0259-D293E27351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DAB1D21-6747-49EB-ACFE-747D1A395B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17F807D-6AF5-0918-FE14-9C2A79014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974E9-EACD-469D-99F2-D2971850AFD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F4262C1-B468-1393-0CF1-52C3A08E1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14DE919-0C28-DEC4-3D11-4C5115A5A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320B4-A53F-491A-8314-86FF3D1673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2909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DB893B-9B3E-2161-3506-ED884753C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AF8AF05-215B-A218-FFE0-1152F3A8A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903FB1A-747E-7EAD-83E3-2D098C6716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D59BE4B-4DAD-CA55-A949-32024FD1B6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EACA2EA-9950-2825-7B1F-841118A997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E82A551-2887-2399-42B0-7F2E66C9F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974E9-EACD-469D-99F2-D2971850AFD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C1EF879-8327-9B82-78B6-974C29557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86CBA64-0003-5D0E-6797-D0F0B02E3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320B4-A53F-491A-8314-86FF3D1673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3347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B1B26B-9C8A-4971-D7BC-1CC2B60C5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C989B38-CDB9-64B9-EF4E-C4FEBF8EA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974E9-EACD-469D-99F2-D2971850AFD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5A696EA9-A81D-6524-18D2-3206A7690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11CBE5E-6A87-A508-7BC3-EEA811672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320B4-A53F-491A-8314-86FF3D1673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9646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275B4D0B-42D6-6251-75C5-A24E132E3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974E9-EACD-469D-99F2-D2971850AFD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14A0B2F-D3CB-9009-FC6F-608F3550B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60B7DF3-73C2-FAF0-763E-4CF4A51BC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320B4-A53F-491A-8314-86FF3D1673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9861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59E9637-216C-EFD6-667C-7750271AD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3FF01E4-7B30-F1B4-0444-A4725D675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D09EDD5-D273-8804-EE66-39F4D059C9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28D1CC3-DEC6-7321-5525-3675B23C8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974E9-EACD-469D-99F2-D2971850AFD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57AB9B3-AFE2-3666-AFAE-05A6AE728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2D7528A-75A5-C256-48FD-88EE7850C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320B4-A53F-491A-8314-86FF3D1673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3495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0C6958-0446-9CAA-2343-0A33D3267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4814BAD-6C22-D1DB-5AAA-1331FD79A6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DB7DBD5-32F6-6CD7-0ED6-334C9D7366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37B7031-A498-FBB9-8A0C-7AF897C1B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974E9-EACD-469D-99F2-D2971850AFD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F3CF942-1119-2734-5424-65ABC455C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8EFCAB1-2095-EACD-DC7C-5DE8BCBFE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320B4-A53F-491A-8314-86FF3D1673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3598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12C437-B62D-D753-4333-76C785EC2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A6E82FA-D934-8301-773C-184A74A508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FBF1B4C-8D2F-33BD-9AE4-1638B5DE0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974E9-EACD-469D-99F2-D2971850AFD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32957E-6E73-44E8-5631-217CD149A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1329674-4E26-501E-DE65-6F74ABDD5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320B4-A53F-491A-8314-86FF3D1673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9924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C1561EE-DE11-7F59-8D65-17EA49B965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D9B672F-ED0F-D920-10A6-B06ECCAE02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AD10EE7-9789-AAB3-81C9-D1B4A82D0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974E9-EACD-469D-99F2-D2971850AFD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7325A9D-1033-44CE-5FD4-D79C71D02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FEC9E4C-CBA9-AD13-8A1E-264F32297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320B4-A53F-491A-8314-86FF3D1673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5113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6282454-3C39-CEA0-35E3-2626D2EB1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CFD76F3-4C6C-AAEC-CF42-7E9BA2579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8DBE3C-B31D-C078-E2B7-D9DE713BE1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B974E9-EACD-469D-99F2-D2971850AFD3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88BBB2D-2465-AA1B-92EE-AFDA84B21E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9F985C9-09E6-92A7-D0B1-FFF6E79DBE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7320B4-A53F-491A-8314-86FF3D1673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5931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8996414-51E1-9084-CF16-54F88934B78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EA6EAA0-A515-AE73-D3AB-E00C7CBA0A5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Event Trip Alert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DE0F90E-8B10-FC6A-373E-08E3ECB5F847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626CDB8-1A1E-6C91-A1AF-6619CADC783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E3BE47ED-0605-85A9-8B2D-8A1DADF70BB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8927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7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E31249B-FA31-A161-F2EE-CA3CFACAD24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9435D26-7862-0427-CD5E-1D487098D59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77074F3-34E4-AA6D-BE6C-262C22C30167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Event Trip Alert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ライブ・イベント遠征アラート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event trip alert Domain candidates Confirmed domain: eventtripalert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700BE11-9EDC-7003-1519-3ADB74F8A56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BD99A452-7FBE-9A0B-ADCF-302640382C5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2759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3000"/>
    </mc:Choice>
    <mc:Fallback>
      <p:transition spd="slow" advTm="1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074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C9B7919-3285-3649-678A-5631F5FD1A9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C19BCDE-45CC-4511-F386-740E56446F4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C572211-957C-34EE-7EBD-AB31D29476B0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F032C6B-9C5A-DF2F-A1FD-28B7A8109C3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54375118-0105-8613-CAB2-766A12381C5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8522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0D75559-FCA0-EBE2-CEC6-649EB4D841A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CFDE929-EE68-9C9C-7F80-4318D96AF2F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554F596-F476-C785-FECC-BA26BA9EF16E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3C8EC95-402D-FD0C-BC6F-A2E9BBB64C27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79ECCD46-D210-F12C-DC81-3050C4AF169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2558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0212470-0EA3-C112-BF22-E6FE0476AD8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687A96C-F1D6-A15B-09D0-065A26F1E5D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783AEFE-0D5C-3124-78D0-CF4FD3D610D5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E4D54FE-AD6D-C69F-7757-7704F9B21DA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8F41EE30-F173-D326-6CDA-0E972A73B08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8048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06D534F-57A5-1B75-F970-070671525D9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FC14208-F39B-7FF7-B195-85B502570C6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A6F7A67-4007-855C-32B7-3B9E18A9FD80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https://syunnjack.dev/articles/event-trip-alert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A3C82A7-A110-5BC1-8CAB-9BCBD4C73C0F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F957C99C-BE9E-BBBC-D365-E02C7AC3B98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685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2026-07-30T11:44:55Z</dcterms:created>
  <dcterms:modified xsi:type="dcterms:W3CDTF">2026-07-30T11:44:55Z</dcterms:modified>
</cp:coreProperties>
</file>