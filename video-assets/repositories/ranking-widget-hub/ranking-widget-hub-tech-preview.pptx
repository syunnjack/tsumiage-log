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32C4C-71BB-65E6-2675-C0A7583ED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024CF6-3215-F0F4-6A51-81B618D15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10B093-238A-CCEF-D367-ED44E3F5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830C6F-7EC7-CBFD-A1ED-9A1312D2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BF0E3D-B97F-4ABF-0EE6-B2544DC9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25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B13A9D-532F-EF97-0F8A-C9359512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1AA246-8DEC-6075-1552-AE308F2F1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616E60-6F38-459E-A133-54C807A6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AB1EC8-34B0-9798-1B2A-065ECD3E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12E3FD-9FD6-79F4-E7FD-83F0B27C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17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BED07-F894-5233-ADBC-7A93A18D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891531-F18C-2D18-2DB3-FB7120E5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0569F2-169A-BD0C-B21D-2746E92B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AD37D-50A1-A24E-D8A6-B8C3DFE6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8F833-171B-952E-4266-808D8707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36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7B141-19C2-D433-002F-43308FD7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BF0FBF-EFAF-1B63-7547-1C5AEE760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A4E9C3-95E1-436B-0D60-2B65A6099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7A86BC-86C2-A3EC-1AA3-595950DE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67058D-A648-9598-3021-3B048E19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2FECAB-4AFA-07F0-91A4-21C521AF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34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DA9D6-F4EF-3F60-C788-BF5B3481A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221A6D-B87B-C4FC-26F7-8B43682B3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7421D6-6208-27D3-9D2C-DDA5A866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C72902-D56F-4E3D-4AB0-29B4CEEDC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B7F560C-3295-B75C-193D-DCB84E28B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BCE698-C8D8-07B6-F67F-81E7455E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49A7939-2512-8170-CAF5-179887BF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FFC940-87B3-69A7-2DC9-607A331E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8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9587F-E7DB-C0EE-0BF6-2648BB93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B17E98-EF53-654B-1D5D-3D61CCB9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94AB49-0D71-03D0-6F83-9E5CC132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72A00F-62EE-4585-B8FE-719C5D32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61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2FED1F-897B-04DB-D7A9-D3C68990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4F0034-D955-E276-E313-F9A17766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6DD86A-53FF-EF70-1A45-3B57823F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9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CDC9EB-1A5C-4144-A9EC-CC0878D3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60FA96-A34B-9BF7-BEDD-B217DDEC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D5C368-C319-637C-067F-9F4E60419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9B59EF-E789-250D-1045-4788B618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153FAC-9020-CB9C-52C4-75D8134F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3E332B-8F21-ADA6-BB37-90EE6C93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31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66C2E-5A42-C886-DAF3-1683090C4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CE19AE-1D02-8EF4-F2CD-2FA0FA104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28EA2A-2452-6DDD-9E4C-A97885A0F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2DC03F-EA40-D129-B919-BECCCF4A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084EBD-15F8-EC66-01DD-E1851B54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0665DB-D38D-DE0A-D3B8-7549C8FD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27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84CA45-228E-CDDC-16D3-5A2976F5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06A103-DDD6-ACDB-9059-CCE2B0291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DEA7D7-7856-28A5-3BE6-B78B7C9D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6A3CF7-D50B-10A6-FC2A-0A0BE204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097178-3D69-9397-247E-49733D59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DCEB4D-B23C-FD8B-42F8-2E434CE22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19720C-B49F-085A-DC12-A1426F518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BE10EF-7B0E-E80F-76C0-805CB1F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C74F27-E513-A449-6DFB-8A4D4227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4FD51C-DE2A-41F3-01A2-3EF3030E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0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747023-1CC5-9DDE-53FB-667C609D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7F2401-31B2-4EC7-1735-1C06C257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5F91EB-3D83-6DD6-63E4-EF7F7F907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92C0C-33D6-4CA9-8A07-732F13342A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0544D5-5A3F-5D21-F560-1AB31A3EC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178087-1519-3BBC-6D81-82F0737CC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AFA1A-DBCF-4772-8807-12CC9A70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6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459E69-2281-D0ED-1444-721547441E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E20968-8876-16A9-FB23-B90F8CED181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Ranking Widget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2B8300-1879-8DAD-0724-F26607AB19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40395A-EDAF-2834-019B-3AAAFF285E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A7FFF10-08B6-5B31-EF3E-029FCD7FE1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13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0F588E-8491-DAA5-97D4-B557F4D46E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EA0FAB-9413-979F-6931-D34F505C87A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86B662-9B97-A3F9-2C86-6D2BD0DB782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Ranking Widget Hub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D38635-18C7-246F-CABC-112B168A6A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9C69ACF-0CCD-E881-9EA1-A022EABDAA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1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6DCEB5-0893-091A-4D54-C709A55623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076565-ACE3-4D17-0799-FCF26CC4C26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903ECC-88FA-464E-80D0-12C092DD621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43ED58-363B-F82A-D8AC-F2FBEDF1E99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97470F4-D5F2-181F-E8AF-A802B4E0C6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5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8792FB-E093-246C-3092-7FF464FDD49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3C5FF1-4903-7F51-A060-622588C335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F46791-4F72-F026-CDF5-8AC82C2047F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E96775-05A8-83A9-D5FA-9DE94EA78F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6579AE2-5F25-453B-FD04-7D56CF94FD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43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0DD70D-E0FF-3183-660E-7F991E4D189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5578BE-DB5F-B175-C893-6746D62CE57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0151BB-39B3-4FE0-7C2B-16CA5A7978D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6C7926-D005-3C2F-670A-DF69BBEA6A5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8EE91EC-1F2A-9BF9-E89C-2C67D31EE3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01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7D2D14-AEBF-1CB3-D14C-CEC5350B421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C7AFA9-4BD4-D289-1766-4DC0B51A443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7E7CEA-459C-D36D-CA6F-C0CBB41FD60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https://syunnjack.dev/articles/ranking-widget-hub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AE1802-4E48-B29F-56D0-BEFB060EE0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B40BEE9-66A6-ADE8-8BDE-D3057EF6A8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71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2026-07-30T11:21:30Z</dcterms:created>
  <dcterms:modified xsi:type="dcterms:W3CDTF">2026-07-30T11:21:30Z</dcterms:modified>
</cp:coreProperties>
</file>