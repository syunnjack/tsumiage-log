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A25BC-B642-03C2-416A-1EC6172C3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7C13B5-C648-5519-888C-9B33BD577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5B78DC-3152-8F92-D9CD-A0295ECA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5D1F4B-F572-C717-7159-968553F3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2AFFCE-FC1F-2DB4-057E-CD9ECD17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481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7928A-4E17-A076-69DA-76A2D4D6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A4ABDD-BB8E-6FAF-8EEC-D5E26DF56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7F69A2-3EDF-19A1-4D64-724A856E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8550CA-8EFD-843A-6850-9C0B5BF5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CFD154-33EF-1F9D-A246-DB940760C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33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3AE76-FE8A-59B9-D782-1D91EFB2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68B780-DB97-46EF-8C23-222EF8076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286EE8-F3B9-9A2A-2499-08B84C19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E1AA1-D35B-C9B4-DBAF-0B561D99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99095A-BB6B-B017-4548-790C6E2F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307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2B8D13-DED6-C812-B03C-783167CB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7E11AC-F234-0103-C4F1-E9CE8E652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3003D2-A80F-21EA-72E7-DBDEC65D4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09E32A-CA70-D409-5B49-C7ED4D99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7260E6-6AB2-B206-7FAF-DF2999F5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9EE656-9D4A-13A9-55FA-1447AD2B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57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62039E-FAE1-B50E-1CEB-0358C5C9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E25D50-FDD1-B91B-E9E0-E9EAED14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6CD862-E632-FFE6-D839-076EB79C9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AB8D3B-9927-2F95-C6DE-771A427E8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456194-6532-72A2-2795-A2EC0E8A1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87D936A-D26E-0FD1-E4EA-4265996D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1240C4-BC2C-4F9E-C66B-B5369898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7968CC-4233-DD5E-8371-96AE236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77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9E524-8584-BE1E-D861-F78BE963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C4EA8B-4153-2C2E-5A18-10822155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217ACD-E5E4-57E8-FD78-D127E911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BDB01B-ED47-E9AD-E711-D16F8FF9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0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E91C3D-134B-68E2-F96D-9994C006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1FF02B8-9746-421C-3628-35AE99F2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F4917C-CC4C-D0C9-00DB-865FA209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0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A1F58-1729-91A1-F925-133B6B339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FF1CA7-22AA-3A8F-64AE-BC58A583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EAF102-949C-9945-1B2C-087979211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960C4E-5BFF-8093-5383-54227855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966586-7A7D-D3D1-D8F9-FB4B9EE0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02E2CC-4CB1-B653-7D25-CDC483E2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55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27B32-FFF6-9B0F-861B-98FF65C0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73A98A7-8896-E602-D527-D3E9E7FD2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3C53CE-3FBD-B9A5-AF4F-FC8CE6BA3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3B5C1B-9F2A-8C06-3059-EE294C1A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C66B14-0CF2-3491-1BE4-840A7D0C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C161A2-E95B-56AC-E0A5-5F05B7CB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62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2CE3E9-B9A5-7C55-AD39-CC68C3CB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F870FB-52A3-FA8B-ED84-E1AEA4863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51E2FD-AF3D-D136-8385-AAF6A261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5D6002-14F5-443C-6FEC-E310FF76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C0C7E7-6D01-B9F9-3C6E-0880F80A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96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91628AB-D5CE-996E-DDF5-F5768DA28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C9F3E6-852E-C740-0FCE-A9DDED9C9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8D932D-9629-435A-C8D3-C75F33D8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AFAB59-E144-F3F0-F3FF-B4FB8ABE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29227B-987D-BE85-9F1B-E9BF9B96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04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614E70-813E-3192-5112-ADD6509F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2C0B5C-8225-B1E1-E30B-DF3B69CC6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980584-D27E-40DD-812F-FC1242206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5969E-335A-4CC9-BC32-B371395EF5F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CD3725-4604-FFC3-3411-87E677EF8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509D83-C747-EF75-7050-862A8EFBE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F6CDA-CF1A-4248-ABB5-45C1D389B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1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ADB397-B994-9892-569A-2705D34873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4751B2-90BA-EB6B-1EB7-E9937B47A3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Jihanki Live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D051F0-F00B-1EF2-1C99-5C38208CDC5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2DC39A-4118-1D48-9420-1DB615F4837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16393FB-0668-FAFD-B1E7-FD7367AA8E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10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BBD9D6-7250-7066-B113-491A793172E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548A7E-3593-3487-B221-928A9E0388C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5A941D-ECBA-707B-221F-1D728E57EFF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Retro Jihanki Live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レトロ自販機営業状況通知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retro jihanki live Domain candidates Confirmed domain: jihankilive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58D83E-0459-80E0-4613-F2F7116E5E7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8F40581-C284-46E7-A3A3-483F49B94B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5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5ACF6C-6082-AD30-7BCF-DCC80A07017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F6EB4B-EFCD-969B-1D53-9C6C3FD9BD1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AA93F8-3F51-54DC-6FAB-D5BDE274652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F23905-668C-CB78-35AE-0AFF4706A2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15D3F30-F076-016C-DB34-381A2AD19C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9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515CA5-FFE5-3D60-6C62-70E64523DFF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B9069E-28CD-84F2-BD51-E73C6088E2A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BD40BF-3CBD-27BA-41E4-D34B327FF3C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C73F3D-23A0-9C08-35C1-3EC3F955D0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422E42C-33C2-5CFC-087B-F7839B4668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3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7F9BCF-6F8C-B47B-D24D-7AFD1D07589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9D1F52-D9A9-9FC0-FE1E-BA6A467F6E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06C862-B464-83A2-F503-7704D4E301E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AD78CF-B266-BECA-9E78-79F25ED013F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CC24EF6-DC11-D54A-3087-177D9F85F1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9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79B769-7BF1-8A14-FF0C-EF0051A3BF0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482D87-0516-E208-1B69-945ACD75F9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F414D7-C43C-2E32-BF25-C01C9DB31A5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https://syunnjack.dev/articles/retro-jihanki-live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A70009-52C7-9AAE-6106-DF8A66539FD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7E70F0E-9F54-CF39-120A-079E424AE3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9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2026-07-30T11:43:23Z</dcterms:created>
  <dcterms:modified xsi:type="dcterms:W3CDTF">2026-07-30T11:43:23Z</dcterms:modified>
</cp:coreProperties>
</file>