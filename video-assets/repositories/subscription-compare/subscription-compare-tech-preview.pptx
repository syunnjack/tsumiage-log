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b6f02ca6994369" /><Relationship Type="http://schemas.openxmlformats.org/officeDocument/2006/relationships/extended-properties" Target="/docProps/app.xml" Id="Ra626d84f0ded475c" /><Relationship Type="http://schemas.openxmlformats.org/officeDocument/2006/relationships/officeDocument" Target="/ppt/presentation.xml" Id="R9f41719a4b634a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df486e6b742b0"/>
  </p:sldMasterIdLst>
  <p:notesMasterIdLst>
    <p:notesMasterId xmlns:r="http://schemas.openxmlformats.org/officeDocument/2006/relationships" r:id="R5f248470e6f54afe"/>
  </p:notesMasterIdLst>
  <p:sldIdLst>
    <p:sldId xmlns:r="http://schemas.openxmlformats.org/officeDocument/2006/relationships" id="256" r:id="Ra918cbb7668f4035"/>
    <p:sldId xmlns:r="http://schemas.openxmlformats.org/officeDocument/2006/relationships" id="257" r:id="Rca2d541e8a72402e"/>
    <p:sldId xmlns:r="http://schemas.openxmlformats.org/officeDocument/2006/relationships" id="258" r:id="Raed5e159bb2443ba"/>
    <p:sldId xmlns:r="http://schemas.openxmlformats.org/officeDocument/2006/relationships" id="259" r:id="Rf590b02a66124756"/>
    <p:sldId xmlns:r="http://schemas.openxmlformats.org/officeDocument/2006/relationships" id="260" r:id="Rd032d902443647c2"/>
    <p:sldId xmlns:r="http://schemas.openxmlformats.org/officeDocument/2006/relationships" id="261" r:id="Re9beacc231c24c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76753326884479" /><Relationship Type="http://schemas.openxmlformats.org/officeDocument/2006/relationships/slideMaster" Target="/ppt/slideMasters/slideMaster1.xml" Id="R80cdf486e6b742b0" /><Relationship Type="http://schemas.openxmlformats.org/officeDocument/2006/relationships/notesMaster" Target="/ppt/notesMasters/notesMaster1.xml" Id="R5f248470e6f54afe" /><Relationship Type="http://schemas.openxmlformats.org/officeDocument/2006/relationships/presProps" Target="/ppt/presProps.xml" Id="R2dec9a138dac446f" /><Relationship Type="http://schemas.openxmlformats.org/officeDocument/2006/relationships/tableStyles" Target="/ppt/tableStyles.xml" Id="R7e87d0f22df64aac" /><Relationship Type="http://schemas.openxmlformats.org/officeDocument/2006/relationships/slide" Target="/ppt/slides/slide1.xml" Id="Ra918cbb7668f4035" /><Relationship Type="http://schemas.openxmlformats.org/officeDocument/2006/relationships/slide" Target="/ppt/slides/slide2.xml" Id="Rca2d541e8a72402e" /><Relationship Type="http://schemas.openxmlformats.org/officeDocument/2006/relationships/slide" Target="/ppt/slides/slide3.xml" Id="Raed5e159bb2443ba" /><Relationship Type="http://schemas.openxmlformats.org/officeDocument/2006/relationships/slide" Target="/ppt/slides/slide4.xml" Id="Rf590b02a66124756" /><Relationship Type="http://schemas.openxmlformats.org/officeDocument/2006/relationships/slide" Target="/ppt/slides/slide5.xml" Id="Rd032d902443647c2" /><Relationship Type="http://schemas.openxmlformats.org/officeDocument/2006/relationships/slide" Target="/ppt/slides/slide6.xml" Id="Re9beacc231c24c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d1225a75ce46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7cfade71474188" /><Relationship Type="http://schemas.openxmlformats.org/officeDocument/2006/relationships/notesMaster" Target="/ppt/notesMasters/notesMaster1.xml" Id="R919b5883d3434e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481e04222a454f" /><Relationship Type="http://schemas.openxmlformats.org/officeDocument/2006/relationships/notesMaster" Target="/ppt/notesMasters/notesMaster1.xml" Id="R530553e6cebb42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a1df9b8c324cc1" /><Relationship Type="http://schemas.openxmlformats.org/officeDocument/2006/relationships/notesMaster" Target="/ppt/notesMasters/notesMaster1.xml" Id="R9326dd84806a41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b2fa50a8a348d4" /><Relationship Type="http://schemas.openxmlformats.org/officeDocument/2006/relationships/notesMaster" Target="/ppt/notesMasters/notesMaster1.xml" Id="Re6b45f73e76147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fd29dfbf974677" /><Relationship Type="http://schemas.openxmlformats.org/officeDocument/2006/relationships/notesMaster" Target="/ppt/notesMasters/notesMaster1.xml" Id="R75ad280d6a594c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e5697ff0fa43a4" /><Relationship Type="http://schemas.openxmlformats.org/officeDocument/2006/relationships/notesMaster" Target="/ppt/notesMasters/notesMaster1.xml" Id="R1df862c3002e42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今回は、Subscription Compareの技術構成を短く解説します。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https://github.com/syunnjack/subscription-compare</a:t>
            </a:r>
          </a:p>
          <a:p xmlns:a="http://schemas.openxmlformats.org/drawingml/2006/main">
            <a:r>
              <a:t>- https://syunnjack.dev/articles/subscription-compare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Subscription Compareは、PHP、Blade、JavaScriptを中心に設計・実装したプロジェクトです。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https://github.com/syunnjack/subscription-compare</a:t>
            </a:r>
          </a:p>
          <a:p xmlns:a="http://schemas.openxmlformats.org/drawingml/2006/main">
            <a:r>
              <a:t>- https://syunnjack.dev/articles/subscription-compare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主な技術はPHP・Blade・JavaScript・CSSです。役割を分け、保守しやすい構成を目指しています。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https://github.com/syunnjack/subscription-compare</a:t>
            </a:r>
          </a:p>
          <a:p xmlns:a="http://schemas.openxmlformats.org/drawingml/2006/main">
            <a:r>
              <a:t>- https://syunnjack.dev/articles/subscription-compare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リポジトリでは、README.md、app、artisanを中心に実装を確認できます。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https://github.com/syunnjack/subscription-compare</a:t>
            </a:r>
          </a:p>
          <a:p xmlns:a="http://schemas.openxmlformats.org/drawingml/2006/main">
            <a:r>
              <a:t>- https://syunnjack.dev/articles/subscription-compare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https://github.com/syunnjack/subscription-compare</a:t>
            </a:r>
          </a:p>
          <a:p xmlns:a="http://schemas.openxmlformats.org/drawingml/2006/main">
            <a:r>
              <a:t>- https://syunnjack.dev/articles/subscription-compare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https://github.com/syunnjack/subscription-compare</a:t>
            </a:r>
          </a:p>
          <a:p xmlns:a="http://schemas.openxmlformats.org/drawingml/2006/main">
            <a:r>
              <a:t>- https://syunnjack.dev/articles/subscription-compare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de6cab0e645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7a59939ef34e90" /><Relationship Type="http://schemas.openxmlformats.org/officeDocument/2006/relationships/slideLayout" Target="/ppt/slideLayouts/slideLayout1.xml" Id="R8d1723c216a842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1723c216a842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cc325ed9a41b5" /><Relationship Type="http://schemas.openxmlformats.org/officeDocument/2006/relationships/notesSlide" Target="/ppt/notesSlides/notesSlide1.xml" Id="Rb2623bcd4eda4c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5cc16c8fb4648" /><Relationship Type="http://schemas.openxmlformats.org/officeDocument/2006/relationships/notesSlide" Target="/ppt/notesSlides/notesSlide2.xml" Id="R80df2d7dd76842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a560e5ce740a0" /><Relationship Type="http://schemas.openxmlformats.org/officeDocument/2006/relationships/notesSlide" Target="/ppt/notesSlides/notesSlide3.xml" Id="Rda9de8aa7ca94a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e52db249e43b7" /><Relationship Type="http://schemas.openxmlformats.org/officeDocument/2006/relationships/notesSlide" Target="/ppt/notesSlides/notesSlide4.xml" Id="R765c674d549847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f3156b16840c5" /><Relationship Type="http://schemas.openxmlformats.org/officeDocument/2006/relationships/notesSlide" Target="/ppt/notesSlides/notesSlide5.xml" Id="R321ec6be6fe448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fe15a615d4e3f" /><Relationship Type="http://schemas.openxmlformats.org/officeDocument/2006/relationships/notesSlide" Target="/ppt/notesSlides/notesSlide6.xml" Id="R4ce3bfe0034e49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83B35-25F9-4629-A000-80B3262C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B964B-85EE-4B2B-9332-F70B5146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E5F4E2A6-642B-41B2-8369-E3396F24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4C6C7E92-EBB9-4B87-9521-FC10DB28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6DA843-F490-4CFD-8567-BD8411F8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Subscription Compareの技術解説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8A42511-BF44-474A-A8F6-B259EC33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8BE991BD-EF07-4E06-8D95-851258A3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PHP・Blade・JavaScript・CSS</a:t>
            </a:r>
          </a:p>
        </p:txBody>
      </p:sp>
    </p:spTree>
    <p:extLst>
      <p:ext uri="{BB962C8B-B14F-4D97-AF65-F5344CB8AC3E}">
        <p14:creationId xmlns:p14="http://schemas.microsoft.com/office/powerpoint/2010/main" val="1087931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B09B1-E72D-4CF6-AC6C-08DE252B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7A7DA-67BB-40E1-840E-09817D32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DBAA057A-1D10-49C1-A44B-28B44F61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F233757F-94DC-4AA6-BED1-25FC89AE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7F705DC8-4984-4885-BE2E-0C6D5F7C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40175-FC2D-46E7-89A2-E2F502B6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8B0255BE-A7FD-4061-8F24-729AC8D4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Subscription Compareは、PHP、Blade、JavaScriptを中心に設計・実装したプロジェクトです。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1068302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61686-AAFA-4DF5-8C3C-759A0491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3D1A8-F957-4415-9FFA-664BADDE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04ED4EEF-EFBB-4BC5-ADB3-78B0E719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22844E2-8DB1-48B9-B735-B876B795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ADD88A80-1D92-4461-8708-791950B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AA97F-1307-4AF4-BD60-10AF819F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F69F55B-807F-4CB9-BA9C-D93278DF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主要技術：PHP・Blade・JavaScript・CSS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515987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CF97A-475A-4CD7-A49A-009EE8B8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6F7D2-5316-4882-BD10-EBA42558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A0CFC5DD-6DC7-44E7-8F2F-FB02E887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93D25742-4DF3-4AE5-A404-C0C2B0DA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C607ABF2-DF68-4ECF-9A28-B542D129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70F49-2B3D-4FE6-BA27-BDAABEF9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7E008375-15EC-4283-9078-7FF5F026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主なファイル：README.md、app、artisan</a:t>
            </a:r>
          </a:p>
        </p:txBody>
      </p:sp>
    </p:spTree>
    <p:extLst>
      <p:ext uri="{BB962C8B-B14F-4D97-AF65-F5344CB8AC3E}">
        <p14:creationId xmlns:p14="http://schemas.microsoft.com/office/powerpoint/2010/main" val="732305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55D2C-909C-4038-B07E-6CC6D802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C8014-5C85-48AD-BD70-1D1784D4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9B765360-C5E0-4073-B44F-8D1F7B36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95F6A301-B18F-4D2C-932B-5A2AC855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1448FC0A-A5A2-483A-9A40-71BD39F7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B9201-032B-42B0-AB96-BB5DDB51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72FB1DBD-7DF8-4515-807D-17CB0DE3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793683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7CF1A-0528-4AFF-8439-170F455F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BD72D-47FD-462F-BDDB-F3EE1878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022E7679-A07E-4605-B174-6F92F5B0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344078B-9C84-42AF-8417-E3BAA8BC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1F7A571D-412F-466A-AC4B-134374C1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02C65-B67B-4CC7-A344-49EE9AA1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E8F0E5E4-C5AC-49AF-AE40-1211A91B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https://syunnjack.dev/articles/subscription-compare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2077734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2026-08-11T12:11:15.3160000Z</dcterms:created>
  <dcterms:modified xsi:type="dcterms:W3CDTF">2026-08-11T12:11:15.3160000Z</dcterms:modified>
</coreProperties>
</file>