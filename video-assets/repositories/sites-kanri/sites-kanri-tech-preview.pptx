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d2eafd26b0426f" /><Relationship Type="http://schemas.openxmlformats.org/officeDocument/2006/relationships/extended-properties" Target="/docProps/app.xml" Id="R3c355007c76a4701" /><Relationship Type="http://schemas.openxmlformats.org/officeDocument/2006/relationships/officeDocument" Target="/ppt/presentation.xml" Id="R6cf8e120956144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027451d16b4631"/>
  </p:sldMasterIdLst>
  <p:notesMasterIdLst>
    <p:notesMasterId xmlns:r="http://schemas.openxmlformats.org/officeDocument/2006/relationships" r:id="R7206080819a94706"/>
  </p:notesMasterIdLst>
  <p:sldIdLst>
    <p:sldId xmlns:r="http://schemas.openxmlformats.org/officeDocument/2006/relationships" id="256" r:id="R813f7ae09ec94e83"/>
    <p:sldId xmlns:r="http://schemas.openxmlformats.org/officeDocument/2006/relationships" id="257" r:id="R6ec1bea0cceb43a2"/>
    <p:sldId xmlns:r="http://schemas.openxmlformats.org/officeDocument/2006/relationships" id="258" r:id="R2429f099e7214389"/>
    <p:sldId xmlns:r="http://schemas.openxmlformats.org/officeDocument/2006/relationships" id="259" r:id="R5a473450ebba4ba4"/>
    <p:sldId xmlns:r="http://schemas.openxmlformats.org/officeDocument/2006/relationships" id="260" r:id="Rf2e76d1bbfb04747"/>
    <p:sldId xmlns:r="http://schemas.openxmlformats.org/officeDocument/2006/relationships" id="261" r:id="Rd7409b0d5a1e4a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0e101f115a4d24" /><Relationship Type="http://schemas.openxmlformats.org/officeDocument/2006/relationships/slideMaster" Target="/ppt/slideMasters/slideMaster1.xml" Id="Ra9027451d16b4631" /><Relationship Type="http://schemas.openxmlformats.org/officeDocument/2006/relationships/notesMaster" Target="/ppt/notesMasters/notesMaster1.xml" Id="R7206080819a94706" /><Relationship Type="http://schemas.openxmlformats.org/officeDocument/2006/relationships/presProps" Target="/ppt/presProps.xml" Id="R100e5ec6911d4347" /><Relationship Type="http://schemas.openxmlformats.org/officeDocument/2006/relationships/tableStyles" Target="/ppt/tableStyles.xml" Id="R657a43a2beff4803" /><Relationship Type="http://schemas.openxmlformats.org/officeDocument/2006/relationships/slide" Target="/ppt/slides/slide1.xml" Id="R813f7ae09ec94e83" /><Relationship Type="http://schemas.openxmlformats.org/officeDocument/2006/relationships/slide" Target="/ppt/slides/slide2.xml" Id="R6ec1bea0cceb43a2" /><Relationship Type="http://schemas.openxmlformats.org/officeDocument/2006/relationships/slide" Target="/ppt/slides/slide3.xml" Id="R2429f099e7214389" /><Relationship Type="http://schemas.openxmlformats.org/officeDocument/2006/relationships/slide" Target="/ppt/slides/slide4.xml" Id="R5a473450ebba4ba4" /><Relationship Type="http://schemas.openxmlformats.org/officeDocument/2006/relationships/slide" Target="/ppt/slides/slide5.xml" Id="Rf2e76d1bbfb04747" /><Relationship Type="http://schemas.openxmlformats.org/officeDocument/2006/relationships/slide" Target="/ppt/slides/slide6.xml" Id="Rd7409b0d5a1e4a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14280e958043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c3889992b24f65" /><Relationship Type="http://schemas.openxmlformats.org/officeDocument/2006/relationships/notesMaster" Target="/ppt/notesMasters/notesMaster1.xml" Id="R0065cdca757944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946540e5334e53" /><Relationship Type="http://schemas.openxmlformats.org/officeDocument/2006/relationships/notesMaster" Target="/ppt/notesMasters/notesMaster1.xml" Id="R9e3fd92f595145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b0925ff5c6464e" /><Relationship Type="http://schemas.openxmlformats.org/officeDocument/2006/relationships/notesMaster" Target="/ppt/notesMasters/notesMaster1.xml" Id="R749f0700ad2b45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25fb5c51bf4aa9" /><Relationship Type="http://schemas.openxmlformats.org/officeDocument/2006/relationships/notesMaster" Target="/ppt/notesMasters/notesMaster1.xml" Id="R927d5a82e73842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7ad643774644a2" /><Relationship Type="http://schemas.openxmlformats.org/officeDocument/2006/relationships/notesMaster" Target="/ppt/notesMasters/notesMaster1.xml" Id="Rd584556a26fa4a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21bdd223334243" /><Relationship Type="http://schemas.openxmlformats.org/officeDocument/2006/relationships/notesMaster" Target="/ppt/notesMasters/notesMaster1.xml" Id="R3303e2b3ef5147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今回は、Sites Kanriの技術構成を短く解説します。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https://github.com/syunnjack/sites-kanri</a:t>
            </a:r>
          </a:p>
          <a:p xmlns:a="http://schemas.openxmlformats.org/drawingml/2006/main">
            <a:r>
              <a:t>- https://syunnjack.dev/articles/sites-kanri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Sites Kanriの設計と実装を記録したプロジェクト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https://github.com/syunnjack/sites-kanri</a:t>
            </a:r>
          </a:p>
          <a:p xmlns:a="http://schemas.openxmlformats.org/drawingml/2006/main">
            <a:r>
              <a:t>- https://syunnjack.dev/articles/sites-kanri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https://github.com/syunnjack/sites-kanri</a:t>
            </a:r>
          </a:p>
          <a:p xmlns:a="http://schemas.openxmlformats.org/drawingml/2006/main">
            <a:r>
              <a:t>- https://syunnjack.dev/articles/sites-kanri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https://github.com/syunnjack/sites-kanri</a:t>
            </a:r>
          </a:p>
          <a:p xmlns:a="http://schemas.openxmlformats.org/drawingml/2006/main">
            <a:r>
              <a:t>- https://syunnjack.dev/articles/sites-kanri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https://github.com/syunnjack/sites-kanri</a:t>
            </a:r>
          </a:p>
          <a:p xmlns:a="http://schemas.openxmlformats.org/drawingml/2006/main">
            <a:r>
              <a:t>- https://syunnjack.dev/articles/sites-kanri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https://github.com/syunnjack/sites-kanri</a:t>
            </a:r>
          </a:p>
          <a:p xmlns:a="http://schemas.openxmlformats.org/drawingml/2006/main">
            <a:r>
              <a:t>- https://syunnjack.dev/articles/sites-kanri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ed7edfd17b42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f1f583f40e4b0d" /><Relationship Type="http://schemas.openxmlformats.org/officeDocument/2006/relationships/slideLayout" Target="/ppt/slideLayouts/slideLayout1.xml" Id="R91619fdaf1134c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619fdaf1134c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c8aa1b4674035" /><Relationship Type="http://schemas.openxmlformats.org/officeDocument/2006/relationships/notesSlide" Target="/ppt/notesSlides/notesSlide1.xml" Id="Rfcd5c953afd247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60294d9274c3e" /><Relationship Type="http://schemas.openxmlformats.org/officeDocument/2006/relationships/notesSlide" Target="/ppt/notesSlides/notesSlide2.xml" Id="R32d4bbfd172045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3aa911d4a4120" /><Relationship Type="http://schemas.openxmlformats.org/officeDocument/2006/relationships/notesSlide" Target="/ppt/notesSlides/notesSlide3.xml" Id="R02148a91feca4d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bd01e8d5a42dc" /><Relationship Type="http://schemas.openxmlformats.org/officeDocument/2006/relationships/notesSlide" Target="/ppt/notesSlides/notesSlide4.xml" Id="R53db769009c341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b589823994baa" /><Relationship Type="http://schemas.openxmlformats.org/officeDocument/2006/relationships/notesSlide" Target="/ppt/notesSlides/notesSlide5.xml" Id="R293bfcde3de340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6e779771b4f6d" /><Relationship Type="http://schemas.openxmlformats.org/officeDocument/2006/relationships/notesSlide" Target="/ppt/notesSlides/notesSlide6.xml" Id="Rd43d2b96480241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4A6E6E-0543-4B60-8DB4-94F9B588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D7A58-400F-48A5-90BD-43477ECA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6C0A1F22-3267-47CC-B5C1-359BDD4F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088586A9-9A75-41C0-8D99-DFB4C07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3BDEBF14-54D2-483D-84C8-9F3B38F2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Sites Kanriの技術解説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0CC40041-CF43-4FBE-80D6-74BCA10B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3786A0CB-D630-4715-92DF-7A7F9C5D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10107349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DDC041-4790-4C3A-A4BB-1D42F9BA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E2059-B7B4-4E0C-8C51-607FFE6E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8BBDE644-EA68-40BF-86B1-F46309E0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731D7B1B-9ABE-430E-9BAD-28E1E281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120286A0-C25B-4F67-A317-759DAAF0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E47F9-7B0C-476F-B0A3-B6D59440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0C8E0237-A462-4519-B3D9-7963EB52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Sites Kanriの設計と実装を記録したプロジェクト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21312128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739E2-FE13-42D4-8308-731F8EFE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43565-E8B6-43B4-9D12-5D90B9BB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D09E3F3F-1A04-436B-B128-8A4E183B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32A91A3A-DCB4-45D6-BEC9-98616406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99B3062F-2A68-4F15-81A2-C9FFC811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47095-EFDE-4225-8712-890DF809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1F706CD2-CF34-4618-A68D-9C6B060A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5208506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E935E-A262-4D77-9647-41B81E29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289C3-D7DF-4E9A-A6C3-A4537999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3E5373A1-D3A8-48E5-9E84-46E1E0F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BF9C899E-3691-413B-99C1-DDAFBDBA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76B393CF-CA2E-429B-8889-C6E1CDF2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1788E-6411-4A72-8CC1-CFB08E26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30274C6F-A488-4627-BE4C-9CFC496C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3478800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805470-DD3C-4CAC-AEB2-F2B96568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605696-AB74-441B-880F-D312FBB3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F311EC63-FA8C-4CE7-B78A-20EB7F22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271E0C4A-8534-4384-8CC0-6B79D3BC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D1B00808-D720-4C63-8392-FDE4A728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5312D-C4C1-4D91-A6E0-AC948345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990BC0BB-F3CC-49C1-9766-3BFF8A98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5706766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88BC8-D8A4-4B9E-9E6B-DF011513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54B35-AFB8-49B6-80FB-C7991D89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AB37042B-E446-4599-A41A-F608DCEC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6063EEE6-2008-42AE-BB34-42B8243C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613DC235-59B3-419A-8602-08D74ADF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EB2C3-28C5-4FD1-8F2B-40A8A365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A544B26F-4D21-4BA9-879E-595FD938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https://syunnjack.dev/articles/sites-kanri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1594497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2026-08-15T06:49:57.1570000Z</dcterms:created>
  <dcterms:modified xsi:type="dcterms:W3CDTF">2026-08-15T06:49:57.1580000Z</dcterms:modified>
</coreProperties>
</file>