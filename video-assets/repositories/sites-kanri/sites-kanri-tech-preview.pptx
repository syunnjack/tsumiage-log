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ac9b205aef421f" /><Relationship Type="http://schemas.openxmlformats.org/officeDocument/2006/relationships/extended-properties" Target="/docProps/app.xml" Id="R60713f3f889445f6" /><Relationship Type="http://schemas.openxmlformats.org/officeDocument/2006/relationships/officeDocument" Target="/ppt/presentation.xml" Id="R02ed5823742345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e4efa351084fff"/>
  </p:sldMasterIdLst>
  <p:notesMasterIdLst>
    <p:notesMasterId xmlns:r="http://schemas.openxmlformats.org/officeDocument/2006/relationships" r:id="R9442262981044757"/>
  </p:notesMasterIdLst>
  <p:sldIdLst>
    <p:sldId xmlns:r="http://schemas.openxmlformats.org/officeDocument/2006/relationships" id="256" r:id="R9efd75756a7c4a03"/>
    <p:sldId xmlns:r="http://schemas.openxmlformats.org/officeDocument/2006/relationships" id="257" r:id="R9cd3ee266bde4a92"/>
    <p:sldId xmlns:r="http://schemas.openxmlformats.org/officeDocument/2006/relationships" id="258" r:id="R69480594127f47d7"/>
    <p:sldId xmlns:r="http://schemas.openxmlformats.org/officeDocument/2006/relationships" id="259" r:id="Rc73e1656ae054727"/>
    <p:sldId xmlns:r="http://schemas.openxmlformats.org/officeDocument/2006/relationships" id="260" r:id="R0e533d3cd59b4b9a"/>
    <p:sldId xmlns:r="http://schemas.openxmlformats.org/officeDocument/2006/relationships" id="261" r:id="R48c1e905a03a41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61f41d436f40f6" /><Relationship Type="http://schemas.openxmlformats.org/officeDocument/2006/relationships/slideMaster" Target="/ppt/slideMasters/slideMaster1.xml" Id="Ra9e4efa351084fff" /><Relationship Type="http://schemas.openxmlformats.org/officeDocument/2006/relationships/notesMaster" Target="/ppt/notesMasters/notesMaster1.xml" Id="R9442262981044757" /><Relationship Type="http://schemas.openxmlformats.org/officeDocument/2006/relationships/presProps" Target="/ppt/presProps.xml" Id="R936209dbb28d4691" /><Relationship Type="http://schemas.openxmlformats.org/officeDocument/2006/relationships/tableStyles" Target="/ppt/tableStyles.xml" Id="Rfb1f35542ac34d03" /><Relationship Type="http://schemas.openxmlformats.org/officeDocument/2006/relationships/slide" Target="/ppt/slides/slide1.xml" Id="R9efd75756a7c4a03" /><Relationship Type="http://schemas.openxmlformats.org/officeDocument/2006/relationships/slide" Target="/ppt/slides/slide2.xml" Id="R9cd3ee266bde4a92" /><Relationship Type="http://schemas.openxmlformats.org/officeDocument/2006/relationships/slide" Target="/ppt/slides/slide3.xml" Id="R69480594127f47d7" /><Relationship Type="http://schemas.openxmlformats.org/officeDocument/2006/relationships/slide" Target="/ppt/slides/slide4.xml" Id="Rc73e1656ae054727" /><Relationship Type="http://schemas.openxmlformats.org/officeDocument/2006/relationships/slide" Target="/ppt/slides/slide5.xml" Id="R0e533d3cd59b4b9a" /><Relationship Type="http://schemas.openxmlformats.org/officeDocument/2006/relationships/slide" Target="/ppt/slides/slide6.xml" Id="R48c1e905a03a41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cb6f28c23749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f80b1b1c3f4625" /><Relationship Type="http://schemas.openxmlformats.org/officeDocument/2006/relationships/notesMaster" Target="/ppt/notesMasters/notesMaster1.xml" Id="R191c6b1114e746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8399350d664cd1" /><Relationship Type="http://schemas.openxmlformats.org/officeDocument/2006/relationships/notesMaster" Target="/ppt/notesMasters/notesMaster1.xml" Id="Rd553a2cd841c4d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fffacf3c1242ab" /><Relationship Type="http://schemas.openxmlformats.org/officeDocument/2006/relationships/notesMaster" Target="/ppt/notesMasters/notesMaster1.xml" Id="Rd33e0ccf11aa49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9cb997556f4875" /><Relationship Type="http://schemas.openxmlformats.org/officeDocument/2006/relationships/notesMaster" Target="/ppt/notesMasters/notesMaster1.xml" Id="Re413b7f2e23e48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ce64f16d054b25" /><Relationship Type="http://schemas.openxmlformats.org/officeDocument/2006/relationships/notesMaster" Target="/ppt/notesMasters/notesMaster1.xml" Id="R4d528c0b21ad4c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effebfacd547d7" /><Relationship Type="http://schemas.openxmlformats.org/officeDocument/2006/relationships/notesMaster" Target="/ppt/notesMasters/notesMaster1.xml" Id="R2bfd859f99e34c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今回は、Sites Kanriの技術構成を短く解説します。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https://github.com/syunnjack/sites-kanri</a:t>
            </a:r>
          </a:p>
          <a:p xmlns:a="http://schemas.openxmlformats.org/drawingml/2006/main">
            <a:r>
              <a:t>- https://syunnjack.dev/articles/sites-kanri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Sites Kanriの設計と実装を記録したプロジェクト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https://github.com/syunnjack/sites-kanri</a:t>
            </a:r>
          </a:p>
          <a:p xmlns:a="http://schemas.openxmlformats.org/drawingml/2006/main">
            <a:r>
              <a:t>- https://syunnjack.dev/articles/sites-kanri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主な技術は未分類です。役割を分け、保守しやすい構成を目指しています。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https://github.com/syunnjack/sites-kanri</a:t>
            </a:r>
          </a:p>
          <a:p xmlns:a="http://schemas.openxmlformats.org/drawingml/2006/main">
            <a:r>
              <a:t>- https://syunnjack.dev/articles/sites-kanri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リポジトリでは、主要なソースファイルを中心に実装を確認できます。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https://github.com/syunnjack/sites-kanri</a:t>
            </a:r>
          </a:p>
          <a:p xmlns:a="http://schemas.openxmlformats.org/drawingml/2006/main">
            <a:r>
              <a:t>- https://syunnjack.dev/articles/sites-kanri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直近のコミットでは、実装の見直しと継続的な改善が行われました。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https://github.com/syunnjack/sites-kanri</a:t>
            </a:r>
          </a:p>
          <a:p xmlns:a="http://schemas.openxmlformats.org/drawingml/2006/main">
            <a:r>
              <a:t>- https://syunnjack.dev/articles/sites-kanri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https://github.com/syunnjack/sites-kanri</a:t>
            </a:r>
          </a:p>
          <a:p xmlns:a="http://schemas.openxmlformats.org/drawingml/2006/main">
            <a:r>
              <a:t>- https://syunnjack.dev/articles/sites-kanri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7feb52cbc048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9d5bff750c412a" /><Relationship Type="http://schemas.openxmlformats.org/officeDocument/2006/relationships/slideLayout" Target="/ppt/slideLayouts/slideLayout1.xml" Id="Ra4d60f1a6c8e48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d60f1a6c8e48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1b02b354147ea" /><Relationship Type="http://schemas.openxmlformats.org/officeDocument/2006/relationships/notesSlide" Target="/ppt/notesSlides/notesSlide1.xml" Id="R0a7b32c6168a48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6258660b64c0e" /><Relationship Type="http://schemas.openxmlformats.org/officeDocument/2006/relationships/notesSlide" Target="/ppt/notesSlides/notesSlide2.xml" Id="R03b1a158c6be41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bbc3a0a21456e" /><Relationship Type="http://schemas.openxmlformats.org/officeDocument/2006/relationships/notesSlide" Target="/ppt/notesSlides/notesSlide3.xml" Id="R0625c9fa41f54a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952eab424432c" /><Relationship Type="http://schemas.openxmlformats.org/officeDocument/2006/relationships/notesSlide" Target="/ppt/notesSlides/notesSlide4.xml" Id="R65d068faab0c45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c6f79414f47cc" /><Relationship Type="http://schemas.openxmlformats.org/officeDocument/2006/relationships/notesSlide" Target="/ppt/notesSlides/notesSlide5.xml" Id="R8ca35a0ab21247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7e61453da471f" /><Relationship Type="http://schemas.openxmlformats.org/officeDocument/2006/relationships/notesSlide" Target="/ppt/notesSlides/notesSlide6.xml" Id="R93863321bdfd4a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1A066-F067-4662-A0B6-D7FDA098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54AD7-4969-40E9-94B5-5DC69888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7E454B7F-00A0-4A31-AB8B-C302FF3C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F8B52F12-A891-4852-ADF5-73584F76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B0A32BD-BB21-43D0-9DB2-5DB77B6B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Sites Kanriの技術解説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E4B2CAFD-6D61-43BC-A794-7F108A8D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196C7B6C-861B-406D-A570-56C632EC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未分類</a:t>
            </a:r>
          </a:p>
        </p:txBody>
      </p:sp>
    </p:spTree>
    <p:extLst>
      <p:ext uri="{BB962C8B-B14F-4D97-AF65-F5344CB8AC3E}">
        <p14:creationId xmlns:p14="http://schemas.microsoft.com/office/powerpoint/2010/main" val="12637048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5B408-54C9-48A9-8ECE-C7622118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81036-6A8A-412B-A86B-BD8BCB09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FCB43E9C-A136-4361-BA42-E946F5A5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9AFD7582-6BCA-4C20-869A-1FF92793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F8BAC350-903A-4575-8C5A-3E4FF8F2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442FB-4284-48CD-BAF7-0E9B64AB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F5B211C8-7EE3-44E2-AAD8-EFF4E1B8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Sites Kanriの設計と実装を記録したプロジェクト</a:t>
            </a:r>
          </a:p>
        </p:txBody>
      </p:sp>
    </p:spTree>
    <p:extLst>
      <p:ext uri="{BB962C8B-B14F-4D97-AF65-F5344CB8AC3E}">
        <p14:creationId xmlns:p14="http://schemas.microsoft.com/office/powerpoint/2010/main" val="3215312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7A76B-A622-4472-8988-29AC1E2D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6DD58-1E4C-43EB-9E5E-0AC99D6B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6612B462-31F9-47BF-9A64-5FC4F60E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5F6C3749-9FC7-4982-B44D-131817CD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0AB182C3-8214-4A8B-A0B9-A40485C3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754A4-D2DC-4B93-BD29-4A82F2BB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F9065D2C-4A2F-4F59-81F8-274B59AE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主要技術：未分類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4178681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BF250-7BBE-4ED2-99C9-E50617C8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D3809C-0089-4F96-9267-2809A91A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C63AD2FA-AEE7-4A00-ACE2-01E0B330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DEEEC763-E759-498C-BEE1-BCB86E8C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7587269D-FF45-4D1A-9ACE-FAF96CC0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24358-4C00-4F9D-8F44-B89DC05C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D75205F2-77F0-40D7-9ED9-6B50ED6A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主なファイル：主要なソースファイル</a:t>
            </a:r>
          </a:p>
        </p:txBody>
      </p:sp>
    </p:spTree>
    <p:extLst>
      <p:ext uri="{BB962C8B-B14F-4D97-AF65-F5344CB8AC3E}">
        <p14:creationId xmlns:p14="http://schemas.microsoft.com/office/powerpoint/2010/main" val="9697979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8B382-94F1-484B-BC73-C4792E63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B84FF-08F3-458E-B71C-4991AAA4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0981F63A-0199-4143-9EA1-5988726B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AB3E86B7-54EC-4A6E-A2FD-2442292D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BC98DCE5-E6C7-4208-8FBE-B9A79C67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2A194-9CC4-4BF0-8AF0-B1019CCE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30D4FE00-8FE2-4CA3-9F8F-1FC161B4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直近のコミットでは、実装の見直しと継続的な改善が行われました。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5100202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D33054-86EC-4577-BCBA-DF7647C0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343B1-B912-47D9-9BF8-F4DAB60B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63572229-F185-48E9-A5BC-A1B23B07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1E35C3D6-79FD-4D0F-A9F6-DF432A9D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3730814E-D3EF-4DE6-B554-49B71191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59776-AF9A-4BA4-83A9-FBBFA131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B1F1520D-6765-4684-8C3D-59741095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https://syunnjack.dev/articles/sites-kanri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13240160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2026-08-15T06:16:15.5570000Z</dcterms:created>
  <dcterms:modified xsi:type="dcterms:W3CDTF">2026-08-15T06:16:15.5580000Z</dcterms:modified>
</coreProperties>
</file>