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f69b02cce47bc" /><Relationship Type="http://schemas.openxmlformats.org/officeDocument/2006/relationships/extended-properties" Target="/docProps/app.xml" Id="R29f2cb3b16504008" /><Relationship Type="http://schemas.openxmlformats.org/officeDocument/2006/relationships/officeDocument" Target="/ppt/presentation.xml" Id="R3b3c0a9523bc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5b7483c3945d3"/>
  </p:sldMasterIdLst>
  <p:notesMasterIdLst>
    <p:notesMasterId xmlns:r="http://schemas.openxmlformats.org/officeDocument/2006/relationships" r:id="R6f57e2631b8b47f0"/>
  </p:notesMasterIdLst>
  <p:sldIdLst>
    <p:sldId xmlns:r="http://schemas.openxmlformats.org/officeDocument/2006/relationships" id="256" r:id="R40920bb14f9c456f"/>
    <p:sldId xmlns:r="http://schemas.openxmlformats.org/officeDocument/2006/relationships" id="257" r:id="R1aee13df028e4454"/>
    <p:sldId xmlns:r="http://schemas.openxmlformats.org/officeDocument/2006/relationships" id="258" r:id="R6c0f63192cb244ae"/>
    <p:sldId xmlns:r="http://schemas.openxmlformats.org/officeDocument/2006/relationships" id="259" r:id="Rb0f4b59c55cf472e"/>
    <p:sldId xmlns:r="http://schemas.openxmlformats.org/officeDocument/2006/relationships" id="260" r:id="Re5f69593210d4075"/>
    <p:sldId xmlns:r="http://schemas.openxmlformats.org/officeDocument/2006/relationships" id="261" r:id="R72ad9cdd6e8b4f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901817bb9425e" /><Relationship Type="http://schemas.openxmlformats.org/officeDocument/2006/relationships/slideMaster" Target="/ppt/slideMasters/slideMaster1.xml" Id="R4b85b7483c3945d3" /><Relationship Type="http://schemas.openxmlformats.org/officeDocument/2006/relationships/notesMaster" Target="/ppt/notesMasters/notesMaster1.xml" Id="R6f57e2631b8b47f0" /><Relationship Type="http://schemas.openxmlformats.org/officeDocument/2006/relationships/presProps" Target="/ppt/presProps.xml" Id="R3dcb823ddc4542c3" /><Relationship Type="http://schemas.openxmlformats.org/officeDocument/2006/relationships/tableStyles" Target="/ppt/tableStyles.xml" Id="Rbb7ba51caddf457f" /><Relationship Type="http://schemas.openxmlformats.org/officeDocument/2006/relationships/slide" Target="/ppt/slides/slide1.xml" Id="R40920bb14f9c456f" /><Relationship Type="http://schemas.openxmlformats.org/officeDocument/2006/relationships/slide" Target="/ppt/slides/slide2.xml" Id="R1aee13df028e4454" /><Relationship Type="http://schemas.openxmlformats.org/officeDocument/2006/relationships/slide" Target="/ppt/slides/slide3.xml" Id="R6c0f63192cb244ae" /><Relationship Type="http://schemas.openxmlformats.org/officeDocument/2006/relationships/slide" Target="/ppt/slides/slide4.xml" Id="Rb0f4b59c55cf472e" /><Relationship Type="http://schemas.openxmlformats.org/officeDocument/2006/relationships/slide" Target="/ppt/slides/slide5.xml" Id="Re5f69593210d4075" /><Relationship Type="http://schemas.openxmlformats.org/officeDocument/2006/relationships/slide" Target="/ppt/slides/slide6.xml" Id="R72ad9cdd6e8b4f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cb8c8b9cc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a6200dd9574339" /><Relationship Type="http://schemas.openxmlformats.org/officeDocument/2006/relationships/notesMaster" Target="/ppt/notesMasters/notesMaster1.xml" Id="R702aed6988f747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cbf060fc9f4255" /><Relationship Type="http://schemas.openxmlformats.org/officeDocument/2006/relationships/notesMaster" Target="/ppt/notesMasters/notesMaster1.xml" Id="R6283d625b74b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284acec2b8428b" /><Relationship Type="http://schemas.openxmlformats.org/officeDocument/2006/relationships/notesMaster" Target="/ppt/notesMasters/notesMaster1.xml" Id="R8b4b7654a6f24c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245c37059c4338" /><Relationship Type="http://schemas.openxmlformats.org/officeDocument/2006/relationships/notesMaster" Target="/ppt/notesMasters/notesMaster1.xml" Id="R45d10c1a1090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fc45d11314095" /><Relationship Type="http://schemas.openxmlformats.org/officeDocument/2006/relationships/notesMaster" Target="/ppt/notesMasters/notesMaster1.xml" Id="R718103ac763e48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6fb2024df74902" /><Relationship Type="http://schemas.openxmlformats.org/officeDocument/2006/relationships/notesMaster" Target="/ppt/notesMasters/notesMaster1.xml" Id="Rbf11d2e0b2fd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今回は、Foodtruck Mapの技術構成を短く解説します。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https://github.com/syunnjack/foodtruck-map</a:t>
            </a:r>
          </a:p>
          <a:p xmlns:a="http://schemas.openxmlformats.org/drawingml/2006/main">
            <a:r>
              <a:t>- https://syunnjack.dev/articles/foodtruck-map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Foodtruck Mapは、Blade、PHP、JavaScriptを中心に設計・実装したプロジェクトです。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https://github.com/syunnjack/foodtruck-map</a:t>
            </a:r>
          </a:p>
          <a:p xmlns:a="http://schemas.openxmlformats.org/drawingml/2006/main">
            <a:r>
              <a:t>- https://syunnjack.dev/articles/foodtruck-map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主な技術はBlade・PHP・JavaScript・CSSです。役割を分け、保守しやすい構成を目指しています。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https://github.com/syunnjack/foodtruck-map</a:t>
            </a:r>
          </a:p>
          <a:p xmlns:a="http://schemas.openxmlformats.org/drawingml/2006/main">
            <a:r>
              <a:t>- https://syunnjack.dev/articles/foodtruck-map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リポジトリでは、README.md、app、artisanを中心に実装を確認できます。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https://github.com/syunnjack/foodtruck-map</a:t>
            </a:r>
          </a:p>
          <a:p xmlns:a="http://schemas.openxmlformats.org/drawingml/2006/main">
            <a:r>
              <a:t>- https://syunnjack.dev/articles/foodtruck-map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https://github.com/syunnjack/foodtruck-map</a:t>
            </a:r>
          </a:p>
          <a:p xmlns:a="http://schemas.openxmlformats.org/drawingml/2006/main">
            <a:r>
              <a:t>- https://syunnjack.dev/articles/foodtruck-map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https://github.com/syunnjack/foodtruck-map</a:t>
            </a:r>
          </a:p>
          <a:p xmlns:a="http://schemas.openxmlformats.org/drawingml/2006/main">
            <a:r>
              <a:t>- https://syunnjack.dev/articles/foodtruck-map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35d910d8e45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73025cd8d48af" /><Relationship Type="http://schemas.openxmlformats.org/officeDocument/2006/relationships/slideLayout" Target="/ppt/slideLayouts/slideLayout1.xml" Id="R5aa036c3cc4f4a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036c3cc4f4a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be199ea3e4191" /><Relationship Type="http://schemas.openxmlformats.org/officeDocument/2006/relationships/notesSlide" Target="/ppt/notesSlides/notesSlide1.xml" Id="R26096378ff4e40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9eeed27b84dd5" /><Relationship Type="http://schemas.openxmlformats.org/officeDocument/2006/relationships/notesSlide" Target="/ppt/notesSlides/notesSlide2.xml" Id="Rb02a5772f8a048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e139c3ae047e4" /><Relationship Type="http://schemas.openxmlformats.org/officeDocument/2006/relationships/notesSlide" Target="/ppt/notesSlides/notesSlide3.xml" Id="R7f48cd4f6a85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59f63705e4a92" /><Relationship Type="http://schemas.openxmlformats.org/officeDocument/2006/relationships/notesSlide" Target="/ppt/notesSlides/notesSlide4.xml" Id="R74019ae9335f47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bfdf352bd40e9" /><Relationship Type="http://schemas.openxmlformats.org/officeDocument/2006/relationships/notesSlide" Target="/ppt/notesSlides/notesSlide5.xml" Id="Rb18c3c2d23044d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658971c9245db" /><Relationship Type="http://schemas.openxmlformats.org/officeDocument/2006/relationships/notesSlide" Target="/ppt/notesSlides/notesSlide6.xml" Id="Rf8ace24f66b141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14475-B0D5-4152-BC3A-5A160881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0361-001E-4820-B702-EB9631BA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2584E941-89E7-4918-937B-DC219A2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7ED99EE-1514-4B97-A683-59F978AF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2E5B3D-885C-49B4-9D6D-05B8D8F0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Foodtruck Mapの技術解説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8BDE23D-EECB-44AC-8440-41B95D9C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F067D480-7B48-43CD-99BB-E10AE5B6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Blade・PHP・JavaScript・CSS</a:t>
            </a:r>
          </a:p>
        </p:txBody>
      </p:sp>
    </p:spTree>
    <p:extLst>
      <p:ext uri="{BB962C8B-B14F-4D97-AF65-F5344CB8AC3E}">
        <p14:creationId xmlns:p14="http://schemas.microsoft.com/office/powerpoint/2010/main" val="1984098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13D64-B9B0-4294-B9B1-4EAFBE1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6FE2E-608C-4AA0-8C0D-AD441A86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7F29268-5DAC-4BF2-AFA6-EE1F30DF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7A1FE7E7-BFF1-4692-B045-7F13442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CFBC24EE-56AD-43DA-8BB7-E753F19D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08011-4B7F-4406-9397-FDF81B0C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5D624EBF-7232-4E79-B8B7-3677876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Foodtruck Mapは、Blade、PHP、JavaScriptを中心に設計・実装したプロジェクトです。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152329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6FB3A-2492-4ED0-B1F0-5EACCD00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41185-8B85-40E8-BB22-E29F4F50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1AC4E93D-E548-4DFA-AF12-87275A90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8A4F399-DB54-499C-904C-C11E707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B0DEBA0-984A-46BA-A219-B02C269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02076-56D0-403E-97C4-AB2B121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7729CCE-AE64-41DC-856C-5084F7C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主要技術：Blade・PHP・JavaScript・CSS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48149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5F01E-0D89-42E2-B9A2-392D27B3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8D054-8987-4362-8EF8-6563746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3543FE65-24F9-4140-8EE5-F9B296B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61DEE14-D8FA-4A74-8AF8-B911F1A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AE883EAE-E2BA-41D9-9A97-E05A96A8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E09CF-4C87-41DC-8914-67FB03A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563CCFD-A73A-4778-9696-862A77B6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主なファイル：README.md、app、artisan</a:t>
            </a:r>
          </a:p>
        </p:txBody>
      </p:sp>
    </p:spTree>
    <p:extLst>
      <p:ext uri="{BB962C8B-B14F-4D97-AF65-F5344CB8AC3E}">
        <p14:creationId xmlns:p14="http://schemas.microsoft.com/office/powerpoint/2010/main" val="1074077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5F04B-8787-46B4-A901-0CBAD07E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E7734-E22A-4D21-A302-32CA236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CBA99632-B008-43D0-8044-7B6EBA1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62EC269-3CAD-4FBA-8BF9-9BB07BEB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7C03AFFE-2757-450B-B432-EB6131B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59387-AB48-4C96-81DB-48FC0E6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A2D07A45-54ED-4ED8-828F-C6769AE7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613299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8CE51-4CBB-4B67-BA3A-3CFEB94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57286-2BB4-4973-8D68-00DF8C21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BBC0F91B-872F-4A22-B051-D668C68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C424104-C2E7-4F4D-8E71-EED6A671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864DDDB-42E2-4E89-82AE-43B581C0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D872B-8CA9-40EB-A7A5-5B94926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3EE3F42E-E1C4-4691-9615-C35F87E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https://syunnjack.dev/articles/foodtruck-map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308707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2026-08-12T15:17:25.5870000Z</dcterms:created>
  <dcterms:modified xsi:type="dcterms:W3CDTF">2026-08-12T15:17:25.5870000Z</dcterms:modified>
</coreProperties>
</file>