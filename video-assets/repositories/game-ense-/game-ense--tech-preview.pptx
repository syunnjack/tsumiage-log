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E058F0-048A-A744-AF7F-D180218B3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F097EBE-83F1-0DD6-8B4B-396753509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EABB36-FF03-3D3C-3950-0A9A9904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7D5A11-F569-036B-D9CE-2D5D14B7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FA3010-0D1B-AB33-74B6-5EE1F6D0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48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BEA5E5-6DA0-C7C8-2712-5821397C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FFAFB7-E668-A520-A2D8-C471825D5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72BA1A-8456-5A66-93BB-EE95844B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062B57-0ACF-D7C5-4F24-CC1A79A8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82670C-E51B-6D80-B687-1F6DC9CB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39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472F9E-43E7-EBF4-405A-CE637632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8E30DC-401D-6138-EF26-8E94A6622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34017C-AB3E-AC03-32CB-93E59FA7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9ED6A6-9A65-2562-5AF8-8667BBD8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67601B-71E8-4D6F-DF3D-406A47B1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3946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B181B9-A03A-E3B2-BD4C-7A7D68511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2A4DFD-4F80-4814-C352-8816EF686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C9FA18-1460-4A82-4A28-8AAC892CD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DB5147-D1E0-3705-A73F-EC01F54F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D1109E-AC68-9BF2-4257-689990115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FD0B6B-8D58-70EC-E418-760530E4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0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F5E708-569B-F091-EE2F-459D006B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18011C-84ED-5774-B3F6-A759ADB37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FC5BCC-BD25-4082-FA92-468C4BD5A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37B871D-1145-1384-3945-279129694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43D300F-F7D8-4260-722B-5261C364A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0FEFFE9-E271-5CB7-4D8B-DD0B29E88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312D1A7-0472-971C-669A-8C76A3F8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F4919C-399E-6476-7243-BFB7AB2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68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4763D7-6D7E-87CE-0B80-F8547FEE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C2C136-B644-D95C-9509-73A2F8A7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ECF1C6A-1B64-01F5-CF41-BE83D429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9101B9-728F-FDCE-9459-12830CBB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695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A1FC219-65C9-3777-8BC9-FBF3E90B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84AFC9-9F4D-D83F-15CC-A9571A6C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1C2F6C-4795-83A1-8F16-FFA9D3B8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83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8249C5-91D8-742E-2C99-DE56A9EC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82B1DF-B025-FF70-7EF2-9C1393194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F05834-CB91-A824-CC8D-BE7BCBD3E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3380E2-DC72-8356-064D-886BB14C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B08CBE-45CD-E0E9-B0E2-6D170BF6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1B8FFA-5231-ED24-C32C-FF4FD6F8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66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CEC5ED-5F03-FF96-53E5-4B409A9E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D1B21AF-B382-ED17-D634-193854A0A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70AFE3-1003-01C3-BB2C-9F4AC20F7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D8770-5084-B3F8-4534-25E3F2EF9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3BEC3F-7056-1C57-9014-A65621B8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F0D1F3-798F-8FBD-82BE-7DE93FE5D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29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590C1E-4D01-1DD5-591C-C7A08A64B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6A40B1A-84E0-929E-24F7-5E62D566B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887DF7-4443-56D4-42F5-17E9FA67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364594-4FBC-D26D-6E8C-B8CA5386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BB9CC4-4F20-DACD-3240-A0DA6A46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311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551D28D-4C76-61EE-82EC-1BFA490E6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212039-C21B-2D42-B4EC-278410267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E5CE04-D92B-60D7-E371-6E6381AC9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7EC3D6-6697-6F59-C859-9A9EEC3E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1E740E-6ACB-F297-E687-1BB57214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794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D3A218-A97C-6764-F7AA-6F4D0BDB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792632-6678-F1F1-12BE-E1ACBB9C9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F7E98A-5061-341C-94BE-F01845A4F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C5570-3FFF-45E2-BF52-7950587D5F6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6BFFF8-589C-BF8A-28A4-64476D926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20580B-24F0-7895-F12D-17D1F5B92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0DA0B-DAF3-4B76-BFB4-0DE0B3C5B2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263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69E87E0-39FB-1951-7E41-F47A82EC5EA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Game Ense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666FEB-F4D7-23C8-76B3-B3C80283D0A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Game Ense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0E5A6B-B7FD-E7DE-68CC-8F95870B2E0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設計・実装・コミットから学ぶ短時間の技術解説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4FD46C-E1EB-50D9-8451-6383DD67E3D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789505C-C05A-B574-7990-3801928B77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802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5EAAAFD-9049-2427-F4B8-50EBCD38C62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Game Ense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67CABC-FBF0-976A-0773-5D077557651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4C7FFD-130C-A4CF-8B90-10522C92846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Game Ense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は、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を中心に設計・実装したプロジェクトです。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E844D3-9B2E-A9F5-B1B2-85629003CB9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8AA804D-F03C-D3C0-DCB9-EF3851D825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94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BB1717-6397-0AB3-F468-E4757170891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Game Ense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AFFAAB-A1FB-F8B8-C150-C948D18255D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A765C2-8B4F-8835-2654-C7DFFF6C96A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CE91AFD-A564-AFAB-078D-B3D79EA5DD0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A2C6D08-2E42-4F3F-5085-E4882CF269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66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6CF7CBF-EA92-7B26-D7A0-39423A7A669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Game Ense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6DB5B1-4B0D-3B43-7B9E-956F4AC86F0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2F05AD-CCFD-E18B-F914-49C582BA9DD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AD3831-66C6-F6CF-427B-D57D3F9F993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041AF3B6-EAA1-2390-B5CA-8D22DA515C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38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2CDD47-B06C-F2E5-D9CF-54065C6B667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Game Ense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F3D864-9FF3-5B0D-D404-0DBF9E81E81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DABFCD-C108-E94E-1CB4-300A9E01ACD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F740B1-ADE0-DBD8-0720-520C3E9F392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BF6684E-A50B-A5BB-2452-DDB02F216D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90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8A6DE6-F054-0A85-A7CF-76E4D04377B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Game Ense</a:t>
            </a:r>
            <a:r>
              <a:rPr kumimoji="1" lang="ja-JP" altLang="en-US" sz="1600" b="1">
                <a:solidFill>
                  <a:srgbClr val="556F35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4EB4E5-F6EE-9B4C-03D2-7396E5F9D05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A7E65B7-8C70-91AC-8208-8BDF2C1C793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https://syunnjack.dev/articles/game-ense-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8133A6-BD72-F8BD-9878-6EBA212D5BF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7338ED7-8768-9A07-2668-F5ACA5B476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44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2026-08-02T20:38:48Z</dcterms:created>
  <dcterms:modified xsi:type="dcterms:W3CDTF">2026-08-02T20:38:48Z</dcterms:modified>
</cp:coreProperties>
</file>