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32014b410d4b6e" /><Relationship Type="http://schemas.openxmlformats.org/officeDocument/2006/relationships/extended-properties" Target="/docProps/app.xml" Id="R0f62cb2b9c9b45cf" /><Relationship Type="http://schemas.openxmlformats.org/officeDocument/2006/relationships/officeDocument" Target="/ppt/presentation.xml" Id="R901e4ee3f7e342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7fcc28c2c342cf"/>
  </p:sldMasterIdLst>
  <p:notesMasterIdLst>
    <p:notesMasterId xmlns:r="http://schemas.openxmlformats.org/officeDocument/2006/relationships" r:id="R596db52341ea44cf"/>
  </p:notesMasterIdLst>
  <p:sldIdLst>
    <p:sldId xmlns:r="http://schemas.openxmlformats.org/officeDocument/2006/relationships" id="256" r:id="Re19578fb337b49b8"/>
    <p:sldId xmlns:r="http://schemas.openxmlformats.org/officeDocument/2006/relationships" id="257" r:id="Ree41e85cdd6b479f"/>
    <p:sldId xmlns:r="http://schemas.openxmlformats.org/officeDocument/2006/relationships" id="258" r:id="R614d8047b24344db"/>
    <p:sldId xmlns:r="http://schemas.openxmlformats.org/officeDocument/2006/relationships" id="259" r:id="R0736889b3be04929"/>
    <p:sldId xmlns:r="http://schemas.openxmlformats.org/officeDocument/2006/relationships" id="260" r:id="Re546708bbd6d4e5c"/>
    <p:sldId xmlns:r="http://schemas.openxmlformats.org/officeDocument/2006/relationships" id="261" r:id="R8cc876e77f0943b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1d27a44a8a427c" /><Relationship Type="http://schemas.openxmlformats.org/officeDocument/2006/relationships/slideMaster" Target="/ppt/slideMasters/slideMaster1.xml" Id="Ref7fcc28c2c342cf" /><Relationship Type="http://schemas.openxmlformats.org/officeDocument/2006/relationships/notesMaster" Target="/ppt/notesMasters/notesMaster1.xml" Id="R596db52341ea44cf" /><Relationship Type="http://schemas.openxmlformats.org/officeDocument/2006/relationships/presProps" Target="/ppt/presProps.xml" Id="R1c6c5a085fc24fb1" /><Relationship Type="http://schemas.openxmlformats.org/officeDocument/2006/relationships/tableStyles" Target="/ppt/tableStyles.xml" Id="R12c8f7d5abe14e8d" /><Relationship Type="http://schemas.openxmlformats.org/officeDocument/2006/relationships/slide" Target="/ppt/slides/slide1.xml" Id="Re19578fb337b49b8" /><Relationship Type="http://schemas.openxmlformats.org/officeDocument/2006/relationships/slide" Target="/ppt/slides/slide2.xml" Id="Ree41e85cdd6b479f" /><Relationship Type="http://schemas.openxmlformats.org/officeDocument/2006/relationships/slide" Target="/ppt/slides/slide3.xml" Id="R614d8047b24344db" /><Relationship Type="http://schemas.openxmlformats.org/officeDocument/2006/relationships/slide" Target="/ppt/slides/slide4.xml" Id="R0736889b3be04929" /><Relationship Type="http://schemas.openxmlformats.org/officeDocument/2006/relationships/slide" Target="/ppt/slides/slide5.xml" Id="Re546708bbd6d4e5c" /><Relationship Type="http://schemas.openxmlformats.org/officeDocument/2006/relationships/slide" Target="/ppt/slides/slide6.xml" Id="R8cc876e77f0943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aab883345143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2eb9f815fd4bd5" /><Relationship Type="http://schemas.openxmlformats.org/officeDocument/2006/relationships/notesMaster" Target="/ppt/notesMasters/notesMaster1.xml" Id="Rb041ba8f9a284b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3149a665024231" /><Relationship Type="http://schemas.openxmlformats.org/officeDocument/2006/relationships/notesMaster" Target="/ppt/notesMasters/notesMaster1.xml" Id="R714b84015ed447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a522ff0e1d4bc0" /><Relationship Type="http://schemas.openxmlformats.org/officeDocument/2006/relationships/notesMaster" Target="/ppt/notesMasters/notesMaster1.xml" Id="Rde5283433ff24b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1307de9a4b45e1" /><Relationship Type="http://schemas.openxmlformats.org/officeDocument/2006/relationships/notesMaster" Target="/ppt/notesMasters/notesMaster1.xml" Id="R16fdbeddc2f542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98410887c9491a" /><Relationship Type="http://schemas.openxmlformats.org/officeDocument/2006/relationships/notesMaster" Target="/ppt/notesMasters/notesMaster1.xml" Id="Rf2af723ffa43429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31af551c214355" /><Relationship Type="http://schemas.openxmlformats.org/officeDocument/2006/relationships/notesMaster" Target="/ppt/notesMasters/notesMaster1.xml" Id="R2298c2979fb846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今回は、Sitemap Autoの技術構成を短く解説します。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https://github.com/syunnjack/sitemap-auto</a:t>
            </a:r>
          </a:p>
          <a:p xmlns:a="http://schemas.openxmlformats.org/drawingml/2006/main">
            <a:r>
              <a:t>- https://syunnjack.dev/articles/sitemap-auto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Sitemap Autoの設計と実装を記録したプロジェクト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https://github.com/syunnjack/sitemap-auto</a:t>
            </a:r>
          </a:p>
          <a:p xmlns:a="http://schemas.openxmlformats.org/drawingml/2006/main">
            <a:r>
              <a:t>- https://syunnjack.dev/articles/sitemap-auto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https://github.com/syunnjack/sitemap-auto</a:t>
            </a:r>
          </a:p>
          <a:p xmlns:a="http://schemas.openxmlformats.org/drawingml/2006/main">
            <a:r>
              <a:t>- https://syunnjack.dev/articles/sitemap-auto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https://github.com/syunnjack/sitemap-auto</a:t>
            </a:r>
          </a:p>
          <a:p xmlns:a="http://schemas.openxmlformats.org/drawingml/2006/main">
            <a:r>
              <a:t>- https://syunnjack.dev/articles/sitemap-auto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https://github.com/syunnjack/sitemap-auto</a:t>
            </a:r>
          </a:p>
          <a:p xmlns:a="http://schemas.openxmlformats.org/drawingml/2006/main">
            <a:r>
              <a:t>- https://syunnjack.dev/articles/sitemap-auto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https://github.com/syunnjack/sitemap-auto</a:t>
            </a:r>
          </a:p>
          <a:p xmlns:a="http://schemas.openxmlformats.org/drawingml/2006/main">
            <a:r>
              <a:t>- https://syunnjack.dev/articles/sitemap-auto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c42105cbbd4c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c91981816249d3" /><Relationship Type="http://schemas.openxmlformats.org/officeDocument/2006/relationships/slideLayout" Target="/ppt/slideLayouts/slideLayout1.xml" Id="R9b1e4aeb571b494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1e4aeb571b49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bd32eec5c4766" /><Relationship Type="http://schemas.openxmlformats.org/officeDocument/2006/relationships/notesSlide" Target="/ppt/notesSlides/notesSlide1.xml" Id="Rdea3d27e178a49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b3818851544fe" /><Relationship Type="http://schemas.openxmlformats.org/officeDocument/2006/relationships/notesSlide" Target="/ppt/notesSlides/notesSlide2.xml" Id="R8a081026927544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8ef1220a354cc4" /><Relationship Type="http://schemas.openxmlformats.org/officeDocument/2006/relationships/notesSlide" Target="/ppt/notesSlides/notesSlide3.xml" Id="Rc32562c933f14a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b61c6c91e9405c" /><Relationship Type="http://schemas.openxmlformats.org/officeDocument/2006/relationships/notesSlide" Target="/ppt/notesSlides/notesSlide4.xml" Id="R46ed359f8cde4e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eda19937d4917" /><Relationship Type="http://schemas.openxmlformats.org/officeDocument/2006/relationships/notesSlide" Target="/ppt/notesSlides/notesSlide5.xml" Id="Re3d9da5ea88748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0d4f8788c547ef" /><Relationship Type="http://schemas.openxmlformats.org/officeDocument/2006/relationships/notesSlide" Target="/ppt/notesSlides/notesSlide6.xml" Id="Rd4870532fe8b48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4EEB4-3627-4D3E-80AE-1FFF0E44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225C5-7B4D-4A3F-A1DB-4E0101C1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46FB463E-676B-4232-9260-1761EB13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B16361B8-69EF-46B7-B5AF-0AFFA52F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08587F92-6BC9-489F-A125-BBEBE7A50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Sitemap Autoの技術解説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4E591956-C612-4D71-983A-1B3E9509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7D4D00E3-F210-4A42-AE64-8972FE89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5805371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76336B-3BCA-4615-A592-9A2E7275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EF3B4E-0153-439D-931F-F6D7AB40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E8FAD045-1BE7-4F06-BF32-B0F29283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B59ABFCE-2299-4A17-B35E-B961E81C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9AF8CA42-3B0F-470A-982C-8535A4E3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5137CD-A34C-40CD-B6DC-949837F2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E2EDFACE-15F1-4B53-B6DF-E9BA6AE5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Sitemap Autoの設計と実装を記録したプロジェクト</a:t>
            </a:r>
          </a:p>
        </p:txBody>
      </p:sp>
    </p:spTree>
    <p:extLst>
      <p:ext uri="{BB962C8B-B14F-4D97-AF65-F5344CB8AC3E}">
        <p14:creationId xmlns:p14="http://schemas.microsoft.com/office/powerpoint/2010/main" val="13324271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860075-8EEC-443F-B468-81C254AA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EC5B1F-F319-40EC-B515-F5F136B4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978FBBC9-A001-4009-9875-F11B9B27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2F4552EC-102F-4BC8-B97F-80A528AC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837CF4D1-2D93-4E81-B421-8911149C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05938E-BCC6-4810-A7EF-853A9437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44919A56-B9C0-4FDC-A5B6-98F65B8E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9676212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3B88A-EFBB-4139-AE79-64AA2CE3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3E6240-F7D3-42D5-B285-2523888E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636150AB-87F4-4E6A-A974-E72C10D2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044EC2A6-57DB-4F20-A018-0FC37E97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8C63D8B5-919D-4738-8F3C-A9F0B900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0709F-E4F7-47C2-9141-9AC32186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60DA8EFA-C636-427A-99A1-72C24767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10652760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7296DF-0D56-4469-BAFA-0EEA0C24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F4645-4120-4F47-B3F6-17E3786A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169BC6A8-BD28-4177-A44B-545E6427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440AC11D-5AC3-4DE5-9D7E-47ABD631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80CD3FDE-7ACE-4D49-B969-47D676F2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6A37CC-2780-4805-ADD1-FB75DD60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C9B7BA0B-7F5F-4876-BF72-5609F9CD9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8315910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A4D62F-6275-4FE9-8FB6-AC6210F7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1824C4-99A8-4878-82B4-A2E9F3E7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5646F41D-B416-47ED-9FFE-1BFC0B20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F046D886-7CA8-4D9E-9B55-A166D141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239087C0-28C1-44BE-AB66-6920FB63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351366-57CE-4A2E-8150-36F931C9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090E9C24-2D18-4632-A341-90F294E0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https://syunnjack.dev/articles/sitemap-auto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13262252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2026-08-15T06:48:52.6530000Z</dcterms:created>
  <dcterms:modified xsi:type="dcterms:W3CDTF">2026-08-15T06:48:52.6530000Z</dcterms:modified>
</coreProperties>
</file>