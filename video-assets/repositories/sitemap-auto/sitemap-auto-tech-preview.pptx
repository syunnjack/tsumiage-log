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99d873ffc348b8" /><Relationship Type="http://schemas.openxmlformats.org/officeDocument/2006/relationships/extended-properties" Target="/docProps/app.xml" Id="R03cdfe56e7c14db1" /><Relationship Type="http://schemas.openxmlformats.org/officeDocument/2006/relationships/officeDocument" Target="/ppt/presentation.xml" Id="R947755a02b8c4b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7952f997ab4415"/>
  </p:sldMasterIdLst>
  <p:notesMasterIdLst>
    <p:notesMasterId xmlns:r="http://schemas.openxmlformats.org/officeDocument/2006/relationships" r:id="R0882e6bb41d741a9"/>
  </p:notesMasterIdLst>
  <p:sldIdLst>
    <p:sldId xmlns:r="http://schemas.openxmlformats.org/officeDocument/2006/relationships" id="256" r:id="R0bb30e23251643a6"/>
    <p:sldId xmlns:r="http://schemas.openxmlformats.org/officeDocument/2006/relationships" id="257" r:id="Rf391bb2625604b9c"/>
    <p:sldId xmlns:r="http://schemas.openxmlformats.org/officeDocument/2006/relationships" id="258" r:id="Re6b9cd04677e49cc"/>
    <p:sldId xmlns:r="http://schemas.openxmlformats.org/officeDocument/2006/relationships" id="259" r:id="R0cec455d96f8473b"/>
    <p:sldId xmlns:r="http://schemas.openxmlformats.org/officeDocument/2006/relationships" id="260" r:id="R57555e47da3448ba"/>
    <p:sldId xmlns:r="http://schemas.openxmlformats.org/officeDocument/2006/relationships" id="261" r:id="R13ce8793826a4f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f1b09f556e493c" /><Relationship Type="http://schemas.openxmlformats.org/officeDocument/2006/relationships/slideMaster" Target="/ppt/slideMasters/slideMaster1.xml" Id="R837952f997ab4415" /><Relationship Type="http://schemas.openxmlformats.org/officeDocument/2006/relationships/notesMaster" Target="/ppt/notesMasters/notesMaster1.xml" Id="R0882e6bb41d741a9" /><Relationship Type="http://schemas.openxmlformats.org/officeDocument/2006/relationships/presProps" Target="/ppt/presProps.xml" Id="R9f01992be14049f2" /><Relationship Type="http://schemas.openxmlformats.org/officeDocument/2006/relationships/tableStyles" Target="/ppt/tableStyles.xml" Id="R32f2dc571a634da3" /><Relationship Type="http://schemas.openxmlformats.org/officeDocument/2006/relationships/slide" Target="/ppt/slides/slide1.xml" Id="R0bb30e23251643a6" /><Relationship Type="http://schemas.openxmlformats.org/officeDocument/2006/relationships/slide" Target="/ppt/slides/slide2.xml" Id="Rf391bb2625604b9c" /><Relationship Type="http://schemas.openxmlformats.org/officeDocument/2006/relationships/slide" Target="/ppt/slides/slide3.xml" Id="Re6b9cd04677e49cc" /><Relationship Type="http://schemas.openxmlformats.org/officeDocument/2006/relationships/slide" Target="/ppt/slides/slide4.xml" Id="R0cec455d96f8473b" /><Relationship Type="http://schemas.openxmlformats.org/officeDocument/2006/relationships/slide" Target="/ppt/slides/slide5.xml" Id="R57555e47da3448ba" /><Relationship Type="http://schemas.openxmlformats.org/officeDocument/2006/relationships/slide" Target="/ppt/slides/slide6.xml" Id="R13ce8793826a4f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2678044af345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344b7d35414bd9" /><Relationship Type="http://schemas.openxmlformats.org/officeDocument/2006/relationships/notesMaster" Target="/ppt/notesMasters/notesMaster1.xml" Id="R3f293f95c0ae4f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0c72fdcfb04cb0" /><Relationship Type="http://schemas.openxmlformats.org/officeDocument/2006/relationships/notesMaster" Target="/ppt/notesMasters/notesMaster1.xml" Id="R8fb1ef13cd6841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1f0e8495fc4885" /><Relationship Type="http://schemas.openxmlformats.org/officeDocument/2006/relationships/notesMaster" Target="/ppt/notesMasters/notesMaster1.xml" Id="Rf8ccecd566fe4e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d5e53f82eb4295" /><Relationship Type="http://schemas.openxmlformats.org/officeDocument/2006/relationships/notesMaster" Target="/ppt/notesMasters/notesMaster1.xml" Id="Re9752e558a0e4f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a8f7a165654bd3" /><Relationship Type="http://schemas.openxmlformats.org/officeDocument/2006/relationships/notesMaster" Target="/ppt/notesMasters/notesMaster1.xml" Id="R4d5590109b9d49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91a5d984ac43d0" /><Relationship Type="http://schemas.openxmlformats.org/officeDocument/2006/relationships/notesMaster" Target="/ppt/notesMasters/notesMaster1.xml" Id="R98fcb65a8b0f42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今回は、Sitemap Autoの技術構成を短く解説します。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https://github.com/syunnjack/sitemap-auto</a:t>
            </a:r>
          </a:p>
          <a:p xmlns:a="http://schemas.openxmlformats.org/drawingml/2006/main">
            <a:r>
              <a:t>- https://syunnjack.dev/articles/sitemap-auto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Sitemap Autoの設計と実装を記録したプロジェクト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https://github.com/syunnjack/sitemap-auto</a:t>
            </a:r>
          </a:p>
          <a:p xmlns:a="http://schemas.openxmlformats.org/drawingml/2006/main">
            <a:r>
              <a:t>- https://syunnjack.dev/articles/sitemap-auto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主な技術は未分類です。役割を分け、保守しやすい構成を目指しています。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https://github.com/syunnjack/sitemap-auto</a:t>
            </a:r>
          </a:p>
          <a:p xmlns:a="http://schemas.openxmlformats.org/drawingml/2006/main">
            <a:r>
              <a:t>- https://syunnjack.dev/articles/sitemap-auto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https://github.com/syunnjack/sitemap-auto</a:t>
            </a:r>
          </a:p>
          <a:p xmlns:a="http://schemas.openxmlformats.org/drawingml/2006/main">
            <a:r>
              <a:t>- https://syunnjack.dev/articles/sitemap-auto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https://github.com/syunnjack/sitemap-auto</a:t>
            </a:r>
          </a:p>
          <a:p xmlns:a="http://schemas.openxmlformats.org/drawingml/2006/main">
            <a:r>
              <a:t>- https://syunnjack.dev/articles/sitemap-auto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https://github.com/syunnjack/sitemap-auto</a:t>
            </a:r>
          </a:p>
          <a:p xmlns:a="http://schemas.openxmlformats.org/drawingml/2006/main">
            <a:r>
              <a:t>- https://syunnjack.dev/articles/sitemap-auto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994243af241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a198f00640408d" /><Relationship Type="http://schemas.openxmlformats.org/officeDocument/2006/relationships/slideLayout" Target="/ppt/slideLayouts/slideLayout1.xml" Id="Rf871286398ef48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71286398ef48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a8e9c78664ca9" /><Relationship Type="http://schemas.openxmlformats.org/officeDocument/2006/relationships/notesSlide" Target="/ppt/notesSlides/notesSlide1.xml" Id="R48b3505487a74b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f6be266ed4f05" /><Relationship Type="http://schemas.openxmlformats.org/officeDocument/2006/relationships/notesSlide" Target="/ppt/notesSlides/notesSlide2.xml" Id="R7055a73589ca46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8ffd717c847fd" /><Relationship Type="http://schemas.openxmlformats.org/officeDocument/2006/relationships/notesSlide" Target="/ppt/notesSlides/notesSlide3.xml" Id="R068796fda75946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d8d4c698548dd" /><Relationship Type="http://schemas.openxmlformats.org/officeDocument/2006/relationships/notesSlide" Target="/ppt/notesSlides/notesSlide4.xml" Id="R8e7881a110ef48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2c18292b2428e" /><Relationship Type="http://schemas.openxmlformats.org/officeDocument/2006/relationships/notesSlide" Target="/ppt/notesSlides/notesSlide5.xml" Id="R2010a0287a1b40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6d4e875834aad" /><Relationship Type="http://schemas.openxmlformats.org/officeDocument/2006/relationships/notesSlide" Target="/ppt/notesSlides/notesSlide6.xml" Id="Rcf342510c0fb40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69405-FA52-4323-9971-B2B38DFA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82BB5-C5B0-456C-85AA-196EF61E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BD33940E-DCC0-465D-ACF4-61599EFD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4F2F9315-A295-487D-A550-41CBA889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5F4FDC-54F3-47E3-9EBC-C8B6E759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Sitemap Autoの技術解説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579293B3-47D9-4A2D-ACB6-65E03A20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70BAC986-1B5C-47D5-A929-4EA45995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未分類</a:t>
            </a:r>
          </a:p>
        </p:txBody>
      </p:sp>
    </p:spTree>
    <p:extLst>
      <p:ext uri="{BB962C8B-B14F-4D97-AF65-F5344CB8AC3E}">
        <p14:creationId xmlns:p14="http://schemas.microsoft.com/office/powerpoint/2010/main" val="20145046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81611-F6E3-4F6A-BB56-FD2A14C8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05794-95E8-4981-BF94-CF683BDF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B8C95F5B-B686-4D26-9AF0-75EAF1B9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6333D598-AAE9-4620-94AE-33C5DD4F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00FD6D7D-69FD-4A0E-A606-E2D8E191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69CA5-F586-406E-AB07-6CADDDE7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FD4DA900-8140-492A-AD90-224D24C2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Sitemap Autoの設計と実装を記録したプロジェクト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12576093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D28CE-1BEC-42AA-847A-E5894328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5D264-38E8-4EAA-B5CF-0DB7DC2B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5EB1AA7A-990E-4D9A-9F5D-1BA7BD54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3C4A0EB3-D649-45FE-AA4A-F498B0F4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93D37758-29A4-4CC8-AF45-674683F6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01F46-2650-43E7-BD1B-70CC354F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567F022-288A-4F3F-9D32-19A9907A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主要技術：未分類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3886542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83496-B28A-439C-AB2B-E1CBC377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E33B0-9D0E-4C9B-9EF5-E721F6AA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B5036D03-CEEC-42A9-8D03-94A3D767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591A6370-B1E3-4D7D-9DAD-5A54E49D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E1233820-463C-4660-87C8-7E74BFC9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6C8B2-0AB2-473F-A7EC-8E8D2D30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C9ED6D3A-2322-4DA4-95D1-C2DE5003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8984871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8B8C8-1570-4E22-8868-524B2547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AF424-70F8-4CD9-8185-459400C4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34323E81-7E39-4142-B7AF-30CFC6F3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B251ADD9-7540-4C18-85D8-E028A2AF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39CA7082-074B-4A8A-934C-9BE4B029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38278-6CB1-4B53-B582-3562A27A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BB140BE9-6407-4AD0-BD42-634AA2CA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1249070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5A99E-5F57-4389-8E1A-5FDFFAA6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EB570-39A3-450C-85F1-4E8012CE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118E338C-9A69-484D-9A3A-00357EB9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77020E9-74A0-4420-879C-E90AF242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F952880E-DA0F-4E89-BD19-52F61645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35745-0635-4DD0-9EC0-0F2B3E7D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49ECC31C-90A2-4D54-9563-D020BEA1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https://syunnjack.dev/articles/sitemap-auto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648265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2026-08-15T06:21:02.8770000Z</dcterms:created>
  <dcterms:modified xsi:type="dcterms:W3CDTF">2026-08-15T06:21:02.8770000Z</dcterms:modified>
</coreProperties>
</file>