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6C2609-22C8-4136-A41A-02823FCECE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38AE893C-1489-88E0-5AF0-9F09DBF1C0A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A587558-25BE-A5E5-38EC-CD776AC6A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7842D96-1E27-6D46-7B0D-3410282C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2317BA8-EC7F-4C8D-9DF6-F6698EC3C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1968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B06DB7-A75A-D573-DD22-B322A5ADE8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E02DEB2-0203-57B5-8620-66EBD4AA4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4B71EF1-A789-A8E9-8813-6FCEB07A8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F04848A-8AB5-A4A0-437D-CD5035166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936C78-9A6D-04AE-E150-8506F1365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3067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980564-FCFA-C0B3-EE4F-4C776F2A1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BE4A2-FC1C-C32D-9AB8-CB783A2715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680BA0-4FF0-5A26-E077-37BC138CD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03FA4C4-3565-FB83-EC93-360F4B6A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94ABDB1-EB68-0DEB-91D8-02F043EE4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42933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A1E935-A607-137A-77B0-970034322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E465CF2-1665-00DC-04B2-27FF50DBB26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2D06E83-55EC-C5C1-8793-84E588FF22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1D6B92-40FD-76D8-93C8-A1E146A3B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451797E-2EDD-EE15-FDF8-3F3C0032A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2D146A9-EB7A-11A8-091F-858A32D3D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2814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70FB4B-7F75-61BA-6068-5172596D5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A667072-3BB4-0870-C824-26EF998EF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27428CE-DF08-BE7A-232A-45DA4AF08F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87E82F5-9774-82AD-F1A9-0321EE7248F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8B7D522-9DF7-B366-80E4-A443A7177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3F01925-5AD3-FF99-93AB-B9A32B6B0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BEE2CA54-6326-9763-DC99-19125EA10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C9CBED8-2C0F-328E-F072-20198B47F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973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9F5065-E03A-C624-E369-01F177793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0B72DD7-18CC-CF6C-7590-8FCD30D20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A909E303-C580-4C53-00F9-D3AE698443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9C36D87-C7A6-4D9E-70A7-E29089594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8513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15FD113-983D-3D0D-6792-284FE1026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168FEE5-9059-9BC0-31F3-E6EBE4C82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50A8B69-79B4-7B09-CEEA-8A57A192A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121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1254C2-2503-268F-2BBE-4AD85F2B4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6A03EE-11A1-8CC4-81D8-2ADBF01F8E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96B1998-27BE-7D95-6478-20BD52FA72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C0F40B7-9B8B-D3CE-20AD-0DDABCD3F4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84952CC-90E3-31EC-3F67-EDE4C97D6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87D7149-7156-D0E7-7EDB-D690A3420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935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8CCB07-F98D-3AB0-4EC7-ED756DA3D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ADD807B-CB10-A527-2056-D150697DAE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E957F78B-74BB-B02A-8576-A37277C9B6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9FB92FF-4F8E-AB9C-1096-86C0004C9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49E8CB5-21B6-6E15-91E4-DF24FFD9F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C438AF1-9EB1-B88A-5D32-FFEE7DD6A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35140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2497E5-D25F-479A-5B6B-B41EB20AF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AE46A7F-3419-7BAE-7653-36282AED31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891E49-FF51-C5F7-A69B-A5A28DF65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D5E38A5-0644-0521-AA55-DB16854F6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B83AD4E-BA36-F0FE-4C49-B677D961F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2183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356C36C-986F-A25A-E245-E217C6A2F2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B354B2E-8901-2292-52A0-B0DB8DDF8E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D9C036-48FA-F7A2-0573-17517C72D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61108D-08F2-79F5-362B-AEC5E48E7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3BAA25-F76B-E5C6-117A-05FC808E0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44863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7A3FC4F-538F-2F00-8417-381CADACB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E3444F-63A4-3DF1-D5AC-CA342B1583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8956D1-0362-CB4B-72A4-ABE4A3766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DF16B0-CA0C-4E62-8286-BA216E1CFE4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75B748-6CE9-B048-6953-86E461B345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AB43CE-DB0A-BEDC-163D-585B729DFF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1CBC5F-5F50-422D-AD0D-82B6CA84F60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114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B119070-5BD4-CC3B-1786-B9C7C2837DC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4DF9A17-4A2A-9059-A53C-4A8910372C1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Wait Time Alert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7265628-8762-8293-76EE-06DF55126F5F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AEB8237-5E58-3051-2C68-829C0F6EC2A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78B6FD7-79DC-F1FA-B27E-BBB7CDD25B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26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7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7E16CF7-42BD-F3F2-CB2B-9AC7F24DCAE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FDF753DE-44CF-1324-8827-3CF86F24F22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29C2FF-83A6-BF13-99AF-FFC654AFBEF3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Wait Time Alert 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病院・役所・民間施設の待ち時間通知 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Repository Recommended repository name: wait time alert Domain candidates Confirmed domain: waittimealert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6ECF2F7-3D9D-E55A-D8D9-7847D1BC3976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67C10364-E1B6-82B7-928B-51DE6352F88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4663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000"/>
    </mc:Choice>
    <mc:Fallback>
      <p:transition spd="slow" advTm="14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523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48DDA5-84E6-3FBE-2825-8A94359B148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304282-7546-9D86-CC37-E093E67AD83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9A64023-C4AE-A56C-9EC9-C6D61B791F3C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0AE0E49-53E2-60D3-F5D7-D5D2A157F45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064F30AF-248B-A1C4-E17F-15350C11828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0678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21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F913DC-3D17-9407-4DE3-A799496F429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DAF806-64F9-0D30-4DA8-00CD61C7359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8FEB309-9123-3EE0-C786-B712218D33D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index.html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package-lock.json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EF506CA-32F2-47A4-5392-E09C27345D9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DC315349-59DF-8C9B-590D-05617CFA87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99786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7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4DCE1A5-3716-F25C-56E7-F81949623D1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9B4251D-1794-03F1-996A-7B35700058A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ED6C90B-3145-C9FC-C5AA-11B96E8B08E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直近のコミットでは、実装の見直しと継続的な改善が行われました。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FFEE387-B01C-D4C8-E1A5-BC581E6B567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E9ADA7C-CF33-6C6C-79FB-1DED1E9EAF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1431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CC13E10-E50A-782E-579F-77E194697E6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5DAB7E3-2008-FB18-F4BE-0B7A2E0B8CDC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00F79D9-86C5-0EC9-3016-073EFC6781D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https://syunnjack.dev/articles/wait-time-alert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F4E072A-E16C-AFA8-ACF2-4F1DCBA6894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68B8164B-391B-D98E-B8FF-DEFA2DD995B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613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2026-07-30T11:24:57Z</dcterms:created>
  <dcterms:modified xsi:type="dcterms:W3CDTF">2026-07-30T11:24:57Z</dcterms:modified>
</cp:coreProperties>
</file>