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37CC3F-CE51-74AD-FAB4-1832ABDF9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ADF5036-556F-1FCF-2F2D-857EA0628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ED36AE-4EEA-DB57-3C1A-2E61CF9BB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FF8F-0621-4310-B796-EFDC7DF4F78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61D2D7-8999-ECFC-2A9B-C2C8E3D8E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7BF88A-1B51-6628-7873-885DB581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D385-FBA1-4A3C-A94E-555F3F5DE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9861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8E1C35-746D-55C1-DEBD-3A8588DE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00B047-F490-F87A-82C0-8288C765C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D1363A-091E-3ABA-B795-519657F36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FF8F-0621-4310-B796-EFDC7DF4F78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BAB83A-B993-4F64-05EB-6BBA17C7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2F0C4F-B278-3940-F8EF-481D0523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D385-FBA1-4A3C-A94E-555F3F5DE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343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F5EF4B-8333-299E-2445-F33415E3F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CD81AD-E0F1-5611-BC3B-7EF22CF9E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EBD9F8-F783-2AA2-A277-479C1669B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FF8F-0621-4310-B796-EFDC7DF4F78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2CA996-6F2C-58C5-8A11-4A4CF8C4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07DE28-E202-2790-625E-DE7A7276D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D385-FBA1-4A3C-A94E-555F3F5DE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02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2574A-124D-18E9-4A9D-EB929BC20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48A790-A88E-C759-8EE5-4F7B8B7CA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C35417-C42A-5C3C-E8EB-6D96B897E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4BCE69-0346-6F92-7096-57CA9DE27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FF8F-0621-4310-B796-EFDC7DF4F78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53220E-62AE-5D2F-B2A9-B3E5C56F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B9C913-CBD9-BC9F-35AC-93526FAFE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D385-FBA1-4A3C-A94E-555F3F5DE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1076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A13CEF-B266-89A4-544F-BA87ED6EF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565F25-3283-4597-4606-A2CF65384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A40B582-8F32-5663-192D-0DF018AEA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515C7D-666C-B78C-9D8A-C665B4968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022F7CE-D818-347F-6459-CE707A5F25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A2DDB1A-D269-F4C3-CA19-4235DEF48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FF8F-0621-4310-B796-EFDC7DF4F78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7CC387C-A6AF-9C5D-33DD-3D58455BA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94733A5-F7CF-41DC-213C-1880775A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D385-FBA1-4A3C-A94E-555F3F5DE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872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38799B-7AEB-CAAB-88CB-AF7CC6387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6ED5A13-845C-762B-EF96-409D3504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FF8F-0621-4310-B796-EFDC7DF4F78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2FDC260-E3FC-01EF-2B64-A92D2583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DA7DE6-5ED0-858F-4A40-963E91C6A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D385-FBA1-4A3C-A94E-555F3F5DE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996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2DA2570-C85F-1A42-4F84-775562B1C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FF8F-0621-4310-B796-EFDC7DF4F78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57DC04C-FA84-E7A2-9434-5802AD1B3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1DE44B6-9FA5-EE8C-1723-56CA93FF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D385-FBA1-4A3C-A94E-555F3F5DE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2633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DB417B-05C4-D26F-2409-360B31F20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CAECD6-D1A6-BD30-0C91-28792F370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32A2E5-5964-352E-0F91-80C445C92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DC76B-4EE8-8ADA-7CBC-416E02755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FF8F-0621-4310-B796-EFDC7DF4F78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FBE7F9-BFC8-8D1E-49B8-1277D8BD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CC985F-8E6C-39EF-77AB-E6BDD0CEC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D385-FBA1-4A3C-A94E-555F3F5DE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609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504988-CFDB-17B8-04B1-C055F5F4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CA25F12-9061-8ED1-3A0A-6697FA4D9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111757-3CD5-4C59-1B5E-06A80E8BF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F4E969-8D13-CFB2-C8DD-B3CDD7653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FF8F-0621-4310-B796-EFDC7DF4F78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6443C0-DA87-F02F-D19D-4DBEB176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DE633C-069C-8ABF-EB3A-C118D30C5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D385-FBA1-4A3C-A94E-555F3F5DE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6455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25B9C5-F37F-7374-800E-B8EAB7636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DE7E7C-4D25-1992-ADCC-D15A11002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BF2C67-BE3B-4CF6-485C-C57479513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FF8F-0621-4310-B796-EFDC7DF4F78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2D8388-C495-476E-B655-3BFEF943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D9BF2F-BC5B-4EFF-1B02-94FE767D8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D385-FBA1-4A3C-A94E-555F3F5DE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3347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2914D77-7F9F-0E58-EE8F-440D4F042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2733CD-2AA1-21D6-D60A-212826D35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7A27F2-97C4-54EC-1BDA-52DEB77F6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FF8F-0621-4310-B796-EFDC7DF4F78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B77B6B-46BC-6F8B-D3B0-3C4D898E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D56725-DED8-4E8A-0492-FACC8CD0D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8D385-FBA1-4A3C-A94E-555F3F5DE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088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B3019E2-4F11-2865-6ACC-9BB03CAB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E86241-E844-E3F5-5D91-B4521B329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4AC329-3036-FF3C-B615-C57531DC8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AFF8F-0621-4310-B796-EFDC7DF4F78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B50E91-4111-CBD4-8796-8796A37CF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3231D1-AE9D-8180-889D-FCDB81B8C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8D385-FBA1-4A3C-A94E-555F3F5DE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6959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260BBEE-A03B-6597-8890-9C6806AD036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F44324C-58FF-C79E-1580-6851DEB6F7B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Solo Spot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37D5CD0-3047-06A2-1032-DF8FAA56FB5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6FD6B2-78E5-B1A9-2B76-AC302671AED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9F34C9B-1BCE-7427-CCFA-938042D7E3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591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19458D0-17F7-FE53-29E5-CEEEB0A5959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E79165-9EA0-803F-8FAA-A66A295F968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B81295-BA89-9A9E-7D6C-D9A66784000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solo spot map Solo Spot Map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は、一人で入りやすいカフェ・喫煙所・漫画喫茶・深夜スポットを検索できるプロトタイプです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8A5DA93-DC96-D525-3171-9D20BAE9928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8F42680B-381D-FAAF-8F67-15B3390C60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95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A37E77C-085A-BD5C-649C-AB6C4B01D1E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DF07822-878C-E608-76C4-AC8EF361FF9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200B2B-6C40-FDDF-2820-0B0BF533F81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98F8-DA30-C62A-A89F-03219A1B726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AC784CC4-8334-61D3-8726-FB7EA524F8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061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109ED98-FE7D-18A1-4A39-C4DE7D0A161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DCF581-72D2-24ED-780E-3969DD9DD10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1EEB0F-B442-F386-7A60-BB3F24676B4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6BF1BB-A162-E3E3-3CEE-9940AA072E3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9C0C6FF-4109-7729-AD6B-40118863D0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656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934A682-755A-B28A-A67A-B6CA767AFE3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56C8E0-7C57-987C-77D5-CF007A432B1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E43753F-64C7-995D-35D5-5E0D302FB54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5C3F0F-E1F0-0B4C-6EEF-99AC53F4C22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76299659-A923-A722-6ED5-0E53EBD024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82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F844B4A-5AAE-FA71-DE77-39AC64FA0E1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35D6049-8CD7-DAE1-1452-D4361FB5B76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4C8FCD1-7C7B-6639-1A24-9F184A065532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https://syunnjack.dev/articles/solo-spot-map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765743-8367-E8F0-DE3D-229740421B8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8B62521-AA48-0796-E9A9-BB7F35B94E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99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2026-07-30T12:07:20Z</dcterms:created>
  <dcterms:modified xsi:type="dcterms:W3CDTF">2026-07-30T12:07:20Z</dcterms:modified>
</cp:coreProperties>
</file>