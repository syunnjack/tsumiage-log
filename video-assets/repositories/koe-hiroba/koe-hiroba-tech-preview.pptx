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2a08f912b94eda" /><Relationship Type="http://schemas.openxmlformats.org/officeDocument/2006/relationships/extended-properties" Target="/docProps/app.xml" Id="Re88b58e1faa74195" /><Relationship Type="http://schemas.openxmlformats.org/officeDocument/2006/relationships/officeDocument" Target="/ppt/presentation.xml" Id="Rb8a1ba43bc3742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190b9110f14948"/>
  </p:sldMasterIdLst>
  <p:notesMasterIdLst>
    <p:notesMasterId xmlns:r="http://schemas.openxmlformats.org/officeDocument/2006/relationships" r:id="Red0f34b536b84168"/>
  </p:notesMasterIdLst>
  <p:sldIdLst>
    <p:sldId xmlns:r="http://schemas.openxmlformats.org/officeDocument/2006/relationships" id="256" r:id="R0da81b1f8f2d424d"/>
    <p:sldId xmlns:r="http://schemas.openxmlformats.org/officeDocument/2006/relationships" id="257" r:id="R2238cf6853994b1d"/>
    <p:sldId xmlns:r="http://schemas.openxmlformats.org/officeDocument/2006/relationships" id="258" r:id="Rba57346d7e3c46de"/>
    <p:sldId xmlns:r="http://schemas.openxmlformats.org/officeDocument/2006/relationships" id="259" r:id="R664f43c53a7d49ad"/>
    <p:sldId xmlns:r="http://schemas.openxmlformats.org/officeDocument/2006/relationships" id="260" r:id="Rbe95883555d84fac"/>
    <p:sldId xmlns:r="http://schemas.openxmlformats.org/officeDocument/2006/relationships" id="261" r:id="R5f6fd620f95e40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4d2751c3394962" /><Relationship Type="http://schemas.openxmlformats.org/officeDocument/2006/relationships/slideMaster" Target="/ppt/slideMasters/slideMaster1.xml" Id="Rf9190b9110f14948" /><Relationship Type="http://schemas.openxmlformats.org/officeDocument/2006/relationships/notesMaster" Target="/ppt/notesMasters/notesMaster1.xml" Id="Red0f34b536b84168" /><Relationship Type="http://schemas.openxmlformats.org/officeDocument/2006/relationships/presProps" Target="/ppt/presProps.xml" Id="Rc7d287f1e05c44f7" /><Relationship Type="http://schemas.openxmlformats.org/officeDocument/2006/relationships/tableStyles" Target="/ppt/tableStyles.xml" Id="R77ee9830ec2648e2" /><Relationship Type="http://schemas.openxmlformats.org/officeDocument/2006/relationships/slide" Target="/ppt/slides/slide1.xml" Id="R0da81b1f8f2d424d" /><Relationship Type="http://schemas.openxmlformats.org/officeDocument/2006/relationships/slide" Target="/ppt/slides/slide2.xml" Id="R2238cf6853994b1d" /><Relationship Type="http://schemas.openxmlformats.org/officeDocument/2006/relationships/slide" Target="/ppt/slides/slide3.xml" Id="Rba57346d7e3c46de" /><Relationship Type="http://schemas.openxmlformats.org/officeDocument/2006/relationships/slide" Target="/ppt/slides/slide4.xml" Id="R664f43c53a7d49ad" /><Relationship Type="http://schemas.openxmlformats.org/officeDocument/2006/relationships/slide" Target="/ppt/slides/slide5.xml" Id="Rbe95883555d84fac" /><Relationship Type="http://schemas.openxmlformats.org/officeDocument/2006/relationships/slide" Target="/ppt/slides/slide6.xml" Id="R5f6fd620f95e40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5fdb3b733248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e6c38be5694812" /><Relationship Type="http://schemas.openxmlformats.org/officeDocument/2006/relationships/notesMaster" Target="/ppt/notesMasters/notesMaster1.xml" Id="Rc1633a45cc9a42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0229d879e747da" /><Relationship Type="http://schemas.openxmlformats.org/officeDocument/2006/relationships/notesMaster" Target="/ppt/notesMasters/notesMaster1.xml" Id="Rb0b094e2601e4e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1cf06da5ae40ee" /><Relationship Type="http://schemas.openxmlformats.org/officeDocument/2006/relationships/notesMaster" Target="/ppt/notesMasters/notesMaster1.xml" Id="R334cc4d299584e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46ea39251f4ddc" /><Relationship Type="http://schemas.openxmlformats.org/officeDocument/2006/relationships/notesMaster" Target="/ppt/notesMasters/notesMaster1.xml" Id="Rdfb07320ac034e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89449c44cb4551" /><Relationship Type="http://schemas.openxmlformats.org/officeDocument/2006/relationships/notesMaster" Target="/ppt/notesMasters/notesMaster1.xml" Id="R79f258beacb74a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eb66351f5f498e" /><Relationship Type="http://schemas.openxmlformats.org/officeDocument/2006/relationships/notesMaster" Target="/ppt/notesMasters/notesMaster1.xml" Id="R37ca2f35d25743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今回は、Koe Hirobaの技術構成を短く解説します。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https://github.com/syunnjack/koe-hiroba</a:t>
            </a:r>
          </a:p>
          <a:p xmlns:a="http://schemas.openxmlformats.org/drawingml/2006/main">
            <a:r>
              <a:t>- https://syunnjack.dev/articles/koe-hiroba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地域の困りごとに賛同・署名を集めるキャンペーンサイト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https://github.com/syunnjack/koe-hiroba</a:t>
            </a:r>
          </a:p>
          <a:p xmlns:a="http://schemas.openxmlformats.org/drawingml/2006/main">
            <a:r>
              <a:t>- https://syunnjack.dev/articles/koe-hiroba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主な技術はTypeScript・CSS・JavaScriptです。役割を分け、保守しやすい構成を目指しています。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https://github.com/syunnjack/koe-hiroba</a:t>
            </a:r>
          </a:p>
          <a:p xmlns:a="http://schemas.openxmlformats.org/drawingml/2006/main">
            <a:r>
              <a:t>- https://syunnjack.dev/articles/koe-hiroba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リポジトリでは、README.md、app、eslint.config.mjsを中心に実装を確認できます。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https://github.com/syunnjack/koe-hiroba</a:t>
            </a:r>
          </a:p>
          <a:p xmlns:a="http://schemas.openxmlformats.org/drawingml/2006/main">
            <a:r>
              <a:t>- https://syunnjack.dev/articles/koe-hiroba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直近のコミットでは、新機能の追加と実装強化が行われました。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https://github.com/syunnjack/koe-hiroba</a:t>
            </a:r>
          </a:p>
          <a:p xmlns:a="http://schemas.openxmlformats.org/drawingml/2006/main">
            <a:r>
              <a:t>- https://syunnjack.dev/articles/koe-hiroba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https://github.com/syunnjack/koe-hiroba</a:t>
            </a:r>
          </a:p>
          <a:p xmlns:a="http://schemas.openxmlformats.org/drawingml/2006/main">
            <a:r>
              <a:t>- https://syunnjack.dev/articles/koe-hiroba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a5c078e5f40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3fccf0615749d9" /><Relationship Type="http://schemas.openxmlformats.org/officeDocument/2006/relationships/slideLayout" Target="/ppt/slideLayouts/slideLayout1.xml" Id="R46e133764fa642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e133764fa642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893ad58984249" /><Relationship Type="http://schemas.openxmlformats.org/officeDocument/2006/relationships/notesSlide" Target="/ppt/notesSlides/notesSlide1.xml" Id="R647969d261714a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ec58228474a7a" /><Relationship Type="http://schemas.openxmlformats.org/officeDocument/2006/relationships/notesSlide" Target="/ppt/notesSlides/notesSlide2.xml" Id="Re6fb7f3763684b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14e1b05944a6f" /><Relationship Type="http://schemas.openxmlformats.org/officeDocument/2006/relationships/notesSlide" Target="/ppt/notesSlides/notesSlide3.xml" Id="Rf3b9175ebbaa49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ef426fd56495f" /><Relationship Type="http://schemas.openxmlformats.org/officeDocument/2006/relationships/notesSlide" Target="/ppt/notesSlides/notesSlide4.xml" Id="R399c127a70ac43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689f4a55e4d10" /><Relationship Type="http://schemas.openxmlformats.org/officeDocument/2006/relationships/notesSlide" Target="/ppt/notesSlides/notesSlide5.xml" Id="Rc223ff42566b41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92bafb3074ff7" /><Relationship Type="http://schemas.openxmlformats.org/officeDocument/2006/relationships/notesSlide" Target="/ppt/notesSlides/notesSlide6.xml" Id="R259eb23847164c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AABDC-409E-4C99-9931-B52D007A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2E3BD-B9D0-45B6-AA85-79447DDC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85199CF6-CBCA-48F8-A33B-BB9DB280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4ABC6832-661C-49A3-A5F6-0C1535B2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B154719-77BF-4836-890A-4C2810F0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Koe Hirobaの技術解説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5266BB77-7307-47BF-895A-1A987213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E39DDD71-7C41-442D-8508-403C6648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TypeScript・CSS・JavaScript</a:t>
            </a:r>
          </a:p>
        </p:txBody>
      </p:sp>
    </p:spTree>
    <p:extLst>
      <p:ext uri="{BB962C8B-B14F-4D97-AF65-F5344CB8AC3E}">
        <p14:creationId xmlns:p14="http://schemas.microsoft.com/office/powerpoint/2010/main" val="1330333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1D19A-44CF-41E4-B5A8-DA77E55F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57458-3A44-413A-B534-7178339C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0FAACF7A-1D5C-486D-A70D-F883E95B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3A451533-F14B-49D4-8C91-D9AB6FEA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0BC8AAFA-A106-47C5-B26C-F501AD3A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EA62A-02FE-4B25-BD9A-91A80D84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3843DD47-F656-4B57-8D3F-6194015C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地域の困りごとに賛同・署名を集めるキャンペーンサイト</a:t>
            </a:r>
          </a:p>
        </p:txBody>
      </p:sp>
    </p:spTree>
    <p:extLst>
      <p:ext uri="{BB962C8B-B14F-4D97-AF65-F5344CB8AC3E}">
        <p14:creationId xmlns:p14="http://schemas.microsoft.com/office/powerpoint/2010/main" val="1170321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AB280-F862-4771-802B-69E3DB86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373CB-5923-4DB8-8FDE-608BFE50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3BD3C89E-3276-4E51-A0D3-15E0A816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21114494-FFDB-44AB-B5BD-8297DE36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B8E9F0C2-2C10-4DD5-9C3E-609ECFF0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8F93E-4E5B-4594-9439-00B1B3CA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F430E0CE-ABDB-4627-899D-6C37AC49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主要技術：TypeScript・CSS・JavaScript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5790087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54171-ACC8-48B1-A2D7-D6A7EF84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82940-69A4-4874-BC2A-2FEC7191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7E7E5274-7A02-4189-9600-DD648BDC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94F2475D-0A4B-4CE2-B6BE-DA96BACC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1A87D10E-86CB-4F15-AF20-B0825A72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2A4EA-FA21-491D-BE56-F62444A2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4FF24356-FD8A-46DF-A75A-D7C2FE34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主なファイル：README.md、app、eslint.config.mjs</a:t>
            </a:r>
          </a:p>
        </p:txBody>
      </p:sp>
    </p:spTree>
    <p:extLst>
      <p:ext uri="{BB962C8B-B14F-4D97-AF65-F5344CB8AC3E}">
        <p14:creationId xmlns:p14="http://schemas.microsoft.com/office/powerpoint/2010/main" val="1375095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8B877-8857-46AD-83D4-6EB1B66D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C01C9-68F6-4412-AF93-FCF2FD92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48DECCA3-1F2D-4DD7-A965-54A04E74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10C1F6F1-30A9-4174-9C82-29BA7255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47DC604E-C014-4DD6-836E-23EA64AB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60799-85D5-4D11-90D3-4C5DB6BA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E7442981-52C3-49EA-9462-BCDB8796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直近のコミットでは、新機能の追加と実装強化が行われました。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21267543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0789E-5765-4754-9F0E-01F43653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DC02F-8112-4558-AE0E-9F449C55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F49010C1-F630-421E-9B86-03CEA16D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3466025-E092-4D2B-A45A-E26CA520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19CC690E-783F-4712-A760-18BC933C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D6B1F-88B9-4D6F-B161-2614617F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CB679808-C153-402A-A953-8FFD74FA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https://syunnjack.dev/articles/koe-hiroba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967039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2026-08-11T12:09:20.7710000Z</dcterms:created>
  <dcterms:modified xsi:type="dcterms:W3CDTF">2026-08-11T12:09:20.7720000Z</dcterms:modified>
</coreProperties>
</file>