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5B37CD-783B-DEE9-AFD1-8D5118C98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D6421A7-BA3A-EF11-91DD-27027E81B2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CE4BDF-019A-09B3-D7F0-5160BB5FC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0184-4AA0-4133-92B9-0F779D3CAED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2CA9EE-BBA8-15D8-F46B-6ECBB8C88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725B9E-E700-D142-52F7-D55C2ABED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203CC-63EC-4D04-94FE-24F21D8169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785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847A10-80C6-EDA7-680D-35DB797E0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9D939-E84B-B202-E9BA-4E8DE5181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CB0A8A-1150-03BC-D292-92FF291A5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0184-4AA0-4133-92B9-0F779D3CAED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FF4E29-553C-D53F-8CCA-57ADF06E0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AAFCD3-94CB-3F63-1C0E-4CEA0D7B3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203CC-63EC-4D04-94FE-24F21D8169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499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860B61-3C8C-4B9F-41C9-23D03AC22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4E6987D-F1A7-4289-FE7A-4F62D46E4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097093-90E8-C7FE-42BE-94BD0DC13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0184-4AA0-4133-92B9-0F779D3CAED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D213F5-9E53-3F06-7BCD-1B3EF321E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D4CCF7-872B-4023-3541-F89C165B0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203CC-63EC-4D04-94FE-24F21D8169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85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141596-1141-F2AD-F4B1-4D88FA7EB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218579-8C58-6FD8-A8C2-6F05BD32A5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88696F9-7D0B-698C-5DC6-31B9790FE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E15475F-B50A-66D7-8C84-0B1625538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0184-4AA0-4133-92B9-0F779D3CAED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CA38D22-1FA7-8971-5BD2-1C25758B8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D509E8D-428E-4222-10EF-B10E4051C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203CC-63EC-4D04-94FE-24F21D8169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272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BCF4B8-E073-0AA3-BA21-43165FAC1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B7C4ADE-02D8-26B3-99D9-43D2D4A74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07928C2-8D01-11E5-C8EF-8698F46DE0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FFC8B99-1E5A-9222-F4EF-EF833A6FC1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C3FB718-C4EE-5D71-59E1-7FA6C7EFF8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17F3A11-E5DF-4203-6000-17BE54355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0184-4AA0-4133-92B9-0F779D3CAED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A4317E3-B3B7-6FB3-30EA-FF977CC3C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77A8FD2-A4FB-9652-7DD9-C393041BF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203CC-63EC-4D04-94FE-24F21D8169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0346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959406-339C-EE72-60EF-2D12096CA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CF0EF0E-77CF-B093-0769-E428DC4D3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0184-4AA0-4133-92B9-0F779D3CAED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E8A5F5B-65A7-6D4A-CC67-8FD2AE49B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F0E6FB0-DE52-CFC5-6A9E-F749EF7D7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203CC-63EC-4D04-94FE-24F21D8169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4316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2774074-EF85-6C85-C322-6FDA4A2A6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0184-4AA0-4133-92B9-0F779D3CAED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78DAA0C-A7DA-1F79-1D09-219D9E787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CCDE89E-6BC3-ACE9-8109-03FF86472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203CC-63EC-4D04-94FE-24F21D8169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550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09A094-681D-330F-B9F2-A0E6FCC2A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D69BBD-5557-3B2A-5850-071D27DCA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633E747-3595-C583-44D4-E9B1C1EAC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DD6D816-AF36-4EF5-D819-006C510FB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0184-4AA0-4133-92B9-0F779D3CAED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59ADC95-9153-FD5A-A466-ACB918388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9033EEA-1F19-90A5-AD8C-4B439FB48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203CC-63EC-4D04-94FE-24F21D8169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384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E1123F-3AA6-134B-6A23-4AB84D9E3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A7AE755-3571-D579-2047-BB3D7C1B44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3E775CB-A7EC-70F1-AE08-FACC54C99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4CC93CA-6488-5F02-6276-98E71FE9D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0184-4AA0-4133-92B9-0F779D3CAED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1858DD3-3429-C7AD-EB6A-477ED6A6E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46EE56-179C-1C5B-6754-3CB8A44B7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203CC-63EC-4D04-94FE-24F21D8169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764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107371-EDEF-B1EC-35D8-59267895A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B7EDD81-0E1A-0AA6-A814-9101B572D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BDC047-BB40-B0AB-80A0-E0E67FAE3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0184-4AA0-4133-92B9-0F779D3CAED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942E11-A0CD-E54A-FB01-D98C21BCD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3FDF52-2FC5-6F04-4BF7-13FFDFDB5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203CC-63EC-4D04-94FE-24F21D8169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1639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7568605-02F0-5EC3-A3A3-91BCF2AC9A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A047649-BDA6-A5D6-52A8-D0247D050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B0160E-1385-7045-1F3B-84A25E96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0184-4AA0-4133-92B9-0F779D3CAED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9902D7-129A-CDA6-72AB-A0C916CDC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6106BF5-5C26-80CE-8D32-82603C8C6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203CC-63EC-4D04-94FE-24F21D8169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7337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FFE744D-E68A-4C38-3AB1-4B0B8EB82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D9B375F-EECC-E208-99A3-22062DDC5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C948D7-1180-07AE-6B1E-58EC77D94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10184-4AA0-4133-92B9-0F779D3CAED1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BAF7D22-56CD-665F-DF72-0025DFEB77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05CB2A-321B-3D0E-494B-2506AF96E3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203CC-63EC-4D04-94FE-24F21D8169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5513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6E31622-1971-C2B0-7E9B-3218060E176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D87D781-4C03-EC20-3518-30F26145003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Akecom Spa2x Ryu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A57348B-3B1F-9EB7-5C68-D2C95F07012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09A7D9B-7938-C061-F61B-C7FF86EA7DB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ED2F2A44-2B5A-2F27-47EA-49EF6CE43AA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8963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3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D5D1BBA-942F-4F61-F651-2B47B905386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95764F6-5946-770D-664C-9DD7F5634C4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18F2575-5951-646C-7921-D2C9A05CF3EE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真空トレーナー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『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スーパーストリートファイター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II X』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のリュウで、中足キャンセル真空波動拳を自力で出せるようになるための、非自動化トレーニングツールです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62A0E53-FD9A-10D1-BF12-740D0EF0443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9AF5A501-6AF5-7FF5-F243-0553EC59019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1530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33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793FDAE-BDFD-3379-C230-FA96976F6DF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486A788-C930-1EAC-CC53-AE9A6913C48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06AFC4D-BF6F-1D94-BB33-A8ABF4EA584D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16E3D5F-C053-5280-0C9B-158B17D5C2E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4648BE2F-E3A9-5211-F58D-2B2BD412EAE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951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3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A798E76-159E-C0D7-A794-1E2382DE317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7EBD5F0-A058-7754-098B-F0FF3292455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5675F09-C00C-9B58-75A4-063DD9F22B6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LICENSE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app.js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52CCA97-7797-94BA-6588-D0895EDFA2E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9CE4F767-327B-883F-1AAD-8301FAFB812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6201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E0ADBCC-0CA0-EDA6-3603-23CC3F6DC41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652C3C0-449C-68CC-062D-BF429F08433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26B1A5B-0EC2-EC6C-CCE2-A1991B82F62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C953975-C566-B3D1-E6AC-7919904AC91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05EC2134-4CDB-8336-8A2E-D096D816182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14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C7A7BAB-C3F6-2DF6-CE63-915E33C8A11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0AF9E2C-0BE8-7B43-EF88-773D5B1FD12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098928D-8DDA-430E-0B2A-BA0F98313459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https://syunnjack.dev/articles/akecom-spa2x-ryu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D9302FD-CB47-861A-705D-D7106F47F6F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DC860AB7-3139-B5E1-C36B-689502113F5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961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2026-07-30T12:47:50Z</dcterms:created>
  <dcterms:modified xsi:type="dcterms:W3CDTF">2026-07-30T12:47:50Z</dcterms:modified>
</cp:coreProperties>
</file>