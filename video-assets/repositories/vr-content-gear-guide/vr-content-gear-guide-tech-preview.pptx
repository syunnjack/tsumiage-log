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64BCE4-EAAA-0105-62D5-C26D89C5B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32C998F-BFB5-2ACF-6B47-FF4DA918E3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A9B119-EAAF-0011-3683-5A18819E4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3BFF6-5743-4169-BBBD-C8E90BFC328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C618DA-660D-6D17-DB7A-50731CCC0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064AA0-AAD7-DEC7-DF2A-FA99E214A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55DD1-BB1D-475B-B8D9-3DEE81C2D6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5403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8C32CE-133F-475E-213F-5D8737B9C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9002B5-CFE2-FA1A-0620-628298DD8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09C2EF-2151-1544-52E6-C2E8CE6A4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3BFF6-5743-4169-BBBD-C8E90BFC328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0A69BF-1F02-AE87-4A27-DFEEB5AC0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B5A232-5629-5D32-988B-2D8F02E2C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55DD1-BB1D-475B-B8D9-3DEE81C2D6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3788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4E77A5-2CFE-EC5B-3842-DAD225C5D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803AF74-37F1-7058-D224-8626DC227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3E0DD6-FBD0-4186-C926-AA7604CC0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3BFF6-5743-4169-BBBD-C8E90BFC328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BFA539-9376-1AB5-4E4A-E2E807208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44BEBA-BB75-8CC1-6B0A-C0FB6B84C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55DD1-BB1D-475B-B8D9-3DEE81C2D6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3622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E982F5-980D-4AD7-12C3-C0A30A3AD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62EE11-21EF-3ED6-CC8F-EE09F0E7F1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BB244D9-0967-6E45-F1FC-3812C465E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4B9D432-F1F6-68B4-049A-D48ACE6D0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3BFF6-5743-4169-BBBD-C8E90BFC328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E0A6B1-12C8-F868-10D2-4A56877AC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B79AFE-958C-D08C-0AB6-2F939EF1C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55DD1-BB1D-475B-B8D9-3DEE81C2D6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2283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3BD7D6-6BDE-6533-6EC1-437E862BA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2679BE-66A6-589D-7F1E-29E8F94E1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F7AB921-3FD7-545F-84F1-C9DDD8EA4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3414E0B-1545-6DD9-BCE5-99698DC8D1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7134377-BC02-943F-FFF0-16D9EDF5A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1C833D0-1028-E130-7648-3420D874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3BFF6-5743-4169-BBBD-C8E90BFC328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E67BB47-F9F5-F051-1DD6-1913E5897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9B22ECF-C219-5AFC-5E62-944963FEF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55DD1-BB1D-475B-B8D9-3DEE81C2D6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4782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225A9D-FFEF-4DBC-C6E3-ABE7B4F34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034D1CC-CAF6-B72B-E4DC-F4FAB2CF0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3BFF6-5743-4169-BBBD-C8E90BFC328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D6A763D-E7E1-0677-EBFB-4FB835CB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A4D29C0-64F8-A283-0D80-635E18DB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55DD1-BB1D-475B-B8D9-3DEE81C2D6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3213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BABC494-B131-5594-89EB-1CCD5B4B7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3BFF6-5743-4169-BBBD-C8E90BFC328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E2246BE-BED5-A051-A8B2-704708FD8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75B87A2-E824-D84D-8BE3-A5D7C3BD5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55DD1-BB1D-475B-B8D9-3DEE81C2D6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831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7403EC-26EE-A664-708D-B505F6CA1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031DBD-F50E-91F1-3355-C8ABB6AD3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5E272D1-A44D-425A-0C01-17EB32CE1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95761EA-9672-0015-27E5-347BF57C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3BFF6-5743-4169-BBBD-C8E90BFC328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8FE406-5A82-5D73-80A9-75FAB224E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FE1F757-1913-304F-775A-4482D1046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55DD1-BB1D-475B-B8D9-3DEE81C2D6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4906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274CE5-2146-F5EE-B9B7-D87EF3A3C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10D4F05-1607-9BA5-DA10-37797619DC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85E59BE-D9BA-2989-070F-7120448EDC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B8CE8D2-F32A-3999-82AF-562026083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3BFF6-5743-4169-BBBD-C8E90BFC328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80CF4B8-5A2C-9B8E-4B27-F0B46789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8366AFD-8C52-42FF-1C4E-9EE8F4069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55DD1-BB1D-475B-B8D9-3DEE81C2D6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318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4D66D4-8616-C360-A25E-BC263CF0F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FC79662-C295-C37A-78D5-EEC69276F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5B7072-73D2-E0EB-4DF8-7F29468F8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3BFF6-5743-4169-BBBD-C8E90BFC328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4C48BA-9F1C-8FBF-3AE0-ADB1AE297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C42541-50AE-B877-171C-70B4ECCC1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55DD1-BB1D-475B-B8D9-3DEE81C2D6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9022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3E7F667-0053-9BB6-6BD0-80AEFDCEC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1F8B19-76BB-345C-4A7B-1AD191C2C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68796C-7067-2E99-83BA-A1906E789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3BFF6-5743-4169-BBBD-C8E90BFC328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4FA369-94AA-24CA-6EF8-AFA51BCD5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5D261C-CE1F-692C-FBF4-B92296805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55DD1-BB1D-475B-B8D9-3DEE81C2D6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6713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BBC7847-8FF4-47E3-29E9-7F839FE0D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D49C41-E7E1-0266-5FA0-F7FC94A3C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390D8B-A8B6-89D8-CBDC-95F62F3BD2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3BFF6-5743-4169-BBBD-C8E90BFC328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D222090-CF73-E4B9-2057-0018C7A9F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ADA46D-283F-43D3-67A5-5B1AA3953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55DD1-BB1D-475B-B8D9-3DEE81C2D6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3056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FCE97FB-E07A-59EB-4B82-F4B6F474834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5F4085A-BF01-A342-8D7B-CEF1DE50860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Vr Content Gear Guide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1045C1E-565A-520F-3FCD-A31018D300A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FF5ED48-C34C-1443-7FB7-1E874C3784E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53C4C7C8-CF35-C396-CC07-830FAFCB6B2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4193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4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3CB18FF-FA59-7FD9-95D1-0ECE9683F1C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FE57EDA-18D4-B6BF-C455-F4942B12408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1695BC5-7578-B753-441F-B04A9D2127E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Vr Content Gear Guide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A14B367-1847-ED84-581D-F54917D7E06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18878AB1-1D0A-F085-6F09-25D7E3E4B63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532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3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A29F730-2055-1D84-DDC3-89CE866E0EB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0779B4A-D721-BDB7-5C69-B940CC5C881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1B2526C-A6C7-52A6-4790-B8F9F6B855AA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82358F5-EAC4-3106-85D6-5896E370D30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0E4F6FAB-BA7F-AC7C-1062-862C4B8849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282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85A64C6-9A2D-9541-90AC-5BF12F0D87C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CD29DDE-36C5-F82F-BF95-AFA07505E44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AEA545E-06CC-C354-1E91-ED1BEB925442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build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1AD47A4-D9DC-E873-15FD-3FA05A8C1B0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281B49C0-E7C1-7363-B681-B45597A683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991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7FCDFB7-AD57-BAF9-8426-BC7694C69A0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7C21FE3-D8BB-C839-6604-83183E36089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85E78DC-E703-9970-7CE0-B854D0D86EB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60EF13B-66D5-EFA9-9646-799376E58A4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89448F72-8D7F-529B-B774-2A567B1396C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278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81050F0-D050-C667-70C9-F5BD3631A02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89D569C-1341-7FEE-D50D-7B79377BE4A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E71BBFF-328A-D5BD-3C38-C569E1555EDA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https://syunnjack.dev/articles/vr-content-gear-guide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D45E9A-4706-294C-7E39-A16813EDC18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A1B25333-7067-7E4A-FC6C-DDEB192A00A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206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2026-07-30T11:16:23Z</dcterms:created>
  <dcterms:modified xsi:type="dcterms:W3CDTF">2026-07-30T11:16:23Z</dcterms:modified>
</cp:coreProperties>
</file>