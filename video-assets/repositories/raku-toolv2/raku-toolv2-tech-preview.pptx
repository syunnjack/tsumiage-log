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5fae1be1c54b9b" /><Relationship Type="http://schemas.openxmlformats.org/officeDocument/2006/relationships/extended-properties" Target="/docProps/app.xml" Id="Rbfa39693a7fe4fdf" /><Relationship Type="http://schemas.openxmlformats.org/officeDocument/2006/relationships/officeDocument" Target="/ppt/presentation.xml" Id="R0b78c3ecb88e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b5e3873b5f43c5"/>
  </p:sldMasterIdLst>
  <p:notesMasterIdLst>
    <p:notesMasterId xmlns:r="http://schemas.openxmlformats.org/officeDocument/2006/relationships" r:id="Ra16c8d7bf53e455c"/>
  </p:notesMasterIdLst>
  <p:sldIdLst>
    <p:sldId xmlns:r="http://schemas.openxmlformats.org/officeDocument/2006/relationships" id="256" r:id="R698a0a2abfb44b9b"/>
    <p:sldId xmlns:r="http://schemas.openxmlformats.org/officeDocument/2006/relationships" id="257" r:id="R333f41d615eb4c88"/>
    <p:sldId xmlns:r="http://schemas.openxmlformats.org/officeDocument/2006/relationships" id="258" r:id="Rcd4b78b964934264"/>
    <p:sldId xmlns:r="http://schemas.openxmlformats.org/officeDocument/2006/relationships" id="259" r:id="R42b351926b0049c4"/>
    <p:sldId xmlns:r="http://schemas.openxmlformats.org/officeDocument/2006/relationships" id="260" r:id="R04cc1e115f59431d"/>
    <p:sldId xmlns:r="http://schemas.openxmlformats.org/officeDocument/2006/relationships" id="261" r:id="R673d5d534cf94b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60b94bd3e64dcd" /><Relationship Type="http://schemas.openxmlformats.org/officeDocument/2006/relationships/slideMaster" Target="/ppt/slideMasters/slideMaster1.xml" Id="Rc3b5e3873b5f43c5" /><Relationship Type="http://schemas.openxmlformats.org/officeDocument/2006/relationships/notesMaster" Target="/ppt/notesMasters/notesMaster1.xml" Id="Ra16c8d7bf53e455c" /><Relationship Type="http://schemas.openxmlformats.org/officeDocument/2006/relationships/presProps" Target="/ppt/presProps.xml" Id="Rb22bc24067ae418e" /><Relationship Type="http://schemas.openxmlformats.org/officeDocument/2006/relationships/tableStyles" Target="/ppt/tableStyles.xml" Id="Raa0adbd63f7848f8" /><Relationship Type="http://schemas.openxmlformats.org/officeDocument/2006/relationships/slide" Target="/ppt/slides/slide1.xml" Id="R698a0a2abfb44b9b" /><Relationship Type="http://schemas.openxmlformats.org/officeDocument/2006/relationships/slide" Target="/ppt/slides/slide2.xml" Id="R333f41d615eb4c88" /><Relationship Type="http://schemas.openxmlformats.org/officeDocument/2006/relationships/slide" Target="/ppt/slides/slide3.xml" Id="Rcd4b78b964934264" /><Relationship Type="http://schemas.openxmlformats.org/officeDocument/2006/relationships/slide" Target="/ppt/slides/slide4.xml" Id="R42b351926b0049c4" /><Relationship Type="http://schemas.openxmlformats.org/officeDocument/2006/relationships/slide" Target="/ppt/slides/slide5.xml" Id="R04cc1e115f59431d" /><Relationship Type="http://schemas.openxmlformats.org/officeDocument/2006/relationships/slide" Target="/ppt/slides/slide6.xml" Id="R673d5d534cf94b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3d71de3c243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bdb67606904142" /><Relationship Type="http://schemas.openxmlformats.org/officeDocument/2006/relationships/notesMaster" Target="/ppt/notesMasters/notesMaster1.xml" Id="R7e4c356c200a4d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537a514b049b6" /><Relationship Type="http://schemas.openxmlformats.org/officeDocument/2006/relationships/notesMaster" Target="/ppt/notesMasters/notesMaster1.xml" Id="R7effa86116cc4d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ac2f5a8d34b46" /><Relationship Type="http://schemas.openxmlformats.org/officeDocument/2006/relationships/notesMaster" Target="/ppt/notesMasters/notesMaster1.xml" Id="Ra4b2af9a596148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80359a34244b7" /><Relationship Type="http://schemas.openxmlformats.org/officeDocument/2006/relationships/notesMaster" Target="/ppt/notesMasters/notesMaster1.xml" Id="R3442ef626ca64b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6450e8169e43c1" /><Relationship Type="http://schemas.openxmlformats.org/officeDocument/2006/relationships/notesMaster" Target="/ppt/notesMasters/notesMaster1.xml" Id="Ref91763705c943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ed65ca798d4d4a" /><Relationship Type="http://schemas.openxmlformats.org/officeDocument/2006/relationships/notesMaster" Target="/ppt/notesMasters/notesMaster1.xml" Id="R092ab522a8d440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今回は、Raku Toolv2の技術構成を短く解説します。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Raku Atlas / raku toolv2 楽天Web Serviceの公式APIを横断して、紹介候補を検索・保存するアフィリエイト検証ツールです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直近のコミットでは、プロジェクトの初期構成と開発基盤が整備されました。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https://github.com/syunnjack/raku-toolv2</a:t>
            </a:r>
          </a:p>
          <a:p xmlns:a="http://schemas.openxmlformats.org/drawingml/2006/main">
            <a:r>
              <a:t>- https://syunnjack.dev/articles/raku-toolv2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31f0792fc46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eafda4a2f404a" /><Relationship Type="http://schemas.openxmlformats.org/officeDocument/2006/relationships/slideLayout" Target="/ppt/slideLayouts/slideLayout1.xml" Id="R969a3637856f43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9a3637856f43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12dfe8e4e453e" /><Relationship Type="http://schemas.openxmlformats.org/officeDocument/2006/relationships/notesSlide" Target="/ppt/notesSlides/notesSlide1.xml" Id="R7426184cba0b42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5369b8fe14217" /><Relationship Type="http://schemas.openxmlformats.org/officeDocument/2006/relationships/notesSlide" Target="/ppt/notesSlides/notesSlide2.xml" Id="R7d9734d58bcb42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7480e252440d6" /><Relationship Type="http://schemas.openxmlformats.org/officeDocument/2006/relationships/notesSlide" Target="/ppt/notesSlides/notesSlide3.xml" Id="R83be0dc7a7c049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24f04a56b424e" /><Relationship Type="http://schemas.openxmlformats.org/officeDocument/2006/relationships/notesSlide" Target="/ppt/notesSlides/notesSlide4.xml" Id="R94d2d4e8831a40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8b50cd2004ea0" /><Relationship Type="http://schemas.openxmlformats.org/officeDocument/2006/relationships/notesSlide" Target="/ppt/notesSlides/notesSlide5.xml" Id="Rc650d9d83de7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52f4b180b4aef" /><Relationship Type="http://schemas.openxmlformats.org/officeDocument/2006/relationships/notesSlide" Target="/ppt/notesSlides/notesSlide6.xml" Id="Rd97613efd96e4c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9966D-05A7-4785-8AA7-2BAD3BE1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19138-BC39-4B76-8D47-9C5A239D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1F360CE4-9144-4CDE-AD3D-CF9DF21C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42F806F8-7CB8-40D9-AC11-57A8448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4FE033C-0B61-4A9C-B047-7CB1926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Raku Toolv2の技術解説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ED55FEA5-6815-4C48-B3D2-4535625D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9281E8F4-7FFC-4135-A54F-A3F9A35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306122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B77AB-8796-411A-A676-875D5ECE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1CC05-6CC1-4BA8-BE15-7F7A4A03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271F3FC-05D8-4CD3-A504-909C8885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CD73B0E4-9620-4A9A-A7D3-EEC4326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67BB1CE2-8B77-4C09-949D-A6B08F5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DFFB8-0632-4999-A455-FFAD894D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261C22A-ADDF-4172-9C40-1230D2BF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Raku Atlas / raku toolv2 楽天Web Serviceの公式APIを横断して、紹介候補を検索・保存するアフィリエイト検証ツールです</a:t>
            </a:r>
          </a:p>
        </p:txBody>
      </p:sp>
    </p:spTree>
    <p:extLst>
      <p:ext uri="{BB962C8B-B14F-4D97-AF65-F5344CB8AC3E}">
        <p14:creationId xmlns:p14="http://schemas.microsoft.com/office/powerpoint/2010/main" val="986939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F8C41-9AFC-41D4-9031-E1DC0758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F3E5D-C73A-47B7-8B2A-AE3318C4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A8A875F7-8BE0-4CFA-AD04-384254C7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224C4AB-0A4D-4241-94FA-C69285D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F7A6067-938F-46E7-B48B-BD9CC957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E7C64-6350-4923-9295-1299E4A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50EF631-708B-4503-820A-835D61D4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20095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EB9CC-2B12-4FA2-89D2-C564332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3A519-3B50-41A9-9542-FDB3E946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EC2492C9-D3FB-48C5-87F8-3979D52A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553331D-9980-421C-9D5E-52535F51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664D6B11-E448-4077-A0B4-18290792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F105C-083F-4337-9D10-2DD78E47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51C34B6-137A-4A8E-860C-6E0AC272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</a:t>
            </a:r>
          </a:p>
        </p:txBody>
      </p:sp>
    </p:spTree>
    <p:extLst>
      <p:ext uri="{BB962C8B-B14F-4D97-AF65-F5344CB8AC3E}">
        <p14:creationId xmlns:p14="http://schemas.microsoft.com/office/powerpoint/2010/main" val="15871473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A4C2B-E987-44FC-A218-D9068A53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CFC98-2D71-4862-9056-1B36FA8F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3EE3CCD7-CE96-4B58-BA05-50EFF9D0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53EEE70-A589-439A-9A93-22C9BBD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75E714E3-6E2B-4A10-8F4E-58D2EC6B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3AEF2-140E-43FB-9EA3-C1DA8ED0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8113F1E0-FA98-4CAA-82F4-6BFF65C1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直近のコミットでは、プロジェクトの初期構成と開発基盤が整備されました。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2960626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22764-1EA8-4636-84AB-2649F64D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69918-D585-4DF3-AF8C-32205B75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C27DFE33-A016-49CE-A297-09A1901B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FBB3AC1-9613-4470-885D-3865B54C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7A822BDE-0984-4AD1-8AE0-839B8E26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F995C2-4944-4E01-B568-8BC2FB04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57FF38B3-EEDC-4BFC-A6F0-7A96B185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https://syunnjack.dev/articles/raku-toolv2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237141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2026-08-04T04:04:14.9350000Z</dcterms:created>
  <dcterms:modified xsi:type="dcterms:W3CDTF">2026-08-04T04:04:14.9350000Z</dcterms:modified>
</coreProperties>
</file>