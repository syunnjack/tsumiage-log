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efd2be0031401a" /><Relationship Type="http://schemas.openxmlformats.org/officeDocument/2006/relationships/extended-properties" Target="/docProps/app.xml" Id="R0abf5bd503ad4598" /><Relationship Type="http://schemas.openxmlformats.org/officeDocument/2006/relationships/officeDocument" Target="/ppt/presentation.xml" Id="Rd0817c7ba2844a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dbbc3c6db449c6"/>
  </p:sldMasterIdLst>
  <p:notesMasterIdLst>
    <p:notesMasterId xmlns:r="http://schemas.openxmlformats.org/officeDocument/2006/relationships" r:id="R078e53c3d43c486e"/>
  </p:notesMasterIdLst>
  <p:sldIdLst>
    <p:sldId xmlns:r="http://schemas.openxmlformats.org/officeDocument/2006/relationships" id="256" r:id="Rce922593e9804801"/>
    <p:sldId xmlns:r="http://schemas.openxmlformats.org/officeDocument/2006/relationships" id="257" r:id="R763d627c9f4f4157"/>
    <p:sldId xmlns:r="http://schemas.openxmlformats.org/officeDocument/2006/relationships" id="258" r:id="R2c6385c368c04fd1"/>
    <p:sldId xmlns:r="http://schemas.openxmlformats.org/officeDocument/2006/relationships" id="259" r:id="R4e7a0755fa3a401e"/>
    <p:sldId xmlns:r="http://schemas.openxmlformats.org/officeDocument/2006/relationships" id="260" r:id="Re2ae3fdd52f14c62"/>
    <p:sldId xmlns:r="http://schemas.openxmlformats.org/officeDocument/2006/relationships" id="261" r:id="R86f045ca61284d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933df2d6a648c6" /><Relationship Type="http://schemas.openxmlformats.org/officeDocument/2006/relationships/slideMaster" Target="/ppt/slideMasters/slideMaster1.xml" Id="Rf0dbbc3c6db449c6" /><Relationship Type="http://schemas.openxmlformats.org/officeDocument/2006/relationships/notesMaster" Target="/ppt/notesMasters/notesMaster1.xml" Id="R078e53c3d43c486e" /><Relationship Type="http://schemas.openxmlformats.org/officeDocument/2006/relationships/presProps" Target="/ppt/presProps.xml" Id="Rac974b8c70024c39" /><Relationship Type="http://schemas.openxmlformats.org/officeDocument/2006/relationships/tableStyles" Target="/ppt/tableStyles.xml" Id="R4b3efae646554c33" /><Relationship Type="http://schemas.openxmlformats.org/officeDocument/2006/relationships/slide" Target="/ppt/slides/slide1.xml" Id="Rce922593e9804801" /><Relationship Type="http://schemas.openxmlformats.org/officeDocument/2006/relationships/slide" Target="/ppt/slides/slide2.xml" Id="R763d627c9f4f4157" /><Relationship Type="http://schemas.openxmlformats.org/officeDocument/2006/relationships/slide" Target="/ppt/slides/slide3.xml" Id="R2c6385c368c04fd1" /><Relationship Type="http://schemas.openxmlformats.org/officeDocument/2006/relationships/slide" Target="/ppt/slides/slide4.xml" Id="R4e7a0755fa3a401e" /><Relationship Type="http://schemas.openxmlformats.org/officeDocument/2006/relationships/slide" Target="/ppt/slides/slide5.xml" Id="Re2ae3fdd52f14c62" /><Relationship Type="http://schemas.openxmlformats.org/officeDocument/2006/relationships/slide" Target="/ppt/slides/slide6.xml" Id="R86f045ca61284d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aa5d6cc75049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fca02261d64b92" /><Relationship Type="http://schemas.openxmlformats.org/officeDocument/2006/relationships/notesMaster" Target="/ppt/notesMasters/notesMaster1.xml" Id="Red2284a9600b45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734df0af1b48a8" /><Relationship Type="http://schemas.openxmlformats.org/officeDocument/2006/relationships/notesMaster" Target="/ppt/notesMasters/notesMaster1.xml" Id="Rebd7d0df2cbc4f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31a28119754365" /><Relationship Type="http://schemas.openxmlformats.org/officeDocument/2006/relationships/notesMaster" Target="/ppt/notesMasters/notesMaster1.xml" Id="R771a2f92b7d747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5ba2c8e5654dd8" /><Relationship Type="http://schemas.openxmlformats.org/officeDocument/2006/relationships/notesMaster" Target="/ppt/notesMasters/notesMaster1.xml" Id="R33fcdd2bd06b41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f3800e45bc4b03" /><Relationship Type="http://schemas.openxmlformats.org/officeDocument/2006/relationships/notesMaster" Target="/ppt/notesMasters/notesMaster1.xml" Id="R687fc5770c4f4c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c1ccf8131541a9" /><Relationship Type="http://schemas.openxmlformats.org/officeDocument/2006/relationships/notesMaster" Target="/ppt/notesMasters/notesMaster1.xml" Id="Radcc4c04375149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今回は、Raku Toolv2の技術構成を短く解説します。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Raku Atlas / raku toolv2 楽天Web Serviceの公式APIを横断して、紹介候補を検索・保存するアフィリエイト検証ツールです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リポジトリでは、README.mdを中心に実装を確認できます。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直近のコミットでは、プロジェクトの初期構成と開発基盤が整備されました。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https://github.com/syunnjack/raku-toolv2</a:t>
            </a:r>
          </a:p>
          <a:p xmlns:a="http://schemas.openxmlformats.org/drawingml/2006/main">
            <a:r>
              <a:t>- https://syunnjack.dev/articles/raku-toolv2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18b37c4ca14e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4a710e453f45af" /><Relationship Type="http://schemas.openxmlformats.org/officeDocument/2006/relationships/slideLayout" Target="/ppt/slideLayouts/slideLayout1.xml" Id="Rd67efff1982649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7efff1982649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6c955352c4d07" /><Relationship Type="http://schemas.openxmlformats.org/officeDocument/2006/relationships/notesSlide" Target="/ppt/notesSlides/notesSlide1.xml" Id="R4be6e6ee06e640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23e3162134d6f" /><Relationship Type="http://schemas.openxmlformats.org/officeDocument/2006/relationships/notesSlide" Target="/ppt/notesSlides/notesSlide2.xml" Id="Rd5e1d924b2d94d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4ddaf29224110" /><Relationship Type="http://schemas.openxmlformats.org/officeDocument/2006/relationships/notesSlide" Target="/ppt/notesSlides/notesSlide3.xml" Id="R1c58377def0d4a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7fa9e40a9470d" /><Relationship Type="http://schemas.openxmlformats.org/officeDocument/2006/relationships/notesSlide" Target="/ppt/notesSlides/notesSlide4.xml" Id="R679d38687dc544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1e22f0df142f1" /><Relationship Type="http://schemas.openxmlformats.org/officeDocument/2006/relationships/notesSlide" Target="/ppt/notesSlides/notesSlide5.xml" Id="Rcaa141aad46b41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05e959f744715" /><Relationship Type="http://schemas.openxmlformats.org/officeDocument/2006/relationships/notesSlide" Target="/ppt/notesSlides/notesSlide6.xml" Id="R925527fc799a43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450DE-7885-4AF7-9BC1-8389EF4E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5C5B8-0641-4B44-B510-B9674D0B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E7DC3F4E-97F2-442D-99C8-79ABA9A5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FC498545-CB69-4412-B2E4-0C95BFE7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86B08E5-5E7A-41C9-A330-4B25FADD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Raku Toolv2の技術解説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2EDB8491-CDA9-4E93-B3D8-1BEA2C0B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9F9AB889-5F37-485B-A9ED-DACDF5DC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225685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AC05F-F93A-4DBF-BEA7-37A43082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2A7B0-DE5D-46DD-AC69-C586D130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11B33A78-B06F-4A75-8C47-9843A2FD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5F120392-022D-40ED-A1A4-80482050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1E02928C-3733-40F3-93FF-9F560795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9C262-6701-4A7F-8692-AC51BAD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CEC93904-3063-442A-9C38-57D92D0F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Raku Atlas / raku toolv2 楽天Web Serviceの公式APIを横断して、紹介候補を検索・保存するアフィリエイト検証ツールです</a:t>
            </a:r>
          </a:p>
        </p:txBody>
      </p:sp>
    </p:spTree>
    <p:extLst>
      <p:ext uri="{BB962C8B-B14F-4D97-AF65-F5344CB8AC3E}">
        <p14:creationId xmlns:p14="http://schemas.microsoft.com/office/powerpoint/2010/main" val="65361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6819A-7693-4ED4-ADA7-6F2B8A5E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FCB4B-1F46-4F8C-A542-10354A23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D1E33B32-45D7-4759-9AFF-07F345DC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3784C9F7-5845-4C9C-87FE-2E847BA4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A18D5DE8-4D0F-45B7-8983-27625562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29E8C-F432-4175-941E-1F3973D5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6F56857B-547A-4C2C-A2CF-AD8FF078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7347719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CB9A7-06BE-4643-AAD4-999AA08A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EF94C-430C-4A0B-8179-60945415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4F068027-583D-47F0-AA25-2208202A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E72F7F52-5B8C-401D-AFC1-97EDC086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C0A00467-6FC7-4CA9-A773-65DF75F5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3E591-9D55-4B51-B6F9-12B4725D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E4F796E2-34DC-4D2E-9515-E5565472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主なファイル：README.md</a:t>
            </a:r>
          </a:p>
        </p:txBody>
      </p:sp>
    </p:spTree>
    <p:extLst>
      <p:ext uri="{BB962C8B-B14F-4D97-AF65-F5344CB8AC3E}">
        <p14:creationId xmlns:p14="http://schemas.microsoft.com/office/powerpoint/2010/main" val="258492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6888A-ECFD-4527-A5A2-1E65D195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27F90-EA03-4311-A40C-467DAD7D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826EFF0D-4B7A-4BFB-80BF-21F5772B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AF60652D-571F-4203-99AE-B411A6E7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0CFFBAE8-48AC-4ED0-993D-3ECF3FC5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EDB38-4D98-495B-869E-452B5F07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DFBCCD14-6514-4ACF-A7B3-3FE966F7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直近のコミットでは、プロジェクトの初期構成と開発基盤が整備されました。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9909971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15AD8-D5DB-4598-B430-7E97B413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4434ED-8BBD-4A55-9B71-2D25587B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53162B13-DBAB-441A-86B9-A7EF14E9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9662B983-F195-4E9D-B7FA-F3BDDD3F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14587B21-B9AF-4F32-82C3-875C95BA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00A0A-EAA9-4EA6-9DF5-706104E3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67816C39-7173-4415-BCBD-F8C5CCE8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https://syunnjack.dev/articles/raku-toolv2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0717199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2026-08-04T07:39:20.4360000Z</dcterms:created>
  <dcterms:modified xsi:type="dcterms:W3CDTF">2026-08-04T07:39:20.4370000Z</dcterms:modified>
</coreProperties>
</file>