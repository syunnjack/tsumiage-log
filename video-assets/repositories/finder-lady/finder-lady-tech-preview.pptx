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40aa64aad044b5" /><Relationship Type="http://schemas.openxmlformats.org/officeDocument/2006/relationships/extended-properties" Target="/docProps/app.xml" Id="Rc2db22d36c8642f9" /><Relationship Type="http://schemas.openxmlformats.org/officeDocument/2006/relationships/officeDocument" Target="/ppt/presentation.xml" Id="Rc2bfaf164f244e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f8acacf5bd4d6b"/>
  </p:sldMasterIdLst>
  <p:notesMasterIdLst>
    <p:notesMasterId xmlns:r="http://schemas.openxmlformats.org/officeDocument/2006/relationships" r:id="Rb2fd87a34a3e41b1"/>
  </p:notesMasterIdLst>
  <p:sldIdLst>
    <p:sldId xmlns:r="http://schemas.openxmlformats.org/officeDocument/2006/relationships" id="256" r:id="Ra36b95c0711d4610"/>
    <p:sldId xmlns:r="http://schemas.openxmlformats.org/officeDocument/2006/relationships" id="257" r:id="Rd7c4bb6b233947d9"/>
    <p:sldId xmlns:r="http://schemas.openxmlformats.org/officeDocument/2006/relationships" id="258" r:id="R30ce5ea65d6d4f52"/>
    <p:sldId xmlns:r="http://schemas.openxmlformats.org/officeDocument/2006/relationships" id="259" r:id="R3578d8389ae64de7"/>
    <p:sldId xmlns:r="http://schemas.openxmlformats.org/officeDocument/2006/relationships" id="260" r:id="R0bc7fa79164a42ea"/>
    <p:sldId xmlns:r="http://schemas.openxmlformats.org/officeDocument/2006/relationships" id="261" r:id="R1f250a12497e46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6cfed7aa0d4024" /><Relationship Type="http://schemas.openxmlformats.org/officeDocument/2006/relationships/slideMaster" Target="/ppt/slideMasters/slideMaster1.xml" Id="R5ff8acacf5bd4d6b" /><Relationship Type="http://schemas.openxmlformats.org/officeDocument/2006/relationships/notesMaster" Target="/ppt/notesMasters/notesMaster1.xml" Id="Rb2fd87a34a3e41b1" /><Relationship Type="http://schemas.openxmlformats.org/officeDocument/2006/relationships/presProps" Target="/ppt/presProps.xml" Id="R5fdf861a7ecb4f03" /><Relationship Type="http://schemas.openxmlformats.org/officeDocument/2006/relationships/tableStyles" Target="/ppt/tableStyles.xml" Id="R8f82d8a04d1b45b4" /><Relationship Type="http://schemas.openxmlformats.org/officeDocument/2006/relationships/slide" Target="/ppt/slides/slide1.xml" Id="Ra36b95c0711d4610" /><Relationship Type="http://schemas.openxmlformats.org/officeDocument/2006/relationships/slide" Target="/ppt/slides/slide2.xml" Id="Rd7c4bb6b233947d9" /><Relationship Type="http://schemas.openxmlformats.org/officeDocument/2006/relationships/slide" Target="/ppt/slides/slide3.xml" Id="R30ce5ea65d6d4f52" /><Relationship Type="http://schemas.openxmlformats.org/officeDocument/2006/relationships/slide" Target="/ppt/slides/slide4.xml" Id="R3578d8389ae64de7" /><Relationship Type="http://schemas.openxmlformats.org/officeDocument/2006/relationships/slide" Target="/ppt/slides/slide5.xml" Id="R0bc7fa79164a42ea" /><Relationship Type="http://schemas.openxmlformats.org/officeDocument/2006/relationships/slide" Target="/ppt/slides/slide6.xml" Id="R1f250a12497e46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c8fc1a30d94e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d6597b9ed94869" /><Relationship Type="http://schemas.openxmlformats.org/officeDocument/2006/relationships/notesMaster" Target="/ppt/notesMasters/notesMaster1.xml" Id="R67340e6b5c7946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492cf229a3427d" /><Relationship Type="http://schemas.openxmlformats.org/officeDocument/2006/relationships/notesMaster" Target="/ppt/notesMasters/notesMaster1.xml" Id="R6e20618356db45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8e655e1b2d4982" /><Relationship Type="http://schemas.openxmlformats.org/officeDocument/2006/relationships/notesMaster" Target="/ppt/notesMasters/notesMaster1.xml" Id="R515396a9b25d46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09ac1a35a943d8" /><Relationship Type="http://schemas.openxmlformats.org/officeDocument/2006/relationships/notesMaster" Target="/ppt/notesMasters/notesMaster1.xml" Id="R87348913029a48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befdce260a4ddd" /><Relationship Type="http://schemas.openxmlformats.org/officeDocument/2006/relationships/notesMaster" Target="/ppt/notesMasters/notesMaster1.xml" Id="Re86dec3ef9bf42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58d1105378479d" /><Relationship Type="http://schemas.openxmlformats.org/officeDocument/2006/relationships/notesMaster" Target="/ppt/notesMasters/notesMaster1.xml" Id="R72528ca7975e4a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今回は、Finder Ladyの技術構成を短く解説します。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Finder Ladyの設計と実装を記録したプロジェクト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https://github.com/syunnjack/finder-lady</a:t>
            </a:r>
          </a:p>
          <a:p xmlns:a="http://schemas.openxmlformats.org/drawingml/2006/main">
            <a:r>
              <a:t>- https://syunnjack.dev/articles/finder-lady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439aa334884a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857c4121914528" /><Relationship Type="http://schemas.openxmlformats.org/officeDocument/2006/relationships/slideLayout" Target="/ppt/slideLayouts/slideLayout1.xml" Id="Ra0f95ed76aba49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f95ed76aba49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9aff2f8e2c459b" /><Relationship Type="http://schemas.openxmlformats.org/officeDocument/2006/relationships/notesSlide" Target="/ppt/notesSlides/notesSlide1.xml" Id="R3e76f0fa458846a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4653878d144b99" /><Relationship Type="http://schemas.openxmlformats.org/officeDocument/2006/relationships/notesSlide" Target="/ppt/notesSlides/notesSlide2.xml" Id="R1a6b26c7cb2a49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f573437c142a1" /><Relationship Type="http://schemas.openxmlformats.org/officeDocument/2006/relationships/notesSlide" Target="/ppt/notesSlides/notesSlide3.xml" Id="R1e818e591f6746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66971ab6c477e" /><Relationship Type="http://schemas.openxmlformats.org/officeDocument/2006/relationships/notesSlide" Target="/ppt/notesSlides/notesSlide4.xml" Id="R7368d645c8d543b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43253788e415e" /><Relationship Type="http://schemas.openxmlformats.org/officeDocument/2006/relationships/notesSlide" Target="/ppt/notesSlides/notesSlide5.xml" Id="R5d64d06de2504d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7d3ba869c41ff" /><Relationship Type="http://schemas.openxmlformats.org/officeDocument/2006/relationships/notesSlide" Target="/ppt/notesSlides/notesSlide6.xml" Id="R08d190609d9947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4DD1A8-1AD9-42DB-B21C-71CFC54D5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1C2ED3-0E2D-458D-BB5D-8225DED5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400442B6-4590-47B4-BE24-1DB3E803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8F87F5C9-C822-46E5-852F-9E6B755D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CD93365-6A46-4C46-AFD7-A64B9D66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Finder Ladyの技術解説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072234D8-362B-470E-9391-B58EE6D4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F45BE9D7-5EAF-4F48-B093-97D726B7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442881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387EB1-1061-477C-A700-53754031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55DC9-D6D7-4A5F-8965-7D98B6E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A36A4376-B89A-49EC-9E1D-103666C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022E66B6-15A4-4F8E-86E9-9F385CAF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E53AD4B6-BDAF-4B05-A66C-67E58097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BE937A-5AE5-4214-BE5A-B084CE2DB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9CB76D6C-01B6-4CC1-B9F5-9E9597B7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Finder Ladyの設計と実装を記録したプロジェクト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0650725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4C734A-1CA4-4042-953E-CDD60A16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E47F7A-A4E5-4C40-86AD-416E6835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64D885E1-F681-4A73-85FC-95CE994E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0AADBC68-5763-4A8C-A84C-338EEAAD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316E00BC-B7BA-4A1A-BCCF-F3743F4D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737C6-5794-4F38-91FC-02526964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1EB1185A-C0EC-411C-833A-7CB35FB3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7783348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52AC9-7404-478E-A7A0-29E625A8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3E72B-F240-4055-885D-411675C0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D7F06850-A907-4EDA-9F68-8F21F8D6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0515935B-C7BE-4970-9AB0-A39EF9DA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0B8051B7-00FA-477F-AB05-46A1B817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AB0DF-2193-4E9B-8C4F-07924B4A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A29DE76C-AB83-439A-ACF1-2A2720F1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4942688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E6D2FF-15CB-43CB-928E-9F3B0FB4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0B699-B215-4F30-BA61-107A653E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7CA985E2-EFEA-40D2-AFBD-81306ACA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88D80667-35DD-431B-A760-EB21A7FAD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D98F91BC-457F-4DCD-803A-4E3BA79D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C177AD-B526-40FC-A3B8-75ADB41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806903B2-BDDC-4131-B6EA-29C0E1B9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0172402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AC3AA-D76F-414A-BC0A-4D54C709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971AC1-849D-415A-B4AA-DEE0BE9F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B2D846BB-105C-4565-A0FA-EDA1AE3D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215AF48C-3FC8-4077-8E43-233BBBCD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F9DF3DFE-4D5B-4BD3-B1E6-91A441C1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8A184-F8EC-42EF-BB27-5F76E8D9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CEEF21A1-9DBF-40B7-A266-2FACDD0B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https://syunnjack.dev/articles/finder-lady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8287037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2026-08-15T01:04:31.4000000Z</dcterms:created>
  <dcterms:modified xsi:type="dcterms:W3CDTF">2026-08-15T01:04:31.4010000Z</dcterms:modified>
</coreProperties>
</file>