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a66e912a864a31" /><Relationship Type="http://schemas.openxmlformats.org/officeDocument/2006/relationships/extended-properties" Target="/docProps/app.xml" Id="Rdaa565e17cb24e5c" /><Relationship Type="http://schemas.openxmlformats.org/officeDocument/2006/relationships/officeDocument" Target="/ppt/presentation.xml" Id="R137bbb78e8d443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4d2ba5b8954da5"/>
  </p:sldMasterIdLst>
  <p:notesMasterIdLst>
    <p:notesMasterId xmlns:r="http://schemas.openxmlformats.org/officeDocument/2006/relationships" r:id="Rf0c3ed76730a462e"/>
  </p:notesMasterIdLst>
  <p:sldIdLst>
    <p:sldId xmlns:r="http://schemas.openxmlformats.org/officeDocument/2006/relationships" id="256" r:id="R9d4cb704814c4340"/>
    <p:sldId xmlns:r="http://schemas.openxmlformats.org/officeDocument/2006/relationships" id="257" r:id="R96b31433a0204abc"/>
    <p:sldId xmlns:r="http://schemas.openxmlformats.org/officeDocument/2006/relationships" id="258" r:id="R195e73a5604a4ea3"/>
    <p:sldId xmlns:r="http://schemas.openxmlformats.org/officeDocument/2006/relationships" id="259" r:id="Ree17ba371cdd4e0f"/>
    <p:sldId xmlns:r="http://schemas.openxmlformats.org/officeDocument/2006/relationships" id="260" r:id="Ra5f299f760bf4d41"/>
    <p:sldId xmlns:r="http://schemas.openxmlformats.org/officeDocument/2006/relationships" id="261" r:id="R59e9be64323444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fe149389af423d" /><Relationship Type="http://schemas.openxmlformats.org/officeDocument/2006/relationships/slideMaster" Target="/ppt/slideMasters/slideMaster1.xml" Id="R3c4d2ba5b8954da5" /><Relationship Type="http://schemas.openxmlformats.org/officeDocument/2006/relationships/notesMaster" Target="/ppt/notesMasters/notesMaster1.xml" Id="Rf0c3ed76730a462e" /><Relationship Type="http://schemas.openxmlformats.org/officeDocument/2006/relationships/presProps" Target="/ppt/presProps.xml" Id="Ra86ee43b5ceb415b" /><Relationship Type="http://schemas.openxmlformats.org/officeDocument/2006/relationships/tableStyles" Target="/ppt/tableStyles.xml" Id="R59a4ce33b3324a98" /><Relationship Type="http://schemas.openxmlformats.org/officeDocument/2006/relationships/slide" Target="/ppt/slides/slide1.xml" Id="R9d4cb704814c4340" /><Relationship Type="http://schemas.openxmlformats.org/officeDocument/2006/relationships/slide" Target="/ppt/slides/slide2.xml" Id="R96b31433a0204abc" /><Relationship Type="http://schemas.openxmlformats.org/officeDocument/2006/relationships/slide" Target="/ppt/slides/slide3.xml" Id="R195e73a5604a4ea3" /><Relationship Type="http://schemas.openxmlformats.org/officeDocument/2006/relationships/slide" Target="/ppt/slides/slide4.xml" Id="Ree17ba371cdd4e0f" /><Relationship Type="http://schemas.openxmlformats.org/officeDocument/2006/relationships/slide" Target="/ppt/slides/slide5.xml" Id="Ra5f299f760bf4d41" /><Relationship Type="http://schemas.openxmlformats.org/officeDocument/2006/relationships/slide" Target="/ppt/slides/slide6.xml" Id="R59e9be64323444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77ae0c45964d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cdb0c543a64b48" /><Relationship Type="http://schemas.openxmlformats.org/officeDocument/2006/relationships/notesMaster" Target="/ppt/notesMasters/notesMaster1.xml" Id="R62ac5f4bc98544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20fa0dfb384dda" /><Relationship Type="http://schemas.openxmlformats.org/officeDocument/2006/relationships/notesMaster" Target="/ppt/notesMasters/notesMaster1.xml" Id="R5b076c988c0a42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1681a1ea774d4f" /><Relationship Type="http://schemas.openxmlformats.org/officeDocument/2006/relationships/notesMaster" Target="/ppt/notesMasters/notesMaster1.xml" Id="R583f6d7177cf40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daac6f8b744ba7" /><Relationship Type="http://schemas.openxmlformats.org/officeDocument/2006/relationships/notesMaster" Target="/ppt/notesMasters/notesMaster1.xml" Id="R777f83330f674a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754b197273419b" /><Relationship Type="http://schemas.openxmlformats.org/officeDocument/2006/relationships/notesMaster" Target="/ppt/notesMasters/notesMaster1.xml" Id="R58a58b7048e840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5bc5054ef64f49" /><Relationship Type="http://schemas.openxmlformats.org/officeDocument/2006/relationships/notesMaster" Target="/ppt/notesMasters/notesMaster1.xml" Id="R28d217dcd6b640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今回は、Finder Ladyの技術構成を短く解説します。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https://github.com/syunnjack/finder-lady</a:t>
            </a:r>
          </a:p>
          <a:p xmlns:a="http://schemas.openxmlformats.org/drawingml/2006/main">
            <a:r>
              <a:t>- https://syunnjack.dev/articles/finder-lady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Finder Ladyの設計と実装を記録したプロジェクト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https://github.com/syunnjack/finder-lady</a:t>
            </a:r>
          </a:p>
          <a:p xmlns:a="http://schemas.openxmlformats.org/drawingml/2006/main">
            <a:r>
              <a:t>- https://syunnjack.dev/articles/finder-lady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主な技術は未分類です。役割を分け、保守しやすい構成を目指しています。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https://github.com/syunnjack/finder-lady</a:t>
            </a:r>
          </a:p>
          <a:p xmlns:a="http://schemas.openxmlformats.org/drawingml/2006/main">
            <a:r>
              <a:t>- https://syunnjack.dev/articles/finder-lady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リポジトリでは、主要なソースファイルを中心に実装を確認できます。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https://github.com/syunnjack/finder-lady</a:t>
            </a:r>
          </a:p>
          <a:p xmlns:a="http://schemas.openxmlformats.org/drawingml/2006/main">
            <a:r>
              <a:t>- https://syunnjack.dev/articles/finder-lady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直近のコミットでは、実装の見直しと継続的な改善が行われました。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https://github.com/syunnjack/finder-lady</a:t>
            </a:r>
          </a:p>
          <a:p xmlns:a="http://schemas.openxmlformats.org/drawingml/2006/main">
            <a:r>
              <a:t>- https://syunnjack.dev/articles/finder-lady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https://github.com/syunnjack/finder-lady</a:t>
            </a:r>
          </a:p>
          <a:p xmlns:a="http://schemas.openxmlformats.org/drawingml/2006/main">
            <a:r>
              <a:t>- https://syunnjack.dev/articles/finder-lady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0f95d3571b4b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c3b9c9380d4777" /><Relationship Type="http://schemas.openxmlformats.org/officeDocument/2006/relationships/slideLayout" Target="/ppt/slideLayouts/slideLayout1.xml" Id="R1483b256616f4f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83b256616f4f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504588b9343f9" /><Relationship Type="http://schemas.openxmlformats.org/officeDocument/2006/relationships/notesSlide" Target="/ppt/notesSlides/notesSlide1.xml" Id="R56ba4017159a4b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283e90e0b4e49" /><Relationship Type="http://schemas.openxmlformats.org/officeDocument/2006/relationships/notesSlide" Target="/ppt/notesSlides/notesSlide2.xml" Id="R863f9b542a6a4f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b4590b91647d2" /><Relationship Type="http://schemas.openxmlformats.org/officeDocument/2006/relationships/notesSlide" Target="/ppt/notesSlides/notesSlide3.xml" Id="R68ca5cef8a3f4f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5e02a601d04cc0" /><Relationship Type="http://schemas.openxmlformats.org/officeDocument/2006/relationships/notesSlide" Target="/ppt/notesSlides/notesSlide4.xml" Id="R1925a15b4fd242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aa4897b2a4c8c" /><Relationship Type="http://schemas.openxmlformats.org/officeDocument/2006/relationships/notesSlide" Target="/ppt/notesSlides/notesSlide5.xml" Id="R77d48062d15747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034a7f3e745f7" /><Relationship Type="http://schemas.openxmlformats.org/officeDocument/2006/relationships/notesSlide" Target="/ppt/notesSlides/notesSlide6.xml" Id="Rd352f2f076fe418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E25889-B8F2-4547-97DE-E83B242D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F851D1-1B14-4FDD-B9E9-BD854A95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2C825B64-0EFE-4008-9130-4B7C5D7E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E4B57DDD-82BF-4002-B08B-D3F8DD11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5C6C816-6311-44BD-913D-888B2BAF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Finder Ladyの技術解説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684A6D7A-45A5-4B00-9A09-371EA85F6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00E44328-800B-4ED6-A6F1-E3AE2BDD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未分類</a:t>
            </a:r>
          </a:p>
        </p:txBody>
      </p:sp>
    </p:spTree>
    <p:extLst>
      <p:ext uri="{BB962C8B-B14F-4D97-AF65-F5344CB8AC3E}">
        <p14:creationId xmlns:p14="http://schemas.microsoft.com/office/powerpoint/2010/main" val="545382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A2F69-7046-41E8-A154-C55ED973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5EEA7D-02A6-4442-8C19-FCE43B5E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6C71D53B-A347-4F9D-8409-CB50C866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D4153A7B-3B6E-4083-988F-090EA1C7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93239B26-B7B6-4FD0-AB05-284D2030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3A6673-5222-4CB4-BBC7-5D9A3C1D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8A3D9873-93A8-4CA2-9416-5219AB272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Finder Ladyの設計と実装を記録したプロジェクト</a:t>
            </a:r>
          </a:p>
        </p:txBody>
      </p:sp>
    </p:spTree>
    <p:extLst>
      <p:ext uri="{BB962C8B-B14F-4D97-AF65-F5344CB8AC3E}">
        <p14:creationId xmlns:p14="http://schemas.microsoft.com/office/powerpoint/2010/main" val="12154626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8FE663-F7B2-47F4-BEA3-ED77D1A3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A3DA6-70FA-4EEB-8E15-EDA1C373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F8E20FC7-43F4-42EF-B899-F8DF01BC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A9B1D56F-58C8-4BB5-9220-08B99BF2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5AAB6CC0-679C-4C69-9DB7-99919FD6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B9EF4-D60E-4A4F-A223-8A309E62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C0479EC4-E069-49DC-8F53-DDC207D4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主要技術：未分類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19683925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C6FA1D-2597-4854-ABF9-501F33D0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14EDB-CC73-4AE3-903C-7A094F32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4212850E-9C5D-4740-90A9-62938512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20D114FD-A451-4B72-BC91-713D502B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CE781609-B280-4039-9BC1-A7B8B4D2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01E63-A510-4DF9-A1AD-A917EB34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B5B75877-FA58-48E2-8AC9-41A662D1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主なファイル：主要なソースファイル</a:t>
            </a:r>
          </a:p>
        </p:txBody>
      </p:sp>
    </p:spTree>
    <p:extLst>
      <p:ext uri="{BB962C8B-B14F-4D97-AF65-F5344CB8AC3E}">
        <p14:creationId xmlns:p14="http://schemas.microsoft.com/office/powerpoint/2010/main" val="1612923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36269-3EA5-4FAB-8380-8001058C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A612D-CADC-4951-B046-02CEFB6DE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F7C92007-0FC5-489D-BEE4-DA6DAC22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529B81AB-5BB4-42E0-82EE-E29536C6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6662F94E-18C8-4F5A-8BFE-5B8A4F3E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D807C8-BA91-49B6-821F-A6413171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C5E52270-21DA-496E-A31A-FFC03FC8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直近のコミットでは、実装の見直しと継続的な改善が行われました。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18953513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2EF1EB-0D03-41B2-BA4A-2ADE73F9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14CD4-87C0-499F-B426-B5189F8E5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B4ED2858-9548-4C88-8BC3-A5424B07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02B3A159-4CE2-4575-B2C9-9612DADF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2F293B25-F4ED-431E-9766-916E6A9F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B80A8B-000D-4D75-B3AF-EEEEB7DC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1B5D6124-A8C9-4136-AF01-61FD3DF4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https://syunnjack.dev/articles/finder-lady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13865979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2026-08-15T06:36:43.4540000Z</dcterms:created>
  <dcterms:modified xsi:type="dcterms:W3CDTF">2026-08-15T06:36:43.4550000Z</dcterms:modified>
</coreProperties>
</file>