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920978-437D-86B3-A7FD-1241C8D87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37675F0-D7D7-4B5D-FD9B-736D4DA33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340882-4B84-F51A-6923-5CC81BF3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087F17-18C0-7090-6AC7-DC79E10D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E980D6-8BBC-3D88-E592-F62C14AA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944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99F53-04B7-DA09-6C20-8476A858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AB80D4-EB31-3548-9779-85BBE18D0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061A10-84B6-572F-B0FD-1C1E5EFB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81882E-4062-D939-A713-4B9063318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CFC035-D429-2A10-B26D-C452F60D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31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320043-DCF7-2667-BA3D-FEBF4038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19B13-3BB7-E162-DF02-BEEBCC36A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384CAF-6DBF-9981-D78B-25E4E4CB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8DDC6F-F3C5-B940-CD02-8FF785A3C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CCEDB3-2EDE-2018-56D0-8A755ABD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32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8A2760-450F-C9CD-393B-E0AA3652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A67F2C-C5A0-93C6-F750-9C74C2D7A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619E9D-213B-2ADC-B526-6152A764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5147A2-B720-41A3-EE36-6BD3EA3B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45BCDA-B4A4-F67B-A359-89D4FEB2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BC0472-7CAC-3EDC-4F1E-A13CD7362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874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2D7CB6-2949-26C2-AA71-42F06041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AB9D41-F9D6-52B1-946C-4A38C8EA2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79A74A-685B-342E-24E4-9C17FC5E7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BCBC5D-8ABB-7400-3D55-683E9841B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CB59673-8526-34EA-58CC-B9094AB99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78DA4A1-1D5A-38FC-6DF6-AD6C4CF4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D6B674-D947-8212-C434-DB8C1FA7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CE60280-0305-F08C-9A2E-A77B697C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53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E10F65-D976-C722-8E49-283B9DB0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754A8A-9934-CFA9-C0F3-BE1F50A4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26D64AB-DD39-0AAC-4A85-51951FAE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6BE4051-6806-4359-996E-12245559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520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5022344-0799-D380-EE0B-905CF384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570D46-D010-3C03-5755-86F5BAD7D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0A7391-4C0D-E2AE-DC6D-612CF94E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45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ED794B-DBE7-3E5E-0557-9A65A543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D0368A-6127-C113-A995-A735AC37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1B4529-9304-49C8-C079-928275D9C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4A7767-6875-A633-C06D-D3A282D0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2A2105-EB1B-0878-2CAF-C69B2930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7DE267-76BD-D071-290B-75F62065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278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1EF2-CFD1-C7BD-AFDB-1C1B5A52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3C12C5-7264-87C0-4029-7D4E502E5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608B24-869B-4F69-7750-11E6EC696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44E12A-23FB-CE4C-F509-63D90326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54AD8D-7CB0-9FDF-A4BC-A02112B4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D1F77D-4D80-AD40-A470-27031DC76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071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D6B77E-25F6-C73C-BDE3-FC2B83367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8EB44-F81A-71FA-47D2-5B09EF8D9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4AE356-DD5A-30B9-A080-80CDB6253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60A90E-B9FF-A4FE-435D-1EF1B673E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95B0C9-4488-DAC8-4353-CB99E4C9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171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0BBDD77-696A-F0C6-EFFA-5153760A1C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89CD9C-015C-ED5B-E131-DEB506626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744710-06B6-01DA-6F8A-2C4213867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D7ECE0-4619-44C1-3266-2E7E286B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5A5787-8F8F-EE89-8BF3-9A56ADEE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115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9437814-E829-1947-6F22-FBDEFC91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D7FC6E-B577-A05E-B81C-5F31FD331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A847B3-091A-CF8D-4C6C-CF9B708A6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CB814-6967-4EDD-A4B8-C6C353181FE7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43FD62-0B39-0682-9A03-922CF4AC2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A82B25-CD7D-ADFD-58E4-F2EA815E0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065D9-16C0-4E5D-B9DD-629407CC3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18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76ACA3-BE7A-F028-DBE9-17CB82E806A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Wangan Base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372982-2EB0-C000-01C1-8C14A46DEF3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Wangan Base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C2731A-4CC7-3440-90E6-0F0026C8DAB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設計・実装・コミットから学ぶ短時間の技術解説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9B8DE5-CCC0-B4CC-5AD5-29C9E16E650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120E541-D167-53C4-A1ED-E3ECB23237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3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B270424-DEC6-BA25-F088-7A81D98675C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Wangan Base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3252D4-EB60-69FC-7F90-6374D027C2E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575CA8-566E-C12A-21B9-5D90FA95492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走るほど、つながる。湾岸プレイヤーのための非公式攻略コミュニティ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E62750-7714-A291-61F5-198623E7067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AACD3DE-6F50-8B9D-7F20-5F2DFA731D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31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C2F260-E07D-2BAA-A9F9-6FB1D06125A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Wangan Base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6871DA-EB66-6209-B522-0BEF95D66F5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F488BC-F29F-67E0-C001-EA0225FF6C4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876B13-CE2F-19F3-C660-54D58020FED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C45AFE17-E6E5-8F64-EC06-46C5C0033F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27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B300D22-A3E4-71D6-EECF-9FCBC5672E1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Wangan Base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6FFC05-611F-6645-E5ED-4A1D3EC9483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D3C4D8-21C3-EE6D-F440-8FC6C5B8107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BD9F6A-C677-5478-C15E-71DF2BCFFF1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7019D5D-8B4D-6AAE-B97B-51B4B27F9A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72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7DDB41-E804-5C56-51B8-4D92C7EF234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Wangan Base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34469D-5A3A-885C-0C22-EA9C70F8025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65B2A8-F943-6859-BDFC-3DCC18078FF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81F2DC-9F98-1ED1-D518-8FA1E7CB53F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9EA4ED7-9043-79FE-BB01-B5B820EA74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2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A2EACF-3FC2-F6C1-A9A6-9D8B27F979F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Wangan Base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D483A7-12E9-9D95-67FB-F20DBD04956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936CD48-BAE2-5583-2733-11E4834E410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https://syunnjack.dev/articles/wangan-base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D7EFF7-D8CB-3474-0115-415844C3F63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807F65C-F5AF-28D7-9623-438A83116B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61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2026-08-02T20:37:48Z</dcterms:created>
  <dcterms:modified xsi:type="dcterms:W3CDTF">2026-08-02T20:37:48Z</dcterms:modified>
</cp:coreProperties>
</file>