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a55f2bb25417f" /><Relationship Type="http://schemas.openxmlformats.org/officeDocument/2006/relationships/extended-properties" Target="/docProps/app.xml" Id="Rbcbfe2f82a7743e7" /><Relationship Type="http://schemas.openxmlformats.org/officeDocument/2006/relationships/officeDocument" Target="/ppt/presentation.xml" Id="R8ac4220bacd841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825c70b6f14ecd"/>
  </p:sldMasterIdLst>
  <p:notesMasterIdLst>
    <p:notesMasterId xmlns:r="http://schemas.openxmlformats.org/officeDocument/2006/relationships" r:id="R92c149decb7e4d89"/>
  </p:notesMasterIdLst>
  <p:sldIdLst>
    <p:sldId xmlns:r="http://schemas.openxmlformats.org/officeDocument/2006/relationships" id="256" r:id="R3ae766c60081433c"/>
    <p:sldId xmlns:r="http://schemas.openxmlformats.org/officeDocument/2006/relationships" id="257" r:id="Re005e949826443b5"/>
    <p:sldId xmlns:r="http://schemas.openxmlformats.org/officeDocument/2006/relationships" id="258" r:id="R703e75b4b7504235"/>
    <p:sldId xmlns:r="http://schemas.openxmlformats.org/officeDocument/2006/relationships" id="259" r:id="Re03cd72fb7bc4603"/>
    <p:sldId xmlns:r="http://schemas.openxmlformats.org/officeDocument/2006/relationships" id="260" r:id="R9ec6dcb08a284761"/>
    <p:sldId xmlns:r="http://schemas.openxmlformats.org/officeDocument/2006/relationships" id="261" r:id="R694a2ae1b4fe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4ddd15edf74eea" /><Relationship Type="http://schemas.openxmlformats.org/officeDocument/2006/relationships/slideMaster" Target="/ppt/slideMasters/slideMaster1.xml" Id="Rb0825c70b6f14ecd" /><Relationship Type="http://schemas.openxmlformats.org/officeDocument/2006/relationships/notesMaster" Target="/ppt/notesMasters/notesMaster1.xml" Id="R92c149decb7e4d89" /><Relationship Type="http://schemas.openxmlformats.org/officeDocument/2006/relationships/presProps" Target="/ppt/presProps.xml" Id="Rf7ba3c43c25d4cbd" /><Relationship Type="http://schemas.openxmlformats.org/officeDocument/2006/relationships/tableStyles" Target="/ppt/tableStyles.xml" Id="Rc1d8b23fce0e443e" /><Relationship Type="http://schemas.openxmlformats.org/officeDocument/2006/relationships/slide" Target="/ppt/slides/slide1.xml" Id="R3ae766c60081433c" /><Relationship Type="http://schemas.openxmlformats.org/officeDocument/2006/relationships/slide" Target="/ppt/slides/slide2.xml" Id="Re005e949826443b5" /><Relationship Type="http://schemas.openxmlformats.org/officeDocument/2006/relationships/slide" Target="/ppt/slides/slide3.xml" Id="R703e75b4b7504235" /><Relationship Type="http://schemas.openxmlformats.org/officeDocument/2006/relationships/slide" Target="/ppt/slides/slide4.xml" Id="Re03cd72fb7bc4603" /><Relationship Type="http://schemas.openxmlformats.org/officeDocument/2006/relationships/slide" Target="/ppt/slides/slide5.xml" Id="R9ec6dcb08a284761" /><Relationship Type="http://schemas.openxmlformats.org/officeDocument/2006/relationships/slide" Target="/ppt/slides/slide6.xml" Id="R694a2ae1b4fe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2e50d058a4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1d824edcb84a44" /><Relationship Type="http://schemas.openxmlformats.org/officeDocument/2006/relationships/notesMaster" Target="/ppt/notesMasters/notesMaster1.xml" Id="R058ccc578091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146d136d674f63" /><Relationship Type="http://schemas.openxmlformats.org/officeDocument/2006/relationships/notesMaster" Target="/ppt/notesMasters/notesMaster1.xml" Id="Rbd409f9d8ae14b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879e9ca38c4c05" /><Relationship Type="http://schemas.openxmlformats.org/officeDocument/2006/relationships/notesMaster" Target="/ppt/notesMasters/notesMaster1.xml" Id="R474376c09a7a41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97ae6b1a4c4b17" /><Relationship Type="http://schemas.openxmlformats.org/officeDocument/2006/relationships/notesMaster" Target="/ppt/notesMasters/notesMaster1.xml" Id="R36889b08fc7a42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9785b266464d55" /><Relationship Type="http://schemas.openxmlformats.org/officeDocument/2006/relationships/notesMaster" Target="/ppt/notesMasters/notesMaster1.xml" Id="R5c93288c266c43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9e090b0fe24caf" /><Relationship Type="http://schemas.openxmlformats.org/officeDocument/2006/relationships/notesMaster" Target="/ppt/notesMasters/notesMaster1.xml" Id="Rb3c5a9cf0dc14f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今回は、Ryoiki Samuraiの技術構成を短く解説します。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https://github.com/syunnjack/ryoiki-samurai</a:t>
            </a:r>
          </a:p>
          <a:p xmlns:a="http://schemas.openxmlformats.org/drawingml/2006/main">
            <a:r>
              <a:t>- https://syunnjack.dev/articles/ryoiki-samurai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士業領域ナビ 依頼内容を「行政書士領域」「弁護士領域」「境界／要確認」に一次判定する、依存関係なしの静的Webアプリです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https://github.com/syunnjack/ryoiki-samurai</a:t>
            </a:r>
          </a:p>
          <a:p xmlns:a="http://schemas.openxmlformats.org/drawingml/2006/main">
            <a:r>
              <a:t>- https://syunnjack.dev/articles/ryoiki-samurai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主な技術はHTMLです。役割を分け、保守しやすい構成を目指しています。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https://github.com/syunnjack/ryoiki-samurai</a:t>
            </a:r>
          </a:p>
          <a:p xmlns:a="http://schemas.openxmlformats.org/drawingml/2006/main">
            <a:r>
              <a:t>- https://syunnjack.dev/articles/ryoiki-samurai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リポジトリでは、README.md、app.js、index.htmlを中心に実装を確認できます。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https://github.com/syunnjack/ryoiki-samurai</a:t>
            </a:r>
          </a:p>
          <a:p xmlns:a="http://schemas.openxmlformats.org/drawingml/2006/main">
            <a:r>
              <a:t>- https://syunnjack.dev/articles/ryoiki-samurai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https://github.com/syunnjack/ryoiki-samurai</a:t>
            </a:r>
          </a:p>
          <a:p xmlns:a="http://schemas.openxmlformats.org/drawingml/2006/main">
            <a:r>
              <a:t>- https://syunnjack.dev/articles/ryoiki-samurai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https://github.com/syunnjack/ryoiki-samurai</a:t>
            </a:r>
          </a:p>
          <a:p xmlns:a="http://schemas.openxmlformats.org/drawingml/2006/main">
            <a:r>
              <a:t>- https://syunnjack.dev/articles/ryoiki-samurai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8ad3039cb4b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adbb14de64e0a" /><Relationship Type="http://schemas.openxmlformats.org/officeDocument/2006/relationships/slideLayout" Target="/ppt/slideLayouts/slideLayout1.xml" Id="Rc0afb7b47a9a4b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afb7b47a9a4b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b807bc32f42a7" /><Relationship Type="http://schemas.openxmlformats.org/officeDocument/2006/relationships/notesSlide" Target="/ppt/notesSlides/notesSlide1.xml" Id="R89228051389d45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e0ee3ff5d49d2" /><Relationship Type="http://schemas.openxmlformats.org/officeDocument/2006/relationships/notesSlide" Target="/ppt/notesSlides/notesSlide2.xml" Id="Rcfbb1ca953bf41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71a623c514800" /><Relationship Type="http://schemas.openxmlformats.org/officeDocument/2006/relationships/notesSlide" Target="/ppt/notesSlides/notesSlide3.xml" Id="Rc6499846d9834e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e5b04726049e9" /><Relationship Type="http://schemas.openxmlformats.org/officeDocument/2006/relationships/notesSlide" Target="/ppt/notesSlides/notesSlide4.xml" Id="R74ae1b10c5ad4b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10542667e447b" /><Relationship Type="http://schemas.openxmlformats.org/officeDocument/2006/relationships/notesSlide" Target="/ppt/notesSlides/notesSlide5.xml" Id="R27e285f2b2fe4a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babc1822f4efa" /><Relationship Type="http://schemas.openxmlformats.org/officeDocument/2006/relationships/notesSlide" Target="/ppt/notesSlides/notesSlide6.xml" Id="R3183729db1c9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DA005-2BF2-4477-8342-D41573A7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87D15-5358-4835-91A0-51BD04BF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31CBD62E-EF5C-41A0-9AD0-B6CA70EB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81EDE466-F473-4402-B836-B03F879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720C46-F78B-4ADF-8716-4151264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Ryoiki Samuraiの技術解説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1DDD56B-944F-4C93-8268-7216F48B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778F82A6-1F37-422C-B935-791CD59B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895823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F6B3B-AEFD-440E-AE09-27E90D1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E3118-BF79-44E5-89D7-C4D3DF03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064E0CCE-57EC-4591-8CF4-6D8603D6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C62F5F95-A4B0-4044-9E5D-6AB1733F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5EA4D403-38F6-4F90-B012-BCA735C2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16EFD-4451-4753-BEF3-CEE2EC1F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7BF184C9-7512-4A07-B976-BBECEC33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士業領域ナビ 依頼内容を「行政書士領域」「弁護士領域」「境界／要確認」に一次判定する、依存関係なしの静的Webアプリです</a:t>
            </a:r>
          </a:p>
        </p:txBody>
      </p:sp>
    </p:spTree>
    <p:extLst>
      <p:ext uri="{BB962C8B-B14F-4D97-AF65-F5344CB8AC3E}">
        <p14:creationId xmlns:p14="http://schemas.microsoft.com/office/powerpoint/2010/main" val="1732260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8D60B-C9A8-4321-AECE-26F0027A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847DD-2FE5-41F5-A890-3458C5E1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460EE96B-ECD9-4C80-B91A-52ABC7F8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98C19D4-DD5F-41DD-9121-618006EF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69616EA8-0391-405A-8C54-C6374CC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F3AD4-7483-41EC-A288-6F4A4F0F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D54A432-D7E5-4F5F-982E-BF257DB4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主要技術：HTML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879460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C6110-901A-4EDD-9AC1-9B8D2E3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78CEF-0F5C-456B-85C6-4E5E8852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7C9F13E6-0EC0-4447-85AD-2E9AC05A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8236A7EB-F3B2-4EFA-9847-6534C14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A596E376-7153-4D01-B604-4D1EAC4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25A8C-847A-44DA-84E7-9074FDAC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3977C2C1-009E-4569-92BA-A6E8FB73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主なファイル：README.md、app.js、index.html</a:t>
            </a:r>
          </a:p>
        </p:txBody>
      </p:sp>
    </p:spTree>
    <p:extLst>
      <p:ext uri="{BB962C8B-B14F-4D97-AF65-F5344CB8AC3E}">
        <p14:creationId xmlns:p14="http://schemas.microsoft.com/office/powerpoint/2010/main" val="760011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A8688-DE6E-4958-84D8-91B80DA7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11B64-0A95-4CC1-8219-77135F2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A7B5881A-21DC-44DD-806B-C86C2BA1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C9EF6CE-439E-45BC-BAFD-4E359F3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BBF2EAC2-EA31-4102-BE07-4D925B00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A241F-C86F-4777-8D7B-14937D17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55A9DF11-7D11-42A1-ABF1-C5E7387F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74116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DBB54-7A6D-4872-AA8A-86745EE4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71FEA-64BA-4FE4-A312-613D00B0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F7AD7E9D-7DA0-4EEC-BADA-6AA44B5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72E33B2-F7E4-4D57-90EE-4B2A62DF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9BDADD20-0F10-4883-90A5-B8B8FEBA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2C79C-B3E9-4657-9EF1-1BEF6C80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1AF60451-BFC7-4825-B991-809EDA8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https://syunnjack.dev/articles/ryoiki-samurai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439216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2026-08-11T12:08:34.4410000Z</dcterms:created>
  <dcterms:modified xsi:type="dcterms:W3CDTF">2026-08-11T12:08:34.4410000Z</dcterms:modified>
</coreProperties>
</file>