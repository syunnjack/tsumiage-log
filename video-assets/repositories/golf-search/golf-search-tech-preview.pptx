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B0D8B8-70E9-5B9F-0E18-78396D2B7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41C4C90-C439-FAFB-7C48-6D22B3085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FC2664-FBA3-BB0D-A6EB-057C7D90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9CEE-BE54-46EB-BBA5-D975FC1462A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F3B4DC-D8C0-E169-3B99-485A203AB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3D433D-8818-BF54-CD20-3B364F1C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0542-BBCF-43CE-8735-71EB870E2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016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C1D758-6FF0-3F05-97F6-AF98BDBCD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97BF66-2B4D-C87D-11BE-0ED30F91F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5F1171-1903-056A-6484-904B956E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9CEE-BE54-46EB-BBA5-D975FC1462A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50D17B-85F1-B158-5810-8773EF59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A1EAF9-80AE-63C0-CD2F-485B24A0A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0542-BBCF-43CE-8735-71EB870E2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34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6DE65D-5828-7DA1-4CC1-65A041AC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E8B2CF-02B3-9827-CF86-93DA47869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228AF8-B9A6-6815-DA53-47240F125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9CEE-BE54-46EB-BBA5-D975FC1462A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C3EEB3-6EA2-4CC9-C313-2E67C8AC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57D8C6-2A12-C383-27C3-24C978C0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0542-BBCF-43CE-8735-71EB870E2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5696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6744D2-D19D-70A2-C92E-5651DD346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A1818A-7F36-F9E3-E644-82CE77EFD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1027015-337B-7C8E-0A0D-EFFAD582C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FC5D88-D173-C5FD-014A-BFDDCDBDC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9CEE-BE54-46EB-BBA5-D975FC1462A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E7C981-1ED9-C07E-F23F-AC6E86C48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3BF7B1-21CE-C2C9-6C24-B8E96D4B0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0542-BBCF-43CE-8735-71EB870E2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5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463DFA-1D82-2545-30DB-43229075B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6B31FF-35F5-FFAD-997E-4E1022033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93E96E-DBB8-C5D3-75E9-6A9716555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17D4CF3-9C19-7AC8-ED71-CCA9A63DF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06B997F-AF58-9996-961C-8F48701AAF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010632B-73E0-394A-392A-411E39B2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9CEE-BE54-46EB-BBA5-D975FC1462A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2810516-DDB9-2834-208F-01B8AB636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DEA9B6B-E86D-C123-4C73-0A05BEB5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0542-BBCF-43CE-8735-71EB870E2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1096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D7064C-6101-772E-1246-51FE05436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234A7AA-F224-ECC2-2160-8FB2FBE71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9CEE-BE54-46EB-BBA5-D975FC1462A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653D8BF-9B24-06C3-3797-17BBA7534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32B22C5-3F78-0950-055C-E0E9C879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0542-BBCF-43CE-8735-71EB870E2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18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FBD10B8-D555-D8D2-7EC2-12BBDD9A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9CEE-BE54-46EB-BBA5-D975FC1462A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8591FA-81EF-28CE-C214-38DE6D181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4D83EB-7303-AAD4-EE73-C8210F7DB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0542-BBCF-43CE-8735-71EB870E2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7487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D42DA-A76A-655D-2857-B2DF86254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E5825A-1DA9-3360-DC8B-9609843AC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803CD7-2AEC-6F5A-EB95-7B0F9CCB1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B3E8E3-67DF-F841-A257-4BA196795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9CEE-BE54-46EB-BBA5-D975FC1462A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90A533-B4F8-EC3B-C4EB-A9AEF6AC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E24EC8-2D51-EA1C-12DA-2FD720BB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0542-BBCF-43CE-8735-71EB870E2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3079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5753A2-8B65-C56C-0D64-89D9AD69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D2A0CA1-4CBA-F954-34DF-49EB3EAE4F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30B1BA-361A-4219-CBB9-E5A8FC1FF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EB5629-2B56-6140-B2C3-516B6062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9CEE-BE54-46EB-BBA5-D975FC1462A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B60DC7-8A92-E76C-1015-E9C31B1C9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571213-F530-6565-DCEC-B3872F03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0542-BBCF-43CE-8735-71EB870E2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31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F4EBF1-D569-858C-A7E6-537929D2C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ECD424-9849-84A8-CE24-8502DE917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C7A330-EF55-025F-300D-4DD48C8A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9CEE-BE54-46EB-BBA5-D975FC1462A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9E61F9-A37A-F386-F467-B171E74D8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E3003C-5FBA-1D42-AAE5-A4BA075B8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0542-BBCF-43CE-8735-71EB870E2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392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2EA38E3-92A5-4A56-8D3F-02F558824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04A2DE-881B-0E19-517F-BEF602A04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AC3159-3A64-A24F-0AC7-8C4F706E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9CEE-BE54-46EB-BBA5-D975FC1462A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0EE5C1-F22F-143C-0F24-5447327F9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C78A96-BA9A-C3C2-CAB0-6EBC1FD5B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00542-BBCF-43CE-8735-71EB870E2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94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D632FB8-E131-2940-9132-FEAF56183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E11C2D-A894-ED95-FCB4-0B08C6BAF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57696E-6910-31EF-9580-C22F7C69E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09CEE-BE54-46EB-BBA5-D975FC1462A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D2F6E1-8AC4-746E-FBBD-1327F75F3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8F2D8F-2923-2193-5448-CCB382DA9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00542-BBCF-43CE-8735-71EB870E2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780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8D275E3-C8FE-21DD-A400-FCEFBB90A6F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96457DD-99D3-8857-A0DF-DBBA7652F50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Golf Search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DB90E64-75E7-35A8-8F69-7D171B5E00C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C0605A-A4A1-8087-66D9-BEEFB8936AC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A51C93ED-44C4-EA9A-D476-3B0CC01032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46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4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2822C0-718B-E417-0243-7C0DF95C712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BE0D4E-F76E-CEC7-FC41-C6CBC99448A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1C3E15-2305-2421-7D85-BCB2C49121A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Golf Search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A97FAB-11D6-7F52-309F-2C0C95ECF7C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8668B38D-2E46-9FF6-B13D-3E1CEE9213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7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DDC21A-7578-AAF1-2D7F-E396AE8C756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D42F969-E70B-DA70-0620-BA5482660BF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5B281C-E8D7-2F73-C30F-0C01F73F33E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BE3368-AD4F-AE78-FD11-2D55828B577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AF73D1ED-A53D-C281-A500-3E456CFE9A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65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9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471FA3-7E52-5A93-4567-3CD116314F9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608065-28C1-842D-E13E-A364526733E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44522E-B130-E902-E331-90AAD65F6D6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CA5D523-6B28-5F98-B093-83709B3D75F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4A7D4F9E-3993-437F-B7F4-1B20244403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7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8881C60-A64B-A88D-60A2-5F4CE423A01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E01288-12F1-6F6A-AD3A-1237A1A13E4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DC6BBE-C4C5-812C-DDED-52C929BDC75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6405BF6-E9D4-C898-631B-C8C848075EE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7F5DE46E-A979-1844-0B02-A810B9B7F2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2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BA347F9-8E07-8D07-28D8-15E8A29AB04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AB001F9-C9C8-A255-6A67-11B518D4D23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AC1093-E69C-90EA-5E5B-CB287F0E831D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https://syunnjack.dev/articles/golf-search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1A36F83-ECAF-7D31-9C00-FA9B408E803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A4649D06-042B-1BE0-7F6E-9C9FB0ED45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60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2026-07-30T12:30:03Z</dcterms:created>
  <dcterms:modified xsi:type="dcterms:W3CDTF">2026-07-30T12:30:03Z</dcterms:modified>
</cp:coreProperties>
</file>