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C1935F-F32A-6761-3FBB-4E0FA1B29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1A9C487-9DAF-4F2E-0B48-BA9D16ED6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16C2D5-C56F-4DF0-1950-7D4603A4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E768C5-573E-4465-53F2-760E8C11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96847-6B9A-BE20-D724-4073319A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99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06529-30BE-96DB-4A0A-A0DE236D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6E24CA-ACFF-941E-E247-57CAD1422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37E7BA-D0CE-7228-916C-0860A6D9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B23EA0-1D93-4A0F-1F0A-50F28850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C994E8-9F87-3915-E709-77A8A791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20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80A324-CD81-F7D8-D4A4-4424B08F3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892ACB-C84C-9B9C-7554-DB02F38D4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054B40-19F9-73C2-D3EB-2184F643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4A7EAA-3881-0392-E00E-5E43BA18F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7C6CC7-1E80-32ED-9F16-C735F67D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160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CB308D-C539-D1FC-4CA5-88DDD80C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087C62-4FBF-5226-3ACC-8D30EB4658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206D4A-39CD-D279-5BBA-3C0AC6F29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3FA1A1-B2D9-ACA3-5E69-6E67FA9C7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948FDD-4035-3352-82DE-7F6B3E3D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C69BD2-3130-BA45-CEAE-BB599877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957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92024-CFC3-ADDB-6830-E75F0229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A871270-FCD4-9320-9083-D58F029D9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CA22E3-FCD8-B64B-7B2D-39B5CBEA9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9338D44-6F20-CA22-E696-1E4CCFF75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1A1B144-B2DF-45AC-C23E-3D19E21018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1BA49F4-2308-7347-878B-A1D55D14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26583EC-CC22-25CC-B2CA-15C07084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2DD71E7-DDCC-BE98-D9E2-150FEE95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13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481EEC-2EE5-2648-AA9D-54114B1A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C621313-2264-7072-1474-DA4685E8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5B2B0D-B49C-6F3F-066B-E6A4E0AE5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B23607B-B6C3-7C05-98C2-940B457A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83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4F7A42C-B83D-5663-AD9C-B1E730B1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068FE41-9BA0-9002-2383-94C80ADA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DF978F-89B1-0309-4E46-8A084491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5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85F4EA-18E5-A814-4A37-61D377C3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B874EA-68D3-1F0C-CB5A-54249C37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4BB0A0-E7AF-497C-CE2F-13B49AF5E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611E26-C16F-BB32-246E-26F550C9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7E36B8C-EE93-02AA-F072-A15A8D0F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71A929-3481-B07D-A527-4AA1864F1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8059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EDAA80-ED32-5B34-7BA8-71407B8A5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14D5C3F-1A8A-D93C-FCA7-182C69ED06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483F69-6216-7574-280C-D90254AB6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DC2E57-8320-E5AF-8D8F-3AE6AEF6A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BD65B2-74FB-71CC-0417-43A39D05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CB11747-A712-74DB-834E-5203636C7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722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8616E7-7CB1-B660-926D-EC82D4DF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3AC654-41C5-9BD6-16A9-1D15207AC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9D0C98-F9BB-8E95-6258-AFE40463C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118269-B38D-126E-DCFC-037FADE81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5CAE8B-B118-F2AA-1801-F03D7BBC4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4637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A339B45-0556-E966-153E-E2D0C8D4B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02FFCCC-5DA0-CE38-C0A8-4260CB000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1FC3D9-5E58-5528-F75F-8DA1C889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263BF-9B55-723F-BBF3-A168F73E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84862A-42F5-9158-7FC2-FD884CA4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01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C8D81F4-B5C2-EAFB-DC32-71AD295DE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0FE959-47C8-4007-6F5B-88D3F9CDA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CFF326-DC80-4730-F757-0B5554DC2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2431CF-C761-478F-804C-390EDFAC065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75F984-5654-74A4-47CC-73D512067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58B904-EBA6-71DF-000A-1AA40FA36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DED6D-F7AB-4317-AC7A-C5F80A67EA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02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0CA292-0DD5-26E0-E1E8-5F9BC769CE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8DBDE2-0542-25A5-6CA4-342BD398E12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Maportal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4F4109-71EF-E1F1-8ED7-49172887B1C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0AD205-3EBA-38C2-A21C-F63A9EE7943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B2C0848-5743-F0AE-BCD3-FD0A5FA4501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83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46A8CD-ADC5-7B53-33BD-B3C0A40E6BE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398946-2BF3-977A-361C-6739E3440CF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8A73F6C-48EE-32CA-73DD-953B390ECF8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Maportal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4AEDE-F19E-1EF3-5688-0B67B1005B9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F7C6077-E0C2-8C2A-17F4-74C38D64D5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20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8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263016-6E91-82BE-AF0F-22CB009112A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F8A5D3-9060-EDAE-8761-D1D4498CA2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E8E9ED-B258-A704-B836-8C9D84501E7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7082A5D-98D9-62F1-5628-BBBE4D1AAF4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7149B39-1BA5-8614-D7A6-288F58A402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20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DBD637-151D-DAAD-3496-1519C2A233B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03B170-64A0-7945-DBB8-4DCB45AC0E5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EDE2A5-94BF-B00F-2D07-769EDABAA5C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9C859C-4173-6DA5-128E-8A2AFE7EEE0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B45B28C-A0FE-7797-787D-23E006E015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69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36A1FE-E486-3308-96A0-A6E2514DE2E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93EA02-93F5-FABC-1DF6-230574C3C24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4E2F29-B279-D64F-EBFB-2E5D4D8EFD4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86A6F1-594A-6098-78E5-06A346B3A9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9E58506A-9D6E-9F22-FC7C-EB5C12505F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4390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9DD896-0AB4-9563-A05B-483D04C4B8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FB8D739-5C98-869F-112D-D0749C8670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CCD7E91-C7C0-94F1-731F-029F88D41DCE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https://syunnjack.dev/articles/maportal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4C4B90C-7B9D-B3A2-6FFF-305A6C41E83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7E95170-B97D-1D5B-63D4-4846C13815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446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2026-07-30T12:27:41Z</dcterms:created>
  <dcterms:modified xsi:type="dcterms:W3CDTF">2026-07-30T12:27:42Z</dcterms:modified>
</cp:coreProperties>
</file>