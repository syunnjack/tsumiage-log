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9AEA90-D649-69C5-BA44-E242C9DF4B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12D0111-7574-F3A5-29F8-F00175A724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F4C404-19A1-AE9D-8A9E-BD945A028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E7D6522-914E-28FE-1E51-D2E70B147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78A47C4-E826-5A68-C445-BFD0BAA40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0907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061EFC-8A55-1C0F-9A3D-9788423D5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CFD972B-1D28-D3C2-FC1D-CDB76FF78B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C61DD80-4FC7-7B75-34FB-A5DF542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3E29EA-6A20-B87F-12A8-20A94CF5C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0BA333-2ADC-A208-D5A0-0292FB965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7382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4572A3-C2F8-9129-F836-90756F812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2761550-89CC-9F21-DFFE-81F1539300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BEF3504-0BC9-07BE-C5B3-64EF0038B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78DED15-D6BB-076C-477E-779ED3F246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EAE3484-8325-490F-AA3F-EACBCBEA3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7598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B127224-6DDE-4B91-CC9F-D88CCB01B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7D9CB42-F8F2-54E8-AB42-BEFAF0315F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AA438EA-8F0A-BAAC-646C-A30C22700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EFFFF4B-48D3-982D-80AB-AEFEB57B3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6B60967-2F08-C966-6787-D7A21D82A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01EE1EE-70A8-F2DE-10EC-D536EAA95D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771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12CF6B-FCCC-2F54-C78A-5A36E74F59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8D1DAD3-B3BC-C918-2474-6A66AD3BD2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1FE88F3-3515-F10A-56CB-9CA4DE57F6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CC59EAB-A20A-92D8-B951-C6D4295D33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CD48C640-8A87-3F19-C554-7B4D1AA925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67BD43B-4E6C-D305-27A6-01116E68C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77448E5-D86A-FDA3-3AF6-33930B296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6AA0293-DF1C-8735-52B8-059FCC18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67130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DED8EC-8110-92C5-B4DE-D3A554DA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7D8A235-18C3-FD7F-3DAA-1511B7EC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131F445-F681-F74B-8A35-BD23E6991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4931AB2-2C06-91CC-581B-86C059B67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88320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4562ED4A-46D0-F20E-81FE-1E7167EA0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400E6EF-3217-B8CB-863C-9FE975E96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0862D1E-9D9A-C73C-CE6B-CD2C48DD0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30245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A46B7A-2ED8-A100-07C1-B90F1E05E2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886209-D79F-889B-97DD-2057B0DED1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78471F-FC13-B833-00D7-3B79CB2696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F834791-9D9D-8DD6-9A9B-E9E6078B3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A3E58E5-0F46-78EA-BDE4-8357159BF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35A4078-3F28-931C-788E-3E1707AC6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70972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37A465-AA94-D68E-CF27-28442BEAB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49235D3-FD36-B588-2330-7B0307D751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3213603-B1B8-23D7-C4DE-4BD29D8222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603AEEB-FB33-F218-D191-4324D60A7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3D0F71E-3C13-9D97-8FCD-EBB92345B6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F02B310-F43B-49F2-4262-7B6610BEF5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1122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DB975B-A51B-B8D9-4D5D-5E3E31826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2E1647-CEBE-DA0F-029F-49EA44E6BF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A9A5EA0-E1D2-71C6-8F6A-44E921BED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221879-BB20-9C9F-6E9A-429D3B99B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7A175F8-A627-1DCA-E89E-43BFF078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73931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736366B-5DE2-D41A-60F7-A697CECE33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036F5B4-5CEC-73C4-8E56-32B0EC9F68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2E5EC32-4C55-AAC3-EA45-D2145C96E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0857488-978F-3F9F-C100-D017D7213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57EBD94-14FA-A269-5121-D6C146979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10037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AADD356-D4F2-B57E-090C-C43A234D6E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8B7F7A-2FFF-73CA-2734-50703724E9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D0538CF-FED6-214C-A8B6-C155BCD1F0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72902D-9FDD-4526-874D-273E2F4F275C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CF34DE9-F9C3-8F72-ACA2-40966FA58F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CCDAE0F-F36B-A1C0-A865-DF9E5075A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AA110A-7128-4036-BEAF-CEACF5B4B647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6364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B73DB425-C707-B3B8-8ED5-D034AC804C6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6FF35A0-D1B0-7D25-29CD-B8CB7A4EDA89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Dqwalk Mukatoshin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362B6F-A5BC-3945-2F2C-C488A02CA010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339E85-5B6B-800C-EAC7-7339949E945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769C6ACE-5B56-51E3-5628-6FD4ED9156C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9046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2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B02E002-0F86-E734-3C78-028C718DC2E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D127FA0-A559-587E-753C-64D22195FD04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F179CBA-FED2-25CF-276B-BBFFDC8C1475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Dqwalk Mukatoshin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4A5E07C-68DD-6245-DD65-8E8B8996EE7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F8573FE3-98F4-349B-3DCB-BED22E66D58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163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9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DB3CAE4-DCF2-011B-674E-89E90614300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20AE52-4173-9F58-0FD9-5C27B44D12D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EBF860C-E6F1-809B-53EF-8970B2EA1A2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1D8A5D7-18AB-40BC-D06A-5FEA92411103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2574325C-62F0-42AD-30AD-8F945B002EA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580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FAEADE8-4237-DD2F-6E7F-D9FCF745ABF8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4E723C-3FC8-75BF-E172-3F54A6F5525B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903D2C7-7C59-EE82-0DC8-7463D8C3ACAF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DA07C89-B2F6-B5DE-3E6C-E0C1AE0D6BE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7AFD53BE-0725-B2F2-57E2-5D09DD55B5E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51076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371ABB2-6276-1565-6921-D9D507818CD5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9F81020-F205-4632-0418-B74C7F2788E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419665F-2BC1-CC1E-73B6-6682D7EF5764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直近のコミットでは、プロジェクトの初期構成と開発基盤が整備されました。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92B59E2-9C8E-23F1-444C-1777355A1D4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46B25362-7B2A-5E68-334A-C7E432639C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3458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1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445B55-E765-C27E-D057-228EF97C5A74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3A879BA-2F25-15BD-47E5-0C3850DA8BD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04D720B-5724-B652-6220-8BF1E3FCA09F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https://syunnjack.dev/articles/dqwalk-mukatoshin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4E21AB-313A-10C8-2CCB-7B743805D2E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E8CD153-8CFB-AB46-5B4C-74ABDB73E95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8121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2026-07-30T11:06:14Z</dcterms:created>
  <dcterms:modified xsi:type="dcterms:W3CDTF">2026-07-30T11:06:14Z</dcterms:modified>
</cp:coreProperties>
</file>