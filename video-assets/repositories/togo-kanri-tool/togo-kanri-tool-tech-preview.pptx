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8A9F6F-71EA-036F-5BB3-E2BA262B3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E9DB59-7611-EF75-9EB1-E3F39D532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DB24A-53ED-DF16-D206-B22B7A6A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D18E07-2C71-34E9-C6E6-D7160926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F2C299-B69C-C05D-A44C-E9EFF0B2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7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9C9AFB-68F4-8056-49A8-F9E51549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05B6E6-F593-0BFC-4A62-BD0D9E5CA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C04CE5-2798-A1C2-43BF-38CD9D32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B9DFDC-501D-1324-D461-81E55899F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0BE741-05A3-FD87-2374-AE4D98EC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794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6EBBB7-D99F-3398-6DE3-69B7334E8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4D64BB-2856-13F7-FE49-538E6C697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CBB1D0-4B03-F676-5440-FC14AF69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C02655-D11E-DE7A-E5C3-CC77B807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4723EB-6373-47CB-021B-E28DEF32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04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5C6C30-B4E1-AA40-677A-EAC7E620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9C0B77-8F2F-451F-98C3-D5D3CF8C4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E1B7B-3461-FABF-F84A-5FD2DD174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947981-3F2E-B2DC-4AA7-DBC7C949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645281-D40B-97C4-E6AF-C11BA613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B4761E-CE0F-975B-6CA5-C78CB2D6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722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532A6B-1B59-9846-4DE4-089523D8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A99EB4-3B2B-9AD4-A92B-217F58C50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552052-7D18-7E50-C06D-73FF717DD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D574FB-8475-718D-8880-B2487469C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9C1E5E-E2A8-6B01-E5C5-02B61DF22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24218A-C237-DD8B-F688-F6D8FBD8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D3E218-E3BE-8A9F-0634-4005D77E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9410CB1-E568-69D1-912D-54FECD32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43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64711-3B3D-2EBE-A75D-2743A54B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F9F4D4-EEE7-560B-CB73-6DAA036D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C78843-5D6B-C8A4-6C50-2EF7832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DA576D-1F2D-46CD-15A9-7C60E26E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86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B8F872A-AACD-C84C-574B-227E7E55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0820BAE-604D-6E5A-F1A2-229D7D95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0F084F-0B13-80DE-67D3-7C74CF778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22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A1B8A1-2DE3-EEAA-9E46-B2DE63E76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EE0719-00D3-9D12-4D7E-AF9F30979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E2D6B7-278C-D11B-8E20-BD640A575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72D137-8206-EB28-4B05-FED53864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87BF2A-F3C6-A7AC-DE22-E7EDF78E9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8E3B57-5C97-97C5-56DF-56A92D0B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458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A6EED3-558E-9B76-1441-D0281EF7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2E7C25-9A82-03B0-D11D-7BA8B8038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44DC03-5F22-E8EE-AC1C-CC163FFF0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A5226B-56D0-E675-63CA-BC807DFC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C22CDE-D5B9-9648-F020-67B03461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DFB0B1-01FD-08A2-44BD-3E62C105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87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3BED2-E52A-D5B9-7B9B-C48E9644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D12DCF-8158-EF92-8250-C8D13461B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09B55-AA49-A9A2-8E4D-009A6288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09BBCF-A975-69FA-D272-BDE96962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586AA2-7311-C59A-BC17-387FA299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315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D0ADEBC-D84A-D537-EB23-5EDC558EB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7D40CC-2EB2-4A85-14CD-B855D51E9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99149D-3CCD-063E-DFB6-AABC41B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1D1883-FF6F-FD1F-6F0E-98FA7AE2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50C616-2057-8073-07A8-492C215B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64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68325B-AA9F-4B0F-413C-D812D7E7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54B1C2-DD30-A0C7-347B-AB82CEFC3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081D5A-673A-2380-0653-A13B89546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233DF-252A-4B94-878C-18039E32C17E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09A8D6-8567-A29C-265B-A613E91DB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6C4156-69B9-231B-4110-B0FDC3E72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A7089-380A-477E-86B0-D7663003EF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37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6E7183-3847-43C5-BDB1-AB13397DE0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5554F53-67CC-89C0-6050-3CBE6A555B6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Togo Kanri Tool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3BD241-8E45-DFAA-FB57-438053A3FE1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B1B9621-9B21-2271-0B40-5E2D0CA0E3E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2E23872-7165-2B25-2574-BDD8A7949C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2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8E7579-D893-BE1C-8799-95239292B4B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C14AD7-F483-9926-60D0-64271C97504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A97508-12F8-4369-58EF-C315CAE3CBD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Togo Kanri Tool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336E73-77F2-5B82-7BFF-7BDFB96A825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EF524F8-E6E5-A27A-97DD-C977B7B53A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30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74FDA05-3D27-1588-9088-81FE6E56583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51A356E-8767-4702-8D1D-D165AA50C51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0F1519-21C0-6BD1-3A0C-A01CFA9A01E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C5B979-E296-B3BA-F815-CA0388613C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FC0C92C-1E6A-DDF7-593E-90540B2B5B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18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D094FE-96D5-2411-7396-868513568C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37A666-E64B-A720-7833-BBD18F9BB3F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757605-71E2-0BE4-D6FC-E7899DBBC71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eslint.config.mjs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7E8EF0-FE8F-FA24-754C-BCF251B51A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3FEED9FC-812F-7401-C299-D70AD57BEC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92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BCE484-4A32-46EF-701D-2DAF9F9C9D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128242-9C82-6600-72E0-DE79C104280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3E7E1DC-09E3-48F3-6D03-7AF5B33ED3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EBD9C6-B91A-B935-A735-626EE6BC18E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4412BB5-DD34-7D15-9180-751F01DD6B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176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E850EB-E899-0BBB-18CE-D5B60F6C9B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888BF0-89B7-DC4C-107D-9505DB83168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7E1D384-26E6-4E9A-FC97-4AB86AC3155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https://syunnjack.dev/articles/togo-kanri-tool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588C06C-C78A-0E93-ADDF-0FCDD14E368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8774C1E-98D7-F811-5FA4-8755669C3F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89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2026-07-30T10:56:59Z</dcterms:created>
  <dcterms:modified xsi:type="dcterms:W3CDTF">2026-07-30T10:56:59Z</dcterms:modified>
</cp:coreProperties>
</file>