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B60085-5C82-F812-1020-48543DF98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990A7D8-1CC8-1B6E-536A-412D560FB6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9D21B83-11DC-7579-26D4-3481B5277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E214-29A8-442E-BC6B-5D970B894DE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16786C-AF43-BFF7-DC30-997977E98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A7DCFBD-4A43-B351-B910-BB1D07D95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54AD3-59D5-4C20-B285-8F8A942441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432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362377-301F-2A68-22C4-722185DD6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33A219-6637-4B8F-84AA-989A89A8B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71210C-E206-AB77-3B36-DECF64817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E214-29A8-442E-BC6B-5D970B894DE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D47629-25BA-9F37-CA5A-DC2F89E3F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CE5D60-C5CD-D53A-949B-3B234B709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54AD3-59D5-4C20-B285-8F8A942441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4593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17D661-DBC3-43DE-67E7-70ECF166A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0DF12C3-2DF6-527A-ABA4-B30B5A97E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A0C336-EBE6-6A42-D048-840088351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E214-29A8-442E-BC6B-5D970B894DE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09C3C5-49E6-BAA8-6376-F59962B46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E25D9D-0ABC-B9C1-A6BB-6C814EFEC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54AD3-59D5-4C20-B285-8F8A942441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5296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6F32CD-8FDE-C318-8DAE-9D06C2A0F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7D74CA1-FF0D-57D3-33D0-0890E8490C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823FB4B-4F46-A99E-CCC6-28F41B2F05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80B7F37-CE54-DA85-D54C-97D374351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E214-29A8-442E-BC6B-5D970B894DE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07A5015-1FA9-BDF5-8666-4433CBC9D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B30468-9F50-B58D-CF47-6E406507E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54AD3-59D5-4C20-B285-8F8A942441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863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95C96E-3616-1308-0C36-F9D04C7B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00D2DF4-2E75-520A-78CD-42CF34EC3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85A1A3E-C8B1-FC59-596C-1C8DD8C04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09A2649-8EEB-6128-C318-3588AB58F6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5612946-4A53-152C-2030-15899B9CCF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B1E8CE2-0026-E920-89E2-74660D255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E214-29A8-442E-BC6B-5D970B894DE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EE4CA3B-00D9-8B4D-C85C-9EC34D462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4930BC2-CD0D-95E0-196B-BF1C9BC43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54AD3-59D5-4C20-B285-8F8A942441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0247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55CC66-8AD7-8F5A-53F1-195B6EA2B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4CF9BA8-5846-68CB-BED1-D61AE212D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E214-29A8-442E-BC6B-5D970B894DE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644E651-00F3-1C9F-EB58-8994A85E6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B629EBB-92B9-E9D4-965A-221911E5F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54AD3-59D5-4C20-B285-8F8A942441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827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993F957-40E1-F198-D485-2227A8258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E214-29A8-442E-BC6B-5D970B894DE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391D466-17C1-9C2C-5466-72669A901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08470B5-24A1-23B6-4813-18669B0B4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54AD3-59D5-4C20-B285-8F8A942441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7482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7AA30C-419B-EC8D-7EB4-DBA73A197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07FD7F-7B02-CE1E-8934-5C38FCDBD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E9ACC6F-F51C-3F31-9BD9-63D1BC3B5E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B392D86-3FCB-AD2D-5AF8-0F8DF47F3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E214-29A8-442E-BC6B-5D970B894DE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678CA38-80A5-E986-EF3E-C0F5366F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3F81071-0AAE-55DA-D21F-8AE2C3B56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54AD3-59D5-4C20-B285-8F8A942441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8264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98316C-2B95-65F4-6878-EC795652C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548B6F1-C782-DB65-B0FA-93519D6416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E1F5E57-7C7A-2DDD-7FD8-409319674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1B14287-130B-B96A-F218-FDB76F493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E214-29A8-442E-BC6B-5D970B894DE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DD9BACD-352B-8233-8843-9179927D0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AC5501F-757A-9516-C509-E8A0435A8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54AD3-59D5-4C20-B285-8F8A942441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918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CEA25E-5950-DC67-64DE-66C54F64F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5EA89F5-CBF4-93D1-A7F7-70AC29E231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7B2241-50BD-DC3F-0268-673055870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E214-29A8-442E-BC6B-5D970B894DE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9A40630-5F5F-473A-F2DD-6BEDE46E6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601892-E119-DAFE-26C2-88863E182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54AD3-59D5-4C20-B285-8F8A942441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6231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99FC0B2-3C47-6F95-0263-0F0A6817C6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042FEE7-D638-4DDF-42E4-D0CB997448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33EF3A-C493-8007-43FD-F4E5615D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E214-29A8-442E-BC6B-5D970B894DE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73768B-B1A3-C385-A413-856A21FD0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AC0BC7-C281-4A31-E136-16ACEB4D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54AD3-59D5-4C20-B285-8F8A942441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6893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0F8D335-1602-22EA-023E-4C41079E8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7FD9C1D-7C97-E8FB-D000-5F7AC781D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654F8F-4A90-6FB7-3AD4-35CFC86581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11E214-29A8-442E-BC6B-5D970B894DE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6CC7AE4-08CB-4F07-CC1B-7443041F60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195DB0C-51B3-700A-E0D1-DABCC03AB2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A54AD3-59D5-4C20-B285-8F8A942441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8875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85DB7F9-444E-01DF-5EF0-334609F327D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B6EDE9C-D64A-47C5-2CE8-9F60F43CFBB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Manga Cafe Finder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B18AFD1-F64D-6ABF-B876-B125B2797B6D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C5E7548-6AA8-2988-0955-E2B6882B266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660ED6BE-111A-7BB5-AAE3-0D6401DC73B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6712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2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E4E05F6-A3B0-73FB-70F7-B80EAB58028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5041150-5659-9B97-192D-EE3E58C6F9E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E32AE90-15E8-4B97-15FB-D2ABCF6EA3A0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ComicStay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漫画喫茶・ネットカフェを、個室、シャワー、喫煙、女性専用、深夜滞在、閉店情報、口コミ投稿で探せる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UGC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対応サービスです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648EB6A-A481-C5BE-A178-BE42DBC7EED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4A1C8E7E-4EA7-E1B1-B320-FFF46F2C376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2143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000"/>
    </mc:Choice>
    <mc:Fallback>
      <p:transition spd="slow" advTm="1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26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D5E5499-6A52-9830-6292-B715FDA3795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B886FD7-F81A-A2EE-E22F-CE7D1BD9A6D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24A0145-058B-FBA8-DBC4-9E2EBCD03352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0BD7F26-35BE-9323-A84C-F7BFB2A0D6E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293DD1FA-2E3D-FB8F-1D5D-BD79F3043F4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1006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8F7B131-4B72-A953-157F-4DC3035002C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DCD8383-7421-93D7-298B-0859BD07BE0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584788D-6CE4-76CB-96F3-BDEF2278BB27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D2925FD-A195-E695-2FFC-BD423FAB00F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D94B75C6-D817-99BC-421F-3C106A8029B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0577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0CAB5DE-F03A-4CCA-85FD-16DFF591EA9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6FE39D4-1806-5D8A-AE11-F1DC7FFB40C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9CF5DCD-20E8-9102-00BA-5CD56A70ECFE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36B2A93-5CCB-0AD0-A364-5DABF5791F0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41254EEC-4DD4-152F-DB77-088A98A0970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826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5279B1F-9424-C743-082E-D64BA03A5A4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1C0FF64-C3D0-1314-4DE2-307D3819213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BA3F22B-B481-9792-5028-CC4D51DEB603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https://syunnjack.dev/articles/manga-cafe-finder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529E742-6A1E-B2E5-F36C-51014484C37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E227D888-99BC-2DA8-C64B-912C9708F7D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5794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2026-07-30T12:04:26Z</dcterms:created>
  <dcterms:modified xsi:type="dcterms:W3CDTF">2026-07-30T12:04:27Z</dcterms:modified>
</cp:coreProperties>
</file>