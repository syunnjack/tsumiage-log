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fcc00bdbcc4d38" /><Relationship Type="http://schemas.openxmlformats.org/officeDocument/2006/relationships/extended-properties" Target="/docProps/app.xml" Id="R08c87e2e1f5a4416" /><Relationship Type="http://schemas.openxmlformats.org/officeDocument/2006/relationships/officeDocument" Target="/ppt/presentation.xml" Id="Reb3c5cd0f49f48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d417ba88be4b54"/>
  </p:sldMasterIdLst>
  <p:notesMasterIdLst>
    <p:notesMasterId xmlns:r="http://schemas.openxmlformats.org/officeDocument/2006/relationships" r:id="Ra26639cf4b4e4a89"/>
  </p:notesMasterIdLst>
  <p:sldIdLst>
    <p:sldId xmlns:r="http://schemas.openxmlformats.org/officeDocument/2006/relationships" id="256" r:id="R2410207f0d50413a"/>
    <p:sldId xmlns:r="http://schemas.openxmlformats.org/officeDocument/2006/relationships" id="257" r:id="R39fd3012c20d468a"/>
    <p:sldId xmlns:r="http://schemas.openxmlformats.org/officeDocument/2006/relationships" id="258" r:id="Rc60e56e395aa4eb3"/>
    <p:sldId xmlns:r="http://schemas.openxmlformats.org/officeDocument/2006/relationships" id="259" r:id="R7837869e194f4ca1"/>
    <p:sldId xmlns:r="http://schemas.openxmlformats.org/officeDocument/2006/relationships" id="260" r:id="Re793385dbd4741bd"/>
    <p:sldId xmlns:r="http://schemas.openxmlformats.org/officeDocument/2006/relationships" id="261" r:id="Rf19d9ee3a88449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2feef6d6234cf1" /><Relationship Type="http://schemas.openxmlformats.org/officeDocument/2006/relationships/slideMaster" Target="/ppt/slideMasters/slideMaster1.xml" Id="R9cd417ba88be4b54" /><Relationship Type="http://schemas.openxmlformats.org/officeDocument/2006/relationships/notesMaster" Target="/ppt/notesMasters/notesMaster1.xml" Id="Ra26639cf4b4e4a89" /><Relationship Type="http://schemas.openxmlformats.org/officeDocument/2006/relationships/presProps" Target="/ppt/presProps.xml" Id="R829a8ebddf74438f" /><Relationship Type="http://schemas.openxmlformats.org/officeDocument/2006/relationships/tableStyles" Target="/ppt/tableStyles.xml" Id="R9dc2fba3db374531" /><Relationship Type="http://schemas.openxmlformats.org/officeDocument/2006/relationships/slide" Target="/ppt/slides/slide1.xml" Id="R2410207f0d50413a" /><Relationship Type="http://schemas.openxmlformats.org/officeDocument/2006/relationships/slide" Target="/ppt/slides/slide2.xml" Id="R39fd3012c20d468a" /><Relationship Type="http://schemas.openxmlformats.org/officeDocument/2006/relationships/slide" Target="/ppt/slides/slide3.xml" Id="Rc60e56e395aa4eb3" /><Relationship Type="http://schemas.openxmlformats.org/officeDocument/2006/relationships/slide" Target="/ppt/slides/slide4.xml" Id="R7837869e194f4ca1" /><Relationship Type="http://schemas.openxmlformats.org/officeDocument/2006/relationships/slide" Target="/ppt/slides/slide5.xml" Id="Re793385dbd4741bd" /><Relationship Type="http://schemas.openxmlformats.org/officeDocument/2006/relationships/slide" Target="/ppt/slides/slide6.xml" Id="Rf19d9ee3a88449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c116f4ca3e4c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ea13f7986d4a52" /><Relationship Type="http://schemas.openxmlformats.org/officeDocument/2006/relationships/notesMaster" Target="/ppt/notesMasters/notesMaster1.xml" Id="R3a3cee5f452542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31bfb76889423b" /><Relationship Type="http://schemas.openxmlformats.org/officeDocument/2006/relationships/notesMaster" Target="/ppt/notesMasters/notesMaster1.xml" Id="R09def0c4ddc845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7435023d114084" /><Relationship Type="http://schemas.openxmlformats.org/officeDocument/2006/relationships/notesMaster" Target="/ppt/notesMasters/notesMaster1.xml" Id="Rd302d0bf7e864d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c549c2e9d74da9" /><Relationship Type="http://schemas.openxmlformats.org/officeDocument/2006/relationships/notesMaster" Target="/ppt/notesMasters/notesMaster1.xml" Id="Redb56259c69941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30c69537dc40b8" /><Relationship Type="http://schemas.openxmlformats.org/officeDocument/2006/relationships/notesMaster" Target="/ppt/notesMasters/notesMaster1.xml" Id="R9dd100de67b846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f502deec6f48d3" /><Relationship Type="http://schemas.openxmlformats.org/officeDocument/2006/relationships/notesMaster" Target="/ppt/notesMasters/notesMaster1.xml" Id="Rce87cf74c92c4b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今回は、Rakuten Blogtoolの技術構成を短く解説します。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https://github.com/syunnjack/rakuten-blogtool</a:t>
            </a:r>
          </a:p>
          <a:p xmlns:a="http://schemas.openxmlformats.org/drawingml/2006/main">
            <a:r>
              <a:t>- https://syunnjack.dev/articles/rakuten-blogtool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rakuten blogtool 楽天市場の商品データを取得し、AIで読者本位の記事を1本ずつ生成してGitHub Pagesへ自動公開する静的ブログです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https://github.com/syunnjack/rakuten-blogtool</a:t>
            </a:r>
          </a:p>
          <a:p xmlns:a="http://schemas.openxmlformats.org/drawingml/2006/main">
            <a:r>
              <a:t>- https://syunnjack.dev/articles/rakuten-blogtool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主な技術はJavaScriptです。役割を分け、保守しやすい構成を目指しています。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https://github.com/syunnjack/rakuten-blogtool</a:t>
            </a:r>
          </a:p>
          <a:p xmlns:a="http://schemas.openxmlformats.org/drawingml/2006/main">
            <a:r>
              <a:t>- https://syunnjack.dev/articles/rakuten-blogtool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https://github.com/syunnjack/rakuten-blogtool</a:t>
            </a:r>
          </a:p>
          <a:p xmlns:a="http://schemas.openxmlformats.org/drawingml/2006/main">
            <a:r>
              <a:t>- https://syunnjack.dev/articles/rakuten-blogtool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直近のコミットでは、不具合修正と安定性向上が行われました。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https://github.com/syunnjack/rakuten-blogtool</a:t>
            </a:r>
          </a:p>
          <a:p xmlns:a="http://schemas.openxmlformats.org/drawingml/2006/main">
            <a:r>
              <a:t>- https://syunnjack.dev/articles/rakuten-blogtool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https://github.com/syunnjack/rakuten-blogtool</a:t>
            </a:r>
          </a:p>
          <a:p xmlns:a="http://schemas.openxmlformats.org/drawingml/2006/main">
            <a:r>
              <a:t>- https://syunnjack.dev/articles/rakuten-blogtool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bfa0b771744d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3c7d0b37eb4488" /><Relationship Type="http://schemas.openxmlformats.org/officeDocument/2006/relationships/slideLayout" Target="/ppt/slideLayouts/slideLayout1.xml" Id="Rc015348865a945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15348865a945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785abac714d3f" /><Relationship Type="http://schemas.openxmlformats.org/officeDocument/2006/relationships/notesSlide" Target="/ppt/notesSlides/notesSlide1.xml" Id="R64ed3d613d3849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8e68974484ba8" /><Relationship Type="http://schemas.openxmlformats.org/officeDocument/2006/relationships/notesSlide" Target="/ppt/notesSlides/notesSlide2.xml" Id="Rd26358a69c0e4c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844394d514462" /><Relationship Type="http://schemas.openxmlformats.org/officeDocument/2006/relationships/notesSlide" Target="/ppt/notesSlides/notesSlide3.xml" Id="R3f51ab5c4bad42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8bbbf1e584ce8" /><Relationship Type="http://schemas.openxmlformats.org/officeDocument/2006/relationships/notesSlide" Target="/ppt/notesSlides/notesSlide4.xml" Id="R83701b56b8d24c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0cb1c2be8476f" /><Relationship Type="http://schemas.openxmlformats.org/officeDocument/2006/relationships/notesSlide" Target="/ppt/notesSlides/notesSlide5.xml" Id="R155ba3bd93e24b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42c6b42b247f1" /><Relationship Type="http://schemas.openxmlformats.org/officeDocument/2006/relationships/notesSlide" Target="/ppt/notesSlides/notesSlide6.xml" Id="R8abb0f94a34d49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397CD-F718-47ED-9177-E063A45A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88BCA-C1DE-43EA-A739-63E7177F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BECDC0EF-F55D-4FDF-9D1B-0FC789D0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8CB8FA1A-1EDA-42F0-A9D5-2A661F43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181982A-E353-47F4-ADE9-AB7022D7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Rakuten Blogtoolの技術解説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85BFD527-D5E6-4DA7-8BCD-9C9D188A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EB6A4336-2808-4A4F-AFF0-EB3CFD5D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12602789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26669-7903-4292-838C-294BC845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4E784-B551-409A-8FBC-0FB89934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DEC57357-DBF7-4135-BA2E-66B0CFA2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95C037DB-0A35-46B2-9E43-D22F0BA1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88042516-0842-4E8E-94E2-C21A3186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758CE-33F6-467E-BFC6-9B73EC0B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C8583A79-DB97-4FD7-ADC3-CF5106E6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rakuten blogtool 楽天市場の商品データを取得し、AIで読者本位の記事を1本ずつ生成してGitHub Pagesへ自動公開する静的ブログです</a:t>
            </a:r>
          </a:p>
        </p:txBody>
      </p:sp>
    </p:spTree>
    <p:extLst>
      <p:ext uri="{BB962C8B-B14F-4D97-AF65-F5344CB8AC3E}">
        <p14:creationId xmlns:p14="http://schemas.microsoft.com/office/powerpoint/2010/main" val="14977163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017FB-DE2E-4FB7-8F62-DD0D35B5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8C56B-D904-40AA-A4D8-D1645769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8F6AC3A7-4F8B-4BFE-8EF7-7A07AC2D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D25A843F-423E-4DD6-AA56-2808E557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96A3F730-EE84-4467-9E94-3D6C2A80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6EE75-5E12-4094-A866-8626D76A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53A75423-CE7E-4421-97F5-5BC24A71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主要技術：JavaScript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567690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94282E-E279-4557-A69B-71FB29E5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45E33-D6B6-4558-B938-99234624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62337B16-5AD7-4985-8E7D-0DF9041C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664829FA-E9AF-4259-B5B7-054A4491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D3B382D6-0F09-4DD9-A951-63BE87CA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43CD1-4AC5-4089-8DFF-36AD4D9B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D431153C-D8A4-4EF3-B884-A67338F4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3500540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4A6E0-FBE8-436F-A34B-723B39F9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AC9CE-49E0-402E-A0A2-4B9D8B78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41E271DD-14AF-4A98-9A05-F48CE956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ABFF9E32-786D-48BE-ADFD-70844E9C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1B7AA5D7-31E8-4DE8-BAF0-94DFABC6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21513-F96E-43E6-9ECD-7E1A2696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A2DAE783-B9E7-4562-A918-17BC3487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直近のコミットでは、不具合修正と安定性向上が行われました。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18788897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D9200-ED3A-4CDD-8197-0B838445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D48DD-768A-4244-B152-C71E4060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C105B424-00A3-4E24-A7C9-A40DB0D9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43E55DCC-CCE3-44AE-9AB0-061FD9BE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F359E78E-9EB0-4D66-8DC8-CAF00311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D38B5-7605-40A5-95AF-97FAB14B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A00E2205-89DC-45C4-8C68-6E58C489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https://syunnjack.dev/articles/rakuten-blogtool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9199289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2026-08-15T00:01:08.8690000Z</dcterms:created>
  <dcterms:modified xsi:type="dcterms:W3CDTF">2026-08-15T00:01:08.8690000Z</dcterms:modified>
</coreProperties>
</file>