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C6E10A-C51B-7FB9-DC0C-FC86C5FFC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795DF6-7BB5-2705-B63D-E2F7455A1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3BB615-AC7C-F679-5DDA-F6DF31B52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9A52A9-229C-9F30-68FA-C0DF0BB11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7E2879-E04F-83CF-6F51-8E8A8A6A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66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EA745-EE4C-0AF5-7D8D-66A57479A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0371D2-23FD-ADD1-0BBF-11C8A827C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83CA3E-FC48-23FD-9D7E-49FEA525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C2D798-3B1B-3A6F-848F-3183666A2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AAEB1D-8B4F-A310-3231-E3BD4B16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838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F5DB97-C259-B7B3-71C1-DE80AB202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CDFC51-31B1-DDFF-5E9B-69AD79444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93B3A7-F8EB-8011-FFFC-56BBAAB24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274509-BE52-4A90-2914-BA1826208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3DAF2F-1198-3B16-D0A4-223238A8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10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27F8ED-A3DB-555F-EECE-F70CB96AE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55C69F-CF86-4ACE-83C2-B3B10B957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C43840-A54B-1BCB-EF11-82A9A090D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F30AE7-3C80-5913-2F49-40B4B0E72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B4212A-E681-0D79-70A3-AF3DCB94F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D25BFA-F59F-CB67-1794-FB48C872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707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AA8715-B619-7E75-120B-092D5B4C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B63967-CE1C-CDFB-46C4-51A24EB2D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B0C79E-C8D8-7932-F1EF-8F355AE25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7313D3A-E71D-6613-6383-1D92B1841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C3A66B-EEDB-44C2-2603-4628C8446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53838E3-7436-4A09-BB3A-8EB516CE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8FEC6B-CC7C-93F1-A878-01DBF8391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A831E6-1FA7-B0CA-DFF6-6A063EB2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2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688B18-3ACA-18E3-A792-E88A2C262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0B28865-E76A-9271-941B-28B6391C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6FA108-41D9-6A0D-BFB6-DC734A2D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0B427B1-BA81-3D46-9543-9100CFB5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53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D0A3C08-DCBB-3C38-FBD0-12E5D89C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06A9A6-AC97-6EB0-1D09-18C5F608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9ED131-A2C6-0614-4D48-29F58C03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21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80D51A-536F-6C46-A844-CF0CF8BE2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6AB716-35AE-5A95-554F-9A4804EC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188173-A61A-D9F9-835A-AD63C4FFF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CDEC2A-B109-0075-0C1F-0BE9E93D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996615-7268-2C0D-C918-CB6F47A1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130B57-6693-2B71-3586-33242884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47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FC34DA-B34F-3273-662C-864C3722A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7327D15-BBE7-B08E-A1E2-1FF0D2440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7B3B31-F173-EA72-A612-B1245D505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CADEDC-DEE6-FA91-B2A0-DFB762FB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C7A29A-5A6A-DF5E-74E1-536672B8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861178-B26C-1949-E8BE-02353596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189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67F6B0-407B-788D-B7A1-B6F075B7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5ADB27-D07D-A768-AAF6-EFD403907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6EE4A4-BD0B-B43E-DA25-3906E007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98904F-50B6-32C4-4F67-E72690C6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0162DF-A624-D695-4C90-6F4DC70D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653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48E2B09-E9F4-327A-EA2E-887108E88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0DADA3-FBDA-4ACD-DF0E-ACB42810A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FA965A-CD11-0CDF-D420-02C8B2040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D3C8EA-4D15-C61B-5FA0-325A63F3D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222B32-B9C9-E77C-0449-6169DBBA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908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4729989-F80E-F9CA-C915-5F65C280C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B988A4-F9B5-7330-B77B-990C121A2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2F3ADF-D500-B0C4-A415-08297784D2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8F33B-46DE-4359-9CC4-E2923593AE9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E62043-67AE-F927-1CDB-A6ED22127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EA6415-0459-50F6-C412-9E872B1D0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25EC5-D5F1-46D1-A997-BE69968BA0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167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F2A7E4-1DD0-65EC-65F2-3C70D6BC73E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9392BC-2F9A-BA22-B642-39951BE591B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Hotel Price Watch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4058CAF-7CD3-988C-A6C8-8104C49785F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2B024A-DDC9-3F61-E59E-00C8C605206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EBEF1D5-B368-D974-6FD3-F0991DB13E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931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76C574-B228-96B5-BF13-30435F66A75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2F781E9-6BED-6688-47DB-230EE483DC1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4D2B95-8CE9-CE01-3C91-88C08C1B9F9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Hotel Price Watch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宿泊空室・価格下落アラート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hotel price watch Domain candidates Confirmed domain: hotelpricewatch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639CE2-2BAC-E747-F6A6-450D27A5017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6B5E7AE-AAC8-6283-5A70-D352D62DF1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88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3D5F4F6-3403-2F0E-F705-310258E68CA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4C9DDA-D702-D995-103F-B75DE88CE07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1B24291-FC13-C890-2E25-AD26DD63A98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E571AA-05E2-9233-ED81-1D9A66FB5EC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AB515DD7-4DB9-ABD1-0C7A-E66EE41918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283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A2A9734-AD90-3426-8B84-0025D91FA4A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024291-AD52-5846-66E9-273F60C1F59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32EF326-3F74-B4E1-B9EC-7EB5D2E4F80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CB5DEE-4A12-6406-DD4C-6B67D75E5C6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A2CF8653-F06F-AB81-90C0-E4AFE8D0D7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16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24D867-7A06-EC2F-8DAA-770108B39F8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A996BD-FCC1-A413-3905-DCE4078670A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EE8A29-1C0A-A96C-3670-3AC5D74623F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800AE78-B6A2-EF7B-0DEC-650553918AC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AC9501A-62D9-A3C7-27E6-869B7AAC30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71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F19405-FB5D-2852-58AD-0AEE31C97B6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FB088A-E8CA-AADA-4E15-D2885900394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5645C0D-743A-CF58-55A6-B79E087B646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https://syunnjack.dev/articles/hotel-price-watch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0C1F8C2-7059-571D-15F5-501A5511537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6C2A7C5B-6FCD-857F-2CA0-1DF9B27BD1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5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2026-07-30T11:46:56Z</dcterms:created>
  <dcterms:modified xsi:type="dcterms:W3CDTF">2026-07-30T11:46:56Z</dcterms:modified>
</cp:coreProperties>
</file>