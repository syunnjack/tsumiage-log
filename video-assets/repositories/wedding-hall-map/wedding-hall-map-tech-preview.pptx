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8FEF34-42E7-6C89-BF91-D85F1538B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C7E1014-AFDD-066B-00AB-36EB4EDC8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3ADE0D-58D2-98EB-D4C9-1BEE66FB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A8487C-C38C-99EF-5A8C-0A440602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970144-1C5F-2C42-7FFC-56A932112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702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264B0F-05AC-1C19-4BA6-20452405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D9F478-08C6-334C-8F01-7D8ED6B8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1C2CAF-1A74-A4B0-1364-2BE34515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D86AFB-703B-18B6-13FB-5E5BCA0A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ED916B-2738-1BEE-FAF5-6BFA25C2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586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4022D6-EF74-F215-8199-55DA0B2B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14D713-7B9C-2066-9625-CB607BE92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FDC1A3-7DEA-9012-648A-B8F0BFDD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C0383C-99C0-284F-4BC3-FE7B08E4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B0067F-7659-BF7A-9662-F4CB1A0A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126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BFDAAB-CFC4-33BF-D312-D1BDA92D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783C0F-7091-9A76-244A-DDFD34CF2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E41AF6-A8AD-0C35-D2D8-87B33BC65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FEDB43-1347-8F4A-CFD4-3134CDD04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59D60D-4AE6-BA70-28BF-0F700E127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9C4B33-3531-400F-9343-36B61177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73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C9384E-1AA2-4D18-5D4E-E1BA785F7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62A292-CD50-F3AE-0650-7CB95BBA5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BBEAF84-935A-3F5B-09A6-2896307E9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5037070-1458-97BF-4389-2A2D71888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7C258B2-1590-1DBD-8176-E9D5ED90F8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805C2FC-D269-14E0-46B9-F41FD8D2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B08E42E-8159-8DF8-2955-F9CDA7BE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F1B5C00-FB54-29BC-168B-8A530CCDA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23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339FB2-F799-5C32-AFE8-9785E85F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133F0F-49E6-D327-1DED-6307B4391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89B832-D608-697C-4958-E97FDE29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E2B4B4-F992-210C-78AC-CE5706B79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9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0A658BD-72E4-2B39-A5F6-2168B798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7CEE405-4320-121A-30E0-C443ACB72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79EAE9-847B-CB97-677E-DA132C01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6563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2CE93-B924-67FC-62D7-EC1BCF843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35B7DD-29BB-8410-7794-31514D2D7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5E0D23-C6E3-78AA-41D5-C5110210B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333E98-95D5-3E42-8A8C-79AE566B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E1F267-1B92-CE32-BC50-7697219A9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B6ED440-44A6-7CFD-3C47-157F5BE97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074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B76F9-CC49-BA59-1BF8-037F40426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4A12250-5627-884F-0410-EDCF465B5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0441C8-86DD-571C-2DDD-390D7940D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632C4A9-CC61-757B-05DE-3DA57ECB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80E0EB-5050-4F57-FCAA-2A10AF78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35399B-F11B-AB86-9060-82F2F89B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9361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D780D0-DB0A-A9BA-3BB2-363F9A2B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92F2258-4814-19D0-64CD-F4FDD42E7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2D6F0C-6B69-78B4-DD7D-B7460655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38F073-D0F0-8850-F97D-C2EB5B71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5A0E2D-D1B6-0E73-458D-BC90FD0D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3374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79E7FF9-1482-1872-3426-FA4591DF79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AFA950-366E-3DC1-8B07-3D101C34C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A25D66-2054-D1C3-541C-9B6FDF81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8D6CDD-A000-B5EB-62F0-BFBF5DF13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2281C4-DD01-89D9-235E-95FD751E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8448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6B156FA-5567-4031-352C-CD1A5978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896050-C9C5-9B9B-46E1-2BD48FEE9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441966-B088-BB5F-64EE-05478F70A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70A2D-177A-41EB-8689-FF0085125FA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6A019D-7F95-493D-2BAC-8F3C9088A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727473-F67D-7EF4-7973-DE77A696C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5CA0D-5453-4F13-A461-CCCDD36BB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895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660962C-5AB0-5CA1-7890-831FA7046D6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A82B608-068C-84E3-B595-9CECD157473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Wedding Hall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6B4EEE-3120-EDAB-AC38-CA2C697B07C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B80086-0D51-8EE3-A19F-2824DDFC8B9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BCC645DA-03A3-08D1-9C5F-6615E2BB75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40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7A11A24-34A2-3D4E-1EB4-081B0C09B92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34C090-BBD6-19D0-F8DE-98C4C477FA5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111658-3DA9-0806-E95F-E414BD64001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Wedding Hall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49F1CA0-7524-FEFE-E2D7-1646A1B268E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D309164-6113-1398-7D2A-BCA11CCF05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2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CB8E77-10C7-2A6C-53A1-3F47DBC13DA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485148E-0C9D-AC80-0D66-A1456558BA3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95E679-51F8-88B1-59B1-95E5ED8D1CB8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8850DC-9592-B78C-EAB9-6AF56D0B0EF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FBEB780-7F20-B0C4-963C-2A036929D4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40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551CBD-8C51-3BEB-BC08-50E306C6B7A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95468E3-9475-6AA8-2C05-A1D49398A30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598AF8-FD1F-2BD3-57A8-07812B84C98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A2524C-FA64-9308-36F9-849A179ED4A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6D128800-FC81-A183-4F23-631A05244D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72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9F23FA-8FCC-5CB7-F155-49E5BD758D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5F57E0F-DF90-EE3D-54BE-02F2549A741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1892FE-5CD1-98BC-4162-8F46217B231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FAA9749-6E64-B8AA-83C0-4D71CFFF2FC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067D994-D062-9B1F-A855-4F9D2B1F52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4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BE7B26-4A64-60CA-3F1F-14C1DED36E9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D86A1BB-2C54-6FB2-2BE9-311850348BD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B0DFC0-A530-21D6-EA67-6C5198E7BAD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https://syunnjack.dev/articles/wedding-hall-map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A29C2A-EB3B-CE83-2468-CF0A32C0293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BEC7A91-DA3A-C559-51A9-66C5EAF399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241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2026-07-30T12:18:19Z</dcterms:created>
  <dcterms:modified xsi:type="dcterms:W3CDTF">2026-07-30T12:18:19Z</dcterms:modified>
</cp:coreProperties>
</file>