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0FC9AA-1390-D251-782C-FAF2F7ED2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CECD2E4-ADD9-293C-A6E1-3434AB69B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80E4BA-A832-7B70-2351-307897D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D9271C-B8D3-E9A9-5557-4CEEB7E1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FD1F96-0B8D-6B5E-D543-47E2BC67F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305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C87AA-C1B7-8658-11ED-8C4CBA71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D4A537-C2FD-6369-D9BB-4609CADC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857882-60FF-2E20-AA22-427DF299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CD089C-0605-5F80-F7E6-66DEEEFA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83A82C-CCDD-11C5-D3BD-33AF54AF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669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051DF0-8753-EC63-BDBD-D12FF1AA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E22765-F0E1-06B7-20BD-0C6988E99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FA393D-8909-3487-EDA3-9B3D8106B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4C9F18-08A1-7480-B032-C38588CA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D67EAF-B59F-805C-19B1-218638DF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3070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976C-B993-3BC0-D068-051F69944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21469C-511D-E45C-A33A-F92CB5213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708CA9-DED7-07CD-51A5-4604254BA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407021-1887-6F16-D0A4-F032573E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1E4782-9D48-7665-B596-96E420D6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D84036-B358-719B-CF45-67FBB86D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99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AB40FD-813E-AF3D-E86C-CD45490E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26A49D-6FC6-4593-D3E0-BE09BD653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DFB252-E390-21FC-2C37-3632CCEB1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7CB875F-E372-37E2-B3D8-99483AD02E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7346BE0-CF3F-D2AD-7E8E-E7F9C5681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8BDBA5B-344C-92FB-E59A-0748815E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B220E6-6F50-3B91-0DB7-A0F90ECA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D30FE6F-6256-79AD-C3AF-CC60A1B1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87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1B49A-A45A-5CDE-7C0D-C9944772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C4F0BD-5633-5F46-9CF9-28686112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5838353-E3A4-F25B-BBB5-81D0B712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B10918C-3F5A-E417-796E-68C8B05F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3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FAFC7D1-E663-272F-E43B-A85E7907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C99DB49-7A3F-B72B-F3A2-648E1BAB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21D8A-003E-6353-4597-4B1256A2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353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E51AAF-3B1F-76D7-02D6-C130C1EAE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E8F022-8E09-726B-E3C6-28624C19C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331E987-1FE1-8F26-C38B-897DC3999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D6308D-3543-0885-9AA7-4010C9D9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28E239-1D14-8C51-C579-3E43680D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C8251E-3607-177F-39DE-899A19DD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895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5B49F4-3834-FBEE-6853-00C8B292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6AA28FB-813D-70DF-9719-C8686EB05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5B5696-29D2-487F-476D-43627E75D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8C883F-D3A9-69DB-B06E-A9F34097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743D5B-B20F-D2D5-945F-33E931F3A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270D72-69ED-18ED-239B-DADF52626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07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585DF0-DB0F-6CF0-D4C3-D375F93B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4E0429-53E5-04EE-BA8B-E431024EA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1BAE6F-D81A-7DAC-614A-C0581066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E9A545-A1FA-3265-8690-C2997FF61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807FFB-D8B2-1537-D367-C8D983F4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44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7305D-DE56-6F24-21DB-62032489B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47B58D-F652-58F7-3274-15093ECB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716570-5FED-C86B-03FD-E1EB1437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E88D2D-0737-C2BB-18E4-649870B8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386E15-C227-DD7A-118C-15E5103D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25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9AF808F-D80F-3B0E-563D-B02F699B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C25F2D-14A1-F4D9-B8F8-DC483427E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E43468-04BD-4D25-EFDC-5A28E444D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9A685-9978-4C70-A0F7-7B7CB4B230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7E181A-4529-A4EF-4F1F-BD234BCF8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07F514-D978-51A4-9763-801129770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96DF3-5EEF-4F17-BA3D-0C90A8AA5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05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76ADBA-AC5B-8754-097E-19F4B1E39E5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40E122-6B4F-7114-85BF-27E3FB2EBE8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Local Alert Radar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EC2479E-2201-9A8B-4C3E-6F3C322C714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FF89F04-2BEF-3AE5-5A60-DA2C8B415F0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A32D5972-A63B-4078-6455-0129337A30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45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D96572-3D15-75C6-6945-26289E1A0C1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477D01-89B5-A7B4-04E4-B1DE43D5040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4BAF6D-E30E-028F-4119-09BF37858DE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Local Alert Radar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開店閉店・地域アラート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local alert radar Domain candidates Confirmed domain: localalert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202ABD-7728-3621-4D68-1918AF57F09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5206CC1-0379-2932-AB17-0F13F48A1B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00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9A4BCF-24A5-4B0F-D94F-ACB6971DEE5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FDFA34-E3F5-284F-D54B-FAB118B0597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3459EE-7345-91C3-5B06-85AD7A64DD1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1C8CE6-2B0D-E1C1-BA82-5D2ACAFF6C6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F05988F-5BCE-322A-DEC2-ED1EE29132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538707F-097D-AF28-7C2C-EDE02283303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F8EF3B-BA1D-CE19-B2C7-8E36616B9D7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DA1D36-B844-C6F5-59C2-9F0175ECD4E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9147A4-2591-CA58-A8E1-4424DD319F2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E4E60B4-7E45-3BA9-7031-E43BE0C0E3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89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FF1BCA-5C86-E50F-2D76-0570EAFD45B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268291-A078-4F6F-E516-D1B25A03CC4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D10303-2544-7B59-7E04-FF59FA8DB3B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BB6277-42E8-86CE-D802-5E3A1187369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300809E-4AB5-DEDC-7D24-116ABA4835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89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D3E5D2-8DA0-8134-944C-DE4DC13AC06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B1FB30-98AC-EF30-23A2-67216C15F28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20FC0C-8852-E453-1985-EF15DC67764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https://syunnjack.dev/articles/local-alert-radar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968060-F258-5DF2-CFF1-63FF911D2FE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D7F878C-5BF7-1673-1F65-188560092B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98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2026-07-30T11:51:34Z</dcterms:created>
  <dcterms:modified xsi:type="dcterms:W3CDTF">2026-07-30T11:51:35Z</dcterms:modified>
</cp:coreProperties>
</file>