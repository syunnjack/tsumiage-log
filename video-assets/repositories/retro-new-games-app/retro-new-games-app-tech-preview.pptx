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f4166cd21741cc" /><Relationship Type="http://schemas.openxmlformats.org/officeDocument/2006/relationships/extended-properties" Target="/docProps/app.xml" Id="Rf7340bf5f0f04f6c" /><Relationship Type="http://schemas.openxmlformats.org/officeDocument/2006/relationships/officeDocument" Target="/ppt/presentation.xml" Id="R5c0fb6ad018d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40790d15594f9a"/>
  </p:sldMasterIdLst>
  <p:notesMasterIdLst>
    <p:notesMasterId xmlns:r="http://schemas.openxmlformats.org/officeDocument/2006/relationships" r:id="R835a364f5dca4583"/>
  </p:notesMasterIdLst>
  <p:sldIdLst>
    <p:sldId xmlns:r="http://schemas.openxmlformats.org/officeDocument/2006/relationships" id="256" r:id="Rdb012e8f7cbb4112"/>
    <p:sldId xmlns:r="http://schemas.openxmlformats.org/officeDocument/2006/relationships" id="257" r:id="R113c996007204341"/>
    <p:sldId xmlns:r="http://schemas.openxmlformats.org/officeDocument/2006/relationships" id="258" r:id="Ra00ad7be207c4faf"/>
    <p:sldId xmlns:r="http://schemas.openxmlformats.org/officeDocument/2006/relationships" id="259" r:id="R4a4a56c18fb34182"/>
    <p:sldId xmlns:r="http://schemas.openxmlformats.org/officeDocument/2006/relationships" id="260" r:id="Rbdd9dc87dc7a496b"/>
    <p:sldId xmlns:r="http://schemas.openxmlformats.org/officeDocument/2006/relationships" id="261" r:id="R9b68902d4d6143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29e0a8c6764f9e" /><Relationship Type="http://schemas.openxmlformats.org/officeDocument/2006/relationships/slideMaster" Target="/ppt/slideMasters/slideMaster1.xml" Id="Ra440790d15594f9a" /><Relationship Type="http://schemas.openxmlformats.org/officeDocument/2006/relationships/notesMaster" Target="/ppt/notesMasters/notesMaster1.xml" Id="R835a364f5dca4583" /><Relationship Type="http://schemas.openxmlformats.org/officeDocument/2006/relationships/presProps" Target="/ppt/presProps.xml" Id="R8bd6a36384b74701" /><Relationship Type="http://schemas.openxmlformats.org/officeDocument/2006/relationships/tableStyles" Target="/ppt/tableStyles.xml" Id="Rc77e00f1e44b45cf" /><Relationship Type="http://schemas.openxmlformats.org/officeDocument/2006/relationships/slide" Target="/ppt/slides/slide1.xml" Id="Rdb012e8f7cbb4112" /><Relationship Type="http://schemas.openxmlformats.org/officeDocument/2006/relationships/slide" Target="/ppt/slides/slide2.xml" Id="R113c996007204341" /><Relationship Type="http://schemas.openxmlformats.org/officeDocument/2006/relationships/slide" Target="/ppt/slides/slide3.xml" Id="Ra00ad7be207c4faf" /><Relationship Type="http://schemas.openxmlformats.org/officeDocument/2006/relationships/slide" Target="/ppt/slides/slide4.xml" Id="R4a4a56c18fb34182" /><Relationship Type="http://schemas.openxmlformats.org/officeDocument/2006/relationships/slide" Target="/ppt/slides/slide5.xml" Id="Rbdd9dc87dc7a496b" /><Relationship Type="http://schemas.openxmlformats.org/officeDocument/2006/relationships/slide" Target="/ppt/slides/slide6.xml" Id="R9b68902d4d6143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13fe1675354d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fc6ce7b6d241fa" /><Relationship Type="http://schemas.openxmlformats.org/officeDocument/2006/relationships/notesMaster" Target="/ppt/notesMasters/notesMaster1.xml" Id="R4773841a7baf40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9de3228a44fb3" /><Relationship Type="http://schemas.openxmlformats.org/officeDocument/2006/relationships/notesMaster" Target="/ppt/notesMasters/notesMaster1.xml" Id="Rb7ba4d27d5a14e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78165da81e423f" /><Relationship Type="http://schemas.openxmlformats.org/officeDocument/2006/relationships/notesMaster" Target="/ppt/notesMasters/notesMaster1.xml" Id="Rb7b6089a05ce46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0ff8b481d84367" /><Relationship Type="http://schemas.openxmlformats.org/officeDocument/2006/relationships/notesMaster" Target="/ppt/notesMasters/notesMaster1.xml" Id="R744e20729287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1b4c5f9453412c" /><Relationship Type="http://schemas.openxmlformats.org/officeDocument/2006/relationships/notesMaster" Target="/ppt/notesMasters/notesMaster1.xml" Id="Rd8b4df51611f45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d03b6eb3354a50" /><Relationship Type="http://schemas.openxmlformats.org/officeDocument/2006/relationships/notesMaster" Target="/ppt/notesMasters/notesMaster1.xml" Id="Rf7a318b7a0e04f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今回は、Retro New Games Appの技術構成を短く解説します。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https://github.com/syunnjack/retro-new-games-app</a:t>
            </a:r>
          </a:p>
          <a:p xmlns:a="http://schemas.openxmlformats.org/drawingml/2006/main">
            <a:r>
              <a:t>- https://syunnjack.dev/articles/retro-new-games-app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 PORTAL JP App iOS / Android向けExpoアプリ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https://github.com/syunnjack/retro-new-games-app</a:t>
            </a:r>
          </a:p>
          <a:p xmlns:a="http://schemas.openxmlformats.org/drawingml/2006/main">
            <a:r>
              <a:t>- https://syunnjack.dev/articles/retro-new-games-app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https://github.com/syunnjack/retro-new-games-app</a:t>
            </a:r>
          </a:p>
          <a:p xmlns:a="http://schemas.openxmlformats.org/drawingml/2006/main">
            <a:r>
              <a:t>- https://syunnjack.dev/articles/retro-new-games-app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https://github.com/syunnjack/retro-new-games-app</a:t>
            </a:r>
          </a:p>
          <a:p xmlns:a="http://schemas.openxmlformats.org/drawingml/2006/main">
            <a:r>
              <a:t>- https://syunnjack.dev/articles/retro-new-games-app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https://github.com/syunnjack/retro-new-games-app</a:t>
            </a:r>
          </a:p>
          <a:p xmlns:a="http://schemas.openxmlformats.org/drawingml/2006/main">
            <a:r>
              <a:t>- https://syunnjack.dev/articles/retro-new-games-app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https://github.com/syunnjack/retro-new-games-app</a:t>
            </a:r>
          </a:p>
          <a:p xmlns:a="http://schemas.openxmlformats.org/drawingml/2006/main">
            <a:r>
              <a:t>- https://syunnjack.dev/articles/retro-new-games-app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7f006d1e146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7764b23b95444e" /><Relationship Type="http://schemas.openxmlformats.org/officeDocument/2006/relationships/slideLayout" Target="/ppt/slideLayouts/slideLayout1.xml" Id="Rbac2cff0446a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c2cff0446a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791d7918e43c1" /><Relationship Type="http://schemas.openxmlformats.org/officeDocument/2006/relationships/notesSlide" Target="/ppt/notesSlides/notesSlide1.xml" Id="R253c47856518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825a510434703" /><Relationship Type="http://schemas.openxmlformats.org/officeDocument/2006/relationships/notesSlide" Target="/ppt/notesSlides/notesSlide2.xml" Id="R5cef90e9d77948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ff1eb633d45b0" /><Relationship Type="http://schemas.openxmlformats.org/officeDocument/2006/relationships/notesSlide" Target="/ppt/notesSlides/notesSlide3.xml" Id="R39ad7a955413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6aeeb2a474cd2" /><Relationship Type="http://schemas.openxmlformats.org/officeDocument/2006/relationships/notesSlide" Target="/ppt/notesSlides/notesSlide4.xml" Id="R7144ea94e6504b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5fb644f2346c8" /><Relationship Type="http://schemas.openxmlformats.org/officeDocument/2006/relationships/notesSlide" Target="/ppt/notesSlides/notesSlide5.xml" Id="R03138676ca8f47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b508d6e3746cf" /><Relationship Type="http://schemas.openxmlformats.org/officeDocument/2006/relationships/notesSlide" Target="/ppt/notesSlides/notesSlide6.xml" Id="R4d5db0c656d045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5DCF4-59E7-4D36-83D2-C480C43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20808-9ABA-44A7-B8B5-0FB837CE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9B5D8887-8BDA-4AF3-BFB8-065F387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D7C1EBEA-6E8D-4AD3-9824-704543C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4854A5-EFCF-457C-AE9B-38BD8717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Retro New Games Appの技術解説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0C05B84-EE58-446B-A5D4-98211CD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1B6768AB-08E7-4DFB-AD2D-B7D3201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96023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7A229-7A9E-4195-B3BD-3F0C1901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570CF-93FB-4705-B6E4-285F0713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E57144A9-DD08-4B38-8A8F-8675828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1FC6AC1A-801C-4DC7-B52D-872CBC1C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BB2FEB24-E7F8-4B55-89AE-19682353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BB99D-18B9-4154-883C-8955D05D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881F3A65-FDB3-48B8-A7AF-EF7B964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GAME PORTAL JP App iOS / Android向けExpoアプリ</a:t>
            </a:r>
          </a:p>
        </p:txBody>
      </p:sp>
    </p:spTree>
    <p:extLst>
      <p:ext uri="{BB962C8B-B14F-4D97-AF65-F5344CB8AC3E}">
        <p14:creationId xmlns:p14="http://schemas.microsoft.com/office/powerpoint/2010/main" val="718078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FE94F-278F-4511-B38A-C6183C50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4AF79-0259-43B8-8E2E-67E05478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8C823842-007D-4795-81DB-193D2574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1368DCB-B765-4871-BF04-999D99B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7DDB9079-1CBD-44CE-AC13-5DF1B420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25964-1538-4FA9-AFAF-7A116957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0719FED-3332-4599-A046-B9B5C12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95411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97203-1B09-4FF9-82CA-85F88778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B8D86-91A0-4D0F-937C-193DFA03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B85A8BC0-9855-400B-AE68-648D97DD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EAFE37F-09F6-47E2-AA5D-3C75345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14485C98-D162-48B7-9646-705E0D88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2DC56-D634-443E-BEB2-48332A59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80BE17A7-BF0F-4819-AA38-358FE90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412766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29B1C-FA66-4AF3-BF5B-B464768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D9DB7-7229-4402-851E-175C5CC4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D07F42D7-1C3C-4596-B58E-4B666BCA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F767E13-F454-4E56-A267-698AC962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A184158F-B867-4E73-B379-8334F9AD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49C5-D1C9-4D8F-B011-D777BD3A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FF7A67E0-3E28-48A7-8665-9977DC83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389105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87B9B-13F7-4E30-8E5A-C084C81C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BE5A4-4D89-4152-BA34-425F3FC3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E3360CE2-8684-4FD5-A116-31BA2571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8D018FE-FACD-41F6-B281-7E43B639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12C98963-40D2-44D0-87C5-A24E335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8881B-2B73-4E09-BC8B-9BC2A444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EE1A55F9-C4EC-40D6-ACC8-3B8B6527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https://syunnjack.dev/articles/retro-new-games-app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5655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2026-08-12T15:34:44.9460000Z</dcterms:created>
  <dcterms:modified xsi:type="dcterms:W3CDTF">2026-08-12T15:34:44.9470000Z</dcterms:modified>
</coreProperties>
</file>