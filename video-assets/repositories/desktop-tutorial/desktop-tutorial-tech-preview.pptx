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2f3e9bfaaa4e8b" /><Relationship Type="http://schemas.openxmlformats.org/officeDocument/2006/relationships/extended-properties" Target="/docProps/app.xml" Id="R9ab0af99f2534b5c" /><Relationship Type="http://schemas.openxmlformats.org/officeDocument/2006/relationships/officeDocument" Target="/ppt/presentation.xml" Id="Re0210b10ae1f44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aa545e063f4621"/>
  </p:sldMasterIdLst>
  <p:notesMasterIdLst>
    <p:notesMasterId xmlns:r="http://schemas.openxmlformats.org/officeDocument/2006/relationships" r:id="Rfd06ee788ca94b1c"/>
  </p:notesMasterIdLst>
  <p:sldIdLst>
    <p:sldId xmlns:r="http://schemas.openxmlformats.org/officeDocument/2006/relationships" id="256" r:id="R0a1084a018a7410b"/>
    <p:sldId xmlns:r="http://schemas.openxmlformats.org/officeDocument/2006/relationships" id="257" r:id="Rd949da4b559c449a"/>
    <p:sldId xmlns:r="http://schemas.openxmlformats.org/officeDocument/2006/relationships" id="258" r:id="Rf620dbee28a54534"/>
    <p:sldId xmlns:r="http://schemas.openxmlformats.org/officeDocument/2006/relationships" id="259" r:id="R5921a423775c4668"/>
    <p:sldId xmlns:r="http://schemas.openxmlformats.org/officeDocument/2006/relationships" id="260" r:id="Rf2c8a67e339a4d2e"/>
    <p:sldId xmlns:r="http://schemas.openxmlformats.org/officeDocument/2006/relationships" id="261" r:id="Rd8ad90aa0cdf44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9443ad45ea4cfb" /><Relationship Type="http://schemas.openxmlformats.org/officeDocument/2006/relationships/slideMaster" Target="/ppt/slideMasters/slideMaster1.xml" Id="R0aaa545e063f4621" /><Relationship Type="http://schemas.openxmlformats.org/officeDocument/2006/relationships/notesMaster" Target="/ppt/notesMasters/notesMaster1.xml" Id="Rfd06ee788ca94b1c" /><Relationship Type="http://schemas.openxmlformats.org/officeDocument/2006/relationships/presProps" Target="/ppt/presProps.xml" Id="R492c61541c2f4cae" /><Relationship Type="http://schemas.openxmlformats.org/officeDocument/2006/relationships/tableStyles" Target="/ppt/tableStyles.xml" Id="Rf3f925b5dfc74275" /><Relationship Type="http://schemas.openxmlformats.org/officeDocument/2006/relationships/slide" Target="/ppt/slides/slide1.xml" Id="R0a1084a018a7410b" /><Relationship Type="http://schemas.openxmlformats.org/officeDocument/2006/relationships/slide" Target="/ppt/slides/slide2.xml" Id="Rd949da4b559c449a" /><Relationship Type="http://schemas.openxmlformats.org/officeDocument/2006/relationships/slide" Target="/ppt/slides/slide3.xml" Id="Rf620dbee28a54534" /><Relationship Type="http://schemas.openxmlformats.org/officeDocument/2006/relationships/slide" Target="/ppt/slides/slide4.xml" Id="R5921a423775c4668" /><Relationship Type="http://schemas.openxmlformats.org/officeDocument/2006/relationships/slide" Target="/ppt/slides/slide5.xml" Id="Rf2c8a67e339a4d2e" /><Relationship Type="http://schemas.openxmlformats.org/officeDocument/2006/relationships/slide" Target="/ppt/slides/slide6.xml" Id="Rd8ad90aa0cdf44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1a0996fff34b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309cf25a0d4c6d" /><Relationship Type="http://schemas.openxmlformats.org/officeDocument/2006/relationships/notesMaster" Target="/ppt/notesMasters/notesMaster1.xml" Id="R6fe5b25c24e647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fab5d16cdd4d6a" /><Relationship Type="http://schemas.openxmlformats.org/officeDocument/2006/relationships/notesMaster" Target="/ppt/notesMasters/notesMaster1.xml" Id="R50680c190ffd48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06fcac4f3b45c4" /><Relationship Type="http://schemas.openxmlformats.org/officeDocument/2006/relationships/notesMaster" Target="/ppt/notesMasters/notesMaster1.xml" Id="R64f84a17b85443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5039b4c3f74647" /><Relationship Type="http://schemas.openxmlformats.org/officeDocument/2006/relationships/notesMaster" Target="/ppt/notesMasters/notesMaster1.xml" Id="R57921d760c954d6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367bc0c20c4540" /><Relationship Type="http://schemas.openxmlformats.org/officeDocument/2006/relationships/notesMaster" Target="/ppt/notesMasters/notesMaster1.xml" Id="Rcce33917249149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165a1ab0854685" /><Relationship Type="http://schemas.openxmlformats.org/officeDocument/2006/relationships/notesMaster" Target="/ppt/notesMasters/notesMaster1.xml" Id="R11aeec3a796140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今回は、Desktop Tutorialの技術構成を短く解説します。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https://github.com/syunnjack/desktop-tutorial</a:t>
            </a:r>
          </a:p>
          <a:p xmlns:a="http://schemas.openxmlformats.org/drawingml/2006/main">
            <a:r>
              <a:t>- https://syunnjack.dev/articles/desktop-tutorial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Desktop Tutorialは、公開リポジトリの構成を中心に設計・実装したプロジェクトです。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https://github.com/syunnjack/desktop-tutorial</a:t>
            </a:r>
          </a:p>
          <a:p xmlns:a="http://schemas.openxmlformats.org/drawingml/2006/main">
            <a:r>
              <a:t>- https://syunnjack.dev/articles/desktop-tutorial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https://github.com/syunnjack/desktop-tutorial</a:t>
            </a:r>
          </a:p>
          <a:p xmlns:a="http://schemas.openxmlformats.org/drawingml/2006/main">
            <a:r>
              <a:t>- https://syunnjack.dev/articles/desktop-tutorial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リポジトリでは、README.mdを中心に実装を確認できます。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https://github.com/syunnjack/desktop-tutorial</a:t>
            </a:r>
          </a:p>
          <a:p xmlns:a="http://schemas.openxmlformats.org/drawingml/2006/main">
            <a:r>
              <a:t>- https://syunnjack.dev/articles/desktop-tutorial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直近のコミットでは、プロジェクトの初期構成と開発基盤が整備されました。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https://github.com/syunnjack/desktop-tutorial</a:t>
            </a:r>
          </a:p>
          <a:p xmlns:a="http://schemas.openxmlformats.org/drawingml/2006/main">
            <a:r>
              <a:t>- https://syunnjack.dev/articles/desktop-tutorial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https://github.com/syunnjack/desktop-tutorial</a:t>
            </a:r>
          </a:p>
          <a:p xmlns:a="http://schemas.openxmlformats.org/drawingml/2006/main">
            <a:r>
              <a:t>- https://syunnjack.dev/articles/desktop-tutorial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4d0e06f9e94cc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f9032cd97e4cb3" /><Relationship Type="http://schemas.openxmlformats.org/officeDocument/2006/relationships/slideLayout" Target="/ppt/slideLayouts/slideLayout1.xml" Id="R86884471e7dc48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884471e7dc48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228c3062a479a" /><Relationship Type="http://schemas.openxmlformats.org/officeDocument/2006/relationships/notesSlide" Target="/ppt/notesSlides/notesSlide1.xml" Id="Ra7b8087484ee483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ae756112d4952" /><Relationship Type="http://schemas.openxmlformats.org/officeDocument/2006/relationships/notesSlide" Target="/ppt/notesSlides/notesSlide2.xml" Id="Rd450e720b34045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446b4f17e4efa" /><Relationship Type="http://schemas.openxmlformats.org/officeDocument/2006/relationships/notesSlide" Target="/ppt/notesSlides/notesSlide3.xml" Id="R59c43f81f15847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a4d6aa2024fe4" /><Relationship Type="http://schemas.openxmlformats.org/officeDocument/2006/relationships/notesSlide" Target="/ppt/notesSlides/notesSlide4.xml" Id="R9c077fc2c11446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15c263999e4b41" /><Relationship Type="http://schemas.openxmlformats.org/officeDocument/2006/relationships/notesSlide" Target="/ppt/notesSlides/notesSlide5.xml" Id="R15e3275288594a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a46b214fe4440" /><Relationship Type="http://schemas.openxmlformats.org/officeDocument/2006/relationships/notesSlide" Target="/ppt/notesSlides/notesSlide6.xml" Id="Rcc9b92c51a0043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02258-B33D-4F45-881C-A360AE7B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E07AA6-D8B0-496D-8986-5646896A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1F78DA4A-6021-4A74-868D-2E66CF88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712A24EA-D9BA-42A9-93B0-8CF5A9B9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A6F7237-3FF5-422B-98CC-ECEBDDBB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Desktop Tutorialの技術解説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92E6C574-03B1-44C9-8550-6CF93722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DAEDA19C-A630-4A63-A926-A9704546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10753218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AE6E1-79BF-4775-A1A6-0ADEAA91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C3950D-987B-4FB1-9785-AC2583F5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E192136B-74C8-4CB9-9B58-5F44FD6E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315C901A-F48E-4597-A97A-5FF7312AB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E2A76C61-4975-433D-BA94-5AB28250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927E9-C58D-4486-8667-107E23A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2143A146-F604-4D50-86C0-426659E9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Desktop Tutorialは、公開リポジトリの構成を中心に設計・実装したプロジェクトです。</a:t>
            </a:r>
          </a:p>
        </p:txBody>
      </p:sp>
    </p:spTree>
    <p:extLst>
      <p:ext uri="{BB962C8B-B14F-4D97-AF65-F5344CB8AC3E}">
        <p14:creationId xmlns:p14="http://schemas.microsoft.com/office/powerpoint/2010/main" val="11180573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558E0-4631-4291-86B9-151DADED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6475CC-3ED4-4A12-AD6F-1B0613E6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AFA6C273-B654-486C-B934-50DB0469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55911309-51A2-4DE1-BA7B-2F1CFE14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622B9F43-BA57-4096-B5CE-B849283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96B0A-068C-44F2-90EA-4569490B8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B6BCE27A-F98F-4EB8-AFF3-F026D094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9983821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7CF73-3F28-4A26-90D7-8B8A6845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8E9C8-2638-423A-AD10-3F451407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1F10FAD5-A9CC-4059-B55D-FDB9A071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4F1E1842-A4D5-4D7E-AE69-532283F6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51233E09-0934-4D0E-8B2D-EFCA8AFA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7F54F1-86CD-4994-A236-72B41A5E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A6103B11-80F6-41CD-AB0F-8C9629DE0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主なファイル：README.md</a:t>
            </a:r>
          </a:p>
        </p:txBody>
      </p:sp>
    </p:spTree>
    <p:extLst>
      <p:ext uri="{BB962C8B-B14F-4D97-AF65-F5344CB8AC3E}">
        <p14:creationId xmlns:p14="http://schemas.microsoft.com/office/powerpoint/2010/main" val="5614898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B316D1-4E2B-4190-81AB-22039608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8A341-9AAA-4A8D-8496-F278A3E4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0682DD71-11E8-435B-BA10-9E07D672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CDDF911C-DFF2-4F50-9181-B11866432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153EFB49-A3F5-4353-B060-79965F18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A05D61-E39C-44E6-A791-7294AB4A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5F580D4D-83BE-45E1-A8E6-6BAEC907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直近のコミットでは、プロジェクトの初期構成と開発基盤が整備されました。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2471398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F37CD-5003-4D36-88D7-ECA9B668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01812-3742-4430-A748-108D9171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0AA5DD1C-F0C2-477F-98AF-9814BE82C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824D8043-85EB-49F6-80F9-56262D4D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BA662A42-5DDC-4533-9083-E70CC064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1D336-92D4-4089-B7F6-B51672A4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92192DA4-EDF4-4735-91B9-12E3C297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https://syunnjack.dev/articles/desktop-tutorial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4324916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2026-08-12T15:16:16.7650000Z</dcterms:created>
  <dcterms:modified xsi:type="dcterms:W3CDTF">2026-08-12T15:16:16.7650000Z</dcterms:modified>
</coreProperties>
</file>