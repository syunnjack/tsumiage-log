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6B9975-BD7A-CDFC-8FC1-00452C60B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B931DB-BB0F-84AF-8A38-4CDCECD7C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AB1AF0-03AA-6658-A434-BAEA7799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DF6E2D-8C2D-127C-C5BB-C54AEE1B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445D60-0C77-A925-519B-1FCE8BEE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22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3D3B79-F34F-3F3F-91D3-D572DA72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FAC8C0-C0DD-2D1F-DCF8-10A5715A5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165E10-4988-7975-DC0C-C655BE48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0542D5-1BEC-4DB3-2E3C-E8E976DC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1782EF-FB96-324F-BA55-1AF4375A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1876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BA779A-9A5F-0282-AC1A-15F3EA9B0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493277-E604-864C-B898-325736083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49E49-C24F-FB07-E900-C5C16DC0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384513-ABA6-317E-F9B0-030F9D8D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454CAB-E378-7185-AE85-A56B59FF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753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686127-DD00-FD4B-0A53-80AB67B5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4DFF5C-312B-3458-2500-C31D5605D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4C1FF3-8369-C0C8-DFAB-69B5D9CC4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FAC4C7-0FD5-9752-52E1-73CF881D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5BA6D3-DD52-D9EE-831A-FDFA8384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45AA13-3F40-919C-9EBF-F1DFC140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1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366988-CEA8-387A-CF77-A0ECB0C71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716D0F-CBC1-5B33-B515-4EABD8A61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3FC2F9-5C17-B56A-91AA-BA49BD089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364FA72-2ABE-4E53-C63C-62E205C75F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B9ED6EB-68E8-2899-B42F-A8042BC69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FD4335-2EA1-B334-5C3D-FA5DA18D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D879E48-3BF3-5BBB-BB97-250E2724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077D2C2-3DC9-5706-AB4D-0F336BC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6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CA33A8-D063-2FE3-D8FF-C99550BAD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D1C46DB-B735-B4E6-E7E6-B2A7D152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772EEFC-FF74-3011-EEE3-6B39C81E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C517EB9-6375-DDA1-C346-121CEE70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51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E828EBC-9054-4E56-BE2B-BEEF2415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9F5C33-B321-FC5C-2A13-7C45DD21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07B480-35F7-10CE-D2DA-981C8E04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90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92F33E-5C0E-5195-36B6-BDD470140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AC4261-5289-13F8-A91E-19074980C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891AD71-40FA-DB2E-4315-5A9458359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B4BC7B-CCD0-9B9E-34DD-33D84002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3FBCF1-06DB-1260-FDA6-6179EBBC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D68985-4F13-99EA-C839-B898E6D7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429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E47EC-F407-9427-5F03-1F4F4112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3CE5C61-512E-F14F-190B-D7E0F7478B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02BE3A-D9F2-B922-E15E-64B34E898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A690E5-EAD1-2DF0-DCAB-1B4A8831C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224CD3-68DD-F627-1CA4-6B0BD586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7D2F9A-2B45-66FF-E87C-F777F829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897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0390D7-676C-84FE-6272-ACAEAB62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375C79-47B0-FE63-D2A6-56071B9A8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C548A0-06E2-B162-9F24-D9856E2F5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5E8367-BA82-57A1-88DC-2FDED4AA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7A3C11-AF4C-543B-04DE-07FDA733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327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AB015AC-8731-5982-6CD3-81EE727FF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3AED85E-D6CA-5167-159B-0305D66EC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C37EE-BA0F-E43B-9003-0B81914F1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F791D9-A2D2-D2A1-2B9F-FE37E356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56319F-2FAA-3336-A09D-EBC8E543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355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8E8798E-F788-7F86-9FF2-CE1B15B6F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297C1A-C6F7-C25D-23D2-6A3C47F20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71E11B-D915-2BDC-D0EA-2B6D37676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6EA7C-5457-4EA5-82F6-D559510CB89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6761EB-282D-DDC7-8B83-A3EBB6329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65DDAD-5F73-81C7-1308-6AE859D21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46093-1650-4E66-96C9-687196A8DA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30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7D69A0-4FDF-EF15-B69A-2DC870ADA99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283B488-E73A-48E8-C53C-52B64804CB9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Desktop Tutorial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F46B84-4E87-6544-BBDD-9C374743475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AD72CC-2C4B-5EDF-BCBA-F6BDCC143EC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7360A11-5CCE-57FA-471D-65A6F2A876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8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010EAA-9F16-BC17-6AA9-E3248D5E8A6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172BA4-D1A8-0E6B-969D-7E10C4244AF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AC8EEF-6EF9-F5DF-0DB6-19ED204B794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Desktop Tutorial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328E66-262F-3FBB-6C74-3A95061CAAC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7ACBFC7-64A4-A922-FA72-C03BBCDB7B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16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8472AB-AD9A-E229-25B4-228E03A6BE9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3A60FE7-2D1A-30AE-D9C2-6889B5B5236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B3F06D7-90C5-36B4-A50D-3A9B95EBA49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FA8CC9-8417-3AD7-A74B-8583BAAF677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C067354F-3DC0-F8AC-8E2D-335AF7AE63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36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29E560E-CE22-DCC7-20AB-AC821F78F21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16E25D-3785-519D-F5F3-7D077D6E28B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1337B4-2C9B-A066-1A1D-1569AE51898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3B6A03-2523-FCE0-AE2D-B8DE21C6322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B9853E1-C47B-9D26-AB3A-EBAA15D337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72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1617EE-3478-F501-3FAF-532FCD959D3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A53B4D-515E-C879-B925-898A3E87E4F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D44C19-1CA0-5E81-FA35-F60B5D3F6AF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C73DD8-E57C-276A-004C-BA056E68B1A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6C71D6A-58A6-1545-6F7B-1D054A62B2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66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8A01268-EC3A-40B6-B1ED-762D621FC33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DC817C-1D2B-5843-4BCD-9E5AA36AB72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A6CFD0-AA54-D929-FB39-910923B3C2C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https://syunnjack.dev/articles/desktop-tutorial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6CC301C-9CA7-6CDB-0F65-9E833F8F136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8813098-E90A-BD77-2AF6-043640FCEF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61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2026-07-30T12:36:26Z</dcterms:created>
  <dcterms:modified xsi:type="dcterms:W3CDTF">2026-07-30T12:36:26Z</dcterms:modified>
</cp:coreProperties>
</file>