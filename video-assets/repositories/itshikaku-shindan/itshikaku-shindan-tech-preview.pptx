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2e0e199a1142fc" /><Relationship Type="http://schemas.openxmlformats.org/officeDocument/2006/relationships/extended-properties" Target="/docProps/app.xml" Id="R34cc4e8c47994a4a" /><Relationship Type="http://schemas.openxmlformats.org/officeDocument/2006/relationships/officeDocument" Target="/ppt/presentation.xml" Id="Rb8d0215177cc45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323937bd414afc"/>
  </p:sldMasterIdLst>
  <p:notesMasterIdLst>
    <p:notesMasterId xmlns:r="http://schemas.openxmlformats.org/officeDocument/2006/relationships" r:id="Rd91bca3ebfd24fa4"/>
  </p:notesMasterIdLst>
  <p:sldIdLst>
    <p:sldId xmlns:r="http://schemas.openxmlformats.org/officeDocument/2006/relationships" id="256" r:id="Ra07f661845c34bcc"/>
    <p:sldId xmlns:r="http://schemas.openxmlformats.org/officeDocument/2006/relationships" id="257" r:id="R7f80067fdea94d7a"/>
    <p:sldId xmlns:r="http://schemas.openxmlformats.org/officeDocument/2006/relationships" id="258" r:id="R108efcf054854301"/>
    <p:sldId xmlns:r="http://schemas.openxmlformats.org/officeDocument/2006/relationships" id="259" r:id="R62ecd97df5d4403e"/>
    <p:sldId xmlns:r="http://schemas.openxmlformats.org/officeDocument/2006/relationships" id="260" r:id="R84810561b86d4e96"/>
    <p:sldId xmlns:r="http://schemas.openxmlformats.org/officeDocument/2006/relationships" id="261" r:id="R1b1bd8ce45844e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7b3636ec844c26" /><Relationship Type="http://schemas.openxmlformats.org/officeDocument/2006/relationships/slideMaster" Target="/ppt/slideMasters/slideMaster1.xml" Id="Rc2323937bd414afc" /><Relationship Type="http://schemas.openxmlformats.org/officeDocument/2006/relationships/notesMaster" Target="/ppt/notesMasters/notesMaster1.xml" Id="Rd91bca3ebfd24fa4" /><Relationship Type="http://schemas.openxmlformats.org/officeDocument/2006/relationships/presProps" Target="/ppt/presProps.xml" Id="R4027b5af9b73483b" /><Relationship Type="http://schemas.openxmlformats.org/officeDocument/2006/relationships/tableStyles" Target="/ppt/tableStyles.xml" Id="R0e2825ff95d0466d" /><Relationship Type="http://schemas.openxmlformats.org/officeDocument/2006/relationships/slide" Target="/ppt/slides/slide1.xml" Id="Ra07f661845c34bcc" /><Relationship Type="http://schemas.openxmlformats.org/officeDocument/2006/relationships/slide" Target="/ppt/slides/slide2.xml" Id="R7f80067fdea94d7a" /><Relationship Type="http://schemas.openxmlformats.org/officeDocument/2006/relationships/slide" Target="/ppt/slides/slide3.xml" Id="R108efcf054854301" /><Relationship Type="http://schemas.openxmlformats.org/officeDocument/2006/relationships/slide" Target="/ppt/slides/slide4.xml" Id="R62ecd97df5d4403e" /><Relationship Type="http://schemas.openxmlformats.org/officeDocument/2006/relationships/slide" Target="/ppt/slides/slide5.xml" Id="R84810561b86d4e96" /><Relationship Type="http://schemas.openxmlformats.org/officeDocument/2006/relationships/slide" Target="/ppt/slides/slide6.xml" Id="R1b1bd8ce45844e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1d4f6bbdb24b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6ea158db464cb5" /><Relationship Type="http://schemas.openxmlformats.org/officeDocument/2006/relationships/notesMaster" Target="/ppt/notesMasters/notesMaster1.xml" Id="Rec3890019fc54f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2c498adb1c4d0a" /><Relationship Type="http://schemas.openxmlformats.org/officeDocument/2006/relationships/notesMaster" Target="/ppt/notesMasters/notesMaster1.xml" Id="R0df014e6e0394d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359a6a9f614e7a" /><Relationship Type="http://schemas.openxmlformats.org/officeDocument/2006/relationships/notesMaster" Target="/ppt/notesMasters/notesMaster1.xml" Id="Rd1cd7404931c4d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4e9d32a7d477d" /><Relationship Type="http://schemas.openxmlformats.org/officeDocument/2006/relationships/notesMaster" Target="/ppt/notesMasters/notesMaster1.xml" Id="Rfc487ef286af4b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1a002b021b48c4" /><Relationship Type="http://schemas.openxmlformats.org/officeDocument/2006/relationships/notesMaster" Target="/ppt/notesMasters/notesMaster1.xml" Id="R1763ea89afa844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c11aece9eb400b" /><Relationship Type="http://schemas.openxmlformats.org/officeDocument/2006/relationships/notesMaster" Target="/ppt/notesMasters/notesMaster1.xml" Id="R30fbdf53faab48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今回は、Itshikaku Shindanの技術構成を短く解説します。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https://github.com/syunnjack/itshikaku-shindan</a:t>
            </a:r>
          </a:p>
          <a:p xmlns:a="http://schemas.openxmlformats.org/drawingml/2006/main">
            <a:r>
              <a:t>- https://syunnjack.dev/articles/itshikaku-shindan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Itshikaku Shindanは、PHPを中心に設計・実装したプロジェクトです。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https://github.com/syunnjack/itshikaku-shindan</a:t>
            </a:r>
          </a:p>
          <a:p xmlns:a="http://schemas.openxmlformats.org/drawingml/2006/main">
            <a:r>
              <a:t>- https://syunnjack.dev/articles/itshikaku-shindan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主な技術はPHPです。役割を分け、保守しやすい構成を目指しています。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https://github.com/syunnjack/itshikaku-shindan</a:t>
            </a:r>
          </a:p>
          <a:p xmlns:a="http://schemas.openxmlformats.org/drawingml/2006/main">
            <a:r>
              <a:t>- https://syunnjack.dev/articles/itshikaku-shindan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https://github.com/syunnjack/itshikaku-shindan</a:t>
            </a:r>
          </a:p>
          <a:p xmlns:a="http://schemas.openxmlformats.org/drawingml/2006/main">
            <a:r>
              <a:t>- https://syunnjack.dev/articles/itshikaku-shindan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https://github.com/syunnjack/itshikaku-shindan</a:t>
            </a:r>
          </a:p>
          <a:p xmlns:a="http://schemas.openxmlformats.org/drawingml/2006/main">
            <a:r>
              <a:t>- https://syunnjack.dev/articles/itshikaku-shindan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https://github.com/syunnjack/itshikaku-shindan</a:t>
            </a:r>
          </a:p>
          <a:p xmlns:a="http://schemas.openxmlformats.org/drawingml/2006/main">
            <a:r>
              <a:t>- https://syunnjack.dev/articles/itshikaku-shindan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2fe2aac6943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3dc1c37af04ed2" /><Relationship Type="http://schemas.openxmlformats.org/officeDocument/2006/relationships/slideLayout" Target="/ppt/slideLayouts/slideLayout1.xml" Id="Rc4d21eaa0f6a4b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d21eaa0f6a4b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7ca2f281f43d9" /><Relationship Type="http://schemas.openxmlformats.org/officeDocument/2006/relationships/notesSlide" Target="/ppt/notesSlides/notesSlide1.xml" Id="R88a03205146740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305503cc54486" /><Relationship Type="http://schemas.openxmlformats.org/officeDocument/2006/relationships/notesSlide" Target="/ppt/notesSlides/notesSlide2.xml" Id="Rd867b6a37f4e47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95263231846c7" /><Relationship Type="http://schemas.openxmlformats.org/officeDocument/2006/relationships/notesSlide" Target="/ppt/notesSlides/notesSlide3.xml" Id="Re834f670d93e43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ced355b404976" /><Relationship Type="http://schemas.openxmlformats.org/officeDocument/2006/relationships/notesSlide" Target="/ppt/notesSlides/notesSlide4.xml" Id="R5c6fd2a44df74b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5643b351241e8" /><Relationship Type="http://schemas.openxmlformats.org/officeDocument/2006/relationships/notesSlide" Target="/ppt/notesSlides/notesSlide5.xml" Id="Ra69da823016545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74a297ac04fb9" /><Relationship Type="http://schemas.openxmlformats.org/officeDocument/2006/relationships/notesSlide" Target="/ppt/notesSlides/notesSlide6.xml" Id="Rb048e622193847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57A23-F47D-46C4-8753-B48071B3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C6D49-D8C9-49AC-AFC9-DDCA9C24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19786ECB-849E-4D10-8BF6-AAB35476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BC9D710E-2214-410F-A3FC-7B223329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81412FF-CDE2-4EE5-B9BB-736F5E19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Itshikaku Shindanの技術解説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9F8976E-8F7A-419F-A515-9A48561A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74D8F924-DE73-4C4F-BAE7-CB5867C4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PHP</a:t>
            </a:r>
          </a:p>
        </p:txBody>
      </p:sp>
    </p:spTree>
    <p:extLst>
      <p:ext uri="{BB962C8B-B14F-4D97-AF65-F5344CB8AC3E}">
        <p14:creationId xmlns:p14="http://schemas.microsoft.com/office/powerpoint/2010/main" val="1821424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9B27D-4ACB-414E-81D2-F175389E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8E486-37FB-4CCF-B146-77C80A3D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227ED0AF-0FB2-4238-BF26-43E61739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7B9DEB85-56EB-4A76-BEEB-15A844D1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4B4426FE-CA2B-43AE-8D37-8D68DC36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66A31-015D-4252-91D0-BA032920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0CEE68A6-3534-4BEE-921E-50E8BF6B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Itshikaku Shindanは、PHPを中心に設計・実装したプロジェクトです。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509225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8556B-632E-459D-B8DC-08B016A9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98354-5D3A-4E4A-98B2-38E2FC56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6C7F6A9E-4F1B-4C0F-B65B-C48A63B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735B805-C839-45BE-8E5C-09E339F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FD613ECB-F5E9-40B4-B91A-8F42252B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23B62-AAD6-4302-BAB3-CCAC1CC2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FD067BC-865F-429F-A91C-4ED65E35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主要技術：PHP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2076614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4BEB0-1795-4EEE-8C55-CAF51BC9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203EE-8D45-4FC1-B384-94331B1F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DF4DDB6A-FB45-45C9-9B22-E855A34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55BB3DAD-48CD-44F2-B127-86C02667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34AE5787-654F-463B-B033-73CF95C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B64DE-F47B-4DB7-8964-157144B8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1D8B1B47-51CD-496D-AFB7-1B573ACB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534968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7D1F9-B37B-4F90-8546-1EC7C64D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CF971-8E2C-42EA-ADAF-EA39F95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B653C2EB-E095-4C96-918A-90D11A05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4237C5A-307E-4EB9-BD37-7160F760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B89AAB00-D7D5-4976-964B-CC026E4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301F1-956E-4567-B503-C5AA5E41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A0C22CF8-0616-415F-B0AE-580DD73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788410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951D5-CB1E-4395-883B-9B725160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F9EAA-DDB4-4781-AF40-C32022FE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3E6CDDC4-B279-4176-9B61-625E6C01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9FEA9008-953A-4B9B-B98B-870AEDB0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07C4B1C6-73B0-48FF-A2D5-958E879E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5F8D5-F0EB-45B2-B565-946C31C0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25A9BDA4-8D49-4A4B-921F-315AF5C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https://syunnjack.dev/articles/itshikaku-shindan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949837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2026-08-12T15:27:29.0440000Z</dcterms:created>
  <dcterms:modified xsi:type="dcterms:W3CDTF">2026-08-12T15:27:29.0440000Z</dcterms:modified>
</coreProperties>
</file>