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E9A8B6-EB42-66FD-D9B0-9470143ED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AFCA67F-4864-5399-1AAC-19E71C0D6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44E7FA-6A81-ACDD-80CC-0904FF6F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8476-6152-4B08-881D-457B09B8009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CCB509-5499-F85F-59A5-640730AF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5300BC-988B-7DD8-B5C8-C28CFC29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EE8F-C272-4D18-B54D-99E0A23FEE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017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21128F-D036-1DC0-8026-CB8040EA1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44034A-A5FC-CFC6-532B-337A1C5C4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192A2E-2AA7-8210-148E-FB61DCCA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8476-6152-4B08-881D-457B09B8009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C280E5-66D8-2256-1DA9-A7F65FAEB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4A79C2-2CFD-8AF5-5EDB-6B5D4022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EE8F-C272-4D18-B54D-99E0A23FEE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32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C88785-ACD1-E5AF-5BF2-EEE93EEEC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4ECAF9-EF3F-F639-045A-96A0C5A08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710565-2859-F093-EAA7-F03926FE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8476-6152-4B08-881D-457B09B8009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ECE94C-18FF-1D1B-32F2-9B023D319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BDCE06-60A8-E981-B77A-AA5A26B43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EE8F-C272-4D18-B54D-99E0A23FEE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67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B08177-47B3-586F-BB1A-80707FA1E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7B4937-8551-DFBB-BD56-825C04BD3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EBEF42-095F-497A-E2B0-E1476BF13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2A7D27-1D87-27F3-31CD-099BA55BB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8476-6152-4B08-881D-457B09B8009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E490E4-300A-E38A-256E-D8E40232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D2A5EA-19AD-509E-9DFB-477FD15D6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EE8F-C272-4D18-B54D-99E0A23FEE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003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0E9DF3-85E5-695D-D041-ECF1AD2A4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35507A-741F-AEED-4C19-05703EE4E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8A22CB-8F18-D8F0-0034-54B0189DE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A4E7128-C9FA-BF22-F021-C95BD4F3B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FC9D5DA-FC8E-8E68-442B-3EDCC51CB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5962C4D-B0C7-0C5D-9E24-0A021BB81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8476-6152-4B08-881D-457B09B8009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A9F0B-10E6-5D7D-4189-B7CAE535D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6579412-08BC-A643-45C2-BFA00117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EE8F-C272-4D18-B54D-99E0A23FEE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5324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3283F0-10BD-3285-877F-00B51916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EBDDBD7-6575-8717-1D38-DEF36C8FE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8476-6152-4B08-881D-457B09B8009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F680405-8581-09E0-4D33-C867D7EA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EFA272F-5318-9D20-C6DE-2F095B0E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EE8F-C272-4D18-B54D-99E0A23FEE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282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D348751-5CE7-9A49-5CA0-8DCDEA3FF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8476-6152-4B08-881D-457B09B8009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B12AC8-711B-AD9A-83D8-8BC815A5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5ECD4A-97D8-C607-F0A6-7BF1E56E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EE8F-C272-4D18-B54D-99E0A23FEE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463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ED7C2-5473-88C4-CEDA-8E97AD352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BA2426-C17A-3923-1897-DF1254A32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F5B711-1CCE-5401-49E6-002DB1ACF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698E88-E72A-1E0A-6635-8234624F5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8476-6152-4B08-881D-457B09B8009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C42CA8-4734-F454-FBF1-F8DE15DC0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9A74FFA-8FBD-09CB-3BD1-BC933E12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EE8F-C272-4D18-B54D-99E0A23FEE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50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8E69A0-E25A-0570-19C3-50CDB3B4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19D3C08-2249-8385-DA9D-D76C9368A0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BFEA88-2D4C-0E18-1D31-D2C2930FA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66F2C9-6DFB-8AFD-E262-A78E935D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8476-6152-4B08-881D-457B09B8009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511B26-3BE0-4E5A-1AE3-42A53728C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CDA569-83D4-DA42-3406-4E568B3D0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EE8F-C272-4D18-B54D-99E0A23FEE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24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65BF82-EB8A-FEA1-2908-4A3E6B05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BE09BA-05B2-F3D8-5589-F4D80CD4B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8549BC-6E18-DB4A-6645-59C0DB81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8476-6152-4B08-881D-457B09B8009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A914E1-E162-E132-6D1E-5F6836DC9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3308A6-8608-2ABA-4CCB-E2BCBC46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EE8F-C272-4D18-B54D-99E0A23FEE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8037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8F56D0F-C044-A38A-9536-1655BE932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0773C43-883B-C1EC-5539-BE15785B2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FDBBE5-FAF9-22D3-B914-04C65206F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8476-6152-4B08-881D-457B09B8009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5C0350-4A33-8D54-1576-EBDA0706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C9D1F3-5163-1FBA-7662-81492A6D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EE8F-C272-4D18-B54D-99E0A23FEE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6239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E520E21-11C0-A494-1119-E143C5CD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31AB47-BD40-8813-05D2-4AD9D3649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DE3FFD-5167-F1E6-6F5C-DD1873B41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C8476-6152-4B08-881D-457B09B8009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C99309-299A-DF89-9D02-31933E7E6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A81E7F-0435-83B0-AAE8-161D2F9A6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6EE8F-C272-4D18-B54D-99E0A23FEE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486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A8DC0B-C44D-DD4B-4FF0-6AAE22DEE76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A5B7D7-12D8-F397-D26F-2E7FFFD70F5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Local Search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67BD05-3A0F-DAB2-07DA-A131942834E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7B1C65-7780-5A78-D2D3-3E1347AC520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C447DA06-0955-D43B-1B9A-148132FB83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92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905651-82CB-6BA8-2D83-E0B5D824991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A82C90-2898-342A-5106-D1F67F42BE2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8CF14CB-2083-8231-C619-F8BFF4E2A47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Local Search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A46488-8DA1-CA8E-35C7-DA3D4266A6C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E4A90E6A-1EA9-AF44-92F3-03813D300A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458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5DB7801-32D0-F2E4-1765-8B35CC5417A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8BD94A-9508-743D-13C1-7189F56311B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EC5C8BF-0381-5827-C2DC-5D79E812AEB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61C4E5-208A-4CBE-5D84-829D1C36516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503A81C-E80F-4CC5-A1A0-D869793DA3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22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B1E0677-747D-91E8-1C3E-E608EC6ED9E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282F89-DAD0-3EB5-92B1-289C001A256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D9CD9E-8B81-2167-6853-71B8552703D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local-search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6943E08-E895-45C2-54E0-5846DB04F07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6C54ADA-B0D5-F951-81FF-85C942D98F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21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574C5FD-9A3D-B468-325D-7893412DEE5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C97CE9-DA01-0008-791B-B872CD7FCE7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D22AA5-6C06-7685-E964-F645F04268B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05EAB2-19A5-EFB0-E23A-7EA12CA8D9E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DB2A6FE9-BE84-6E9F-7692-25202B4662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24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0850291-4AD9-96EB-6BDD-A6BA821B9A7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2E6A252-BF90-0548-0636-33DB50A1C3B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FB4FF89-B0B6-F6F8-F28D-54ACE415271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https://syunnjack.dev/articles/local-search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4F44F6-63D5-0054-4A20-170ED5B08E7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33D024F-7115-76CF-CBD6-52D4DECE9B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20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2026-07-30T12:31:33Z</dcterms:created>
  <dcterms:modified xsi:type="dcterms:W3CDTF">2026-07-30T12:31:33Z</dcterms:modified>
</cp:coreProperties>
</file>