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FD77B-C374-3603-BAD7-0105EE12C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62DE2B-E4D0-275F-4748-07CB549D2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9BC6E1-FDF8-CD5B-9240-14530090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536871-4C47-C214-6023-D6421FC6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F8E35-70A2-81EB-DF93-248862A5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44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BDC77-AC74-BD43-C142-A00332BA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7E2711-A8C5-7FA3-DE75-DB0DBF45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8DA656-F733-8031-1481-41689CB0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E0AC16-5B72-3CE4-F2B0-7B4997671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9F00ED-61C5-E669-26EE-3306B111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82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0512A-F506-CCAF-EF2A-464C7FEC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46DEDE-7B60-7FEF-745E-9CB64708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3CDA5C-E2E7-887C-079B-36C23DFF3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B82C55-DB0C-4A89-C550-ACD2705C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02AC3F-5742-5756-BB22-A12C4801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89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8CE95-3D7C-45B2-5D8F-97A91409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979E9D-4FB8-7BD2-AC1B-D6DBDE2E4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9FE865-5497-D454-19CC-5C5DBFECB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AA283-7AD8-8CB9-81BA-EEF95E0F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0C50EC-05C5-E59F-7A5B-FD617626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620386-5713-CE65-A470-CA529835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38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118772-39F1-3CF9-B3BD-4301794C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CBBDD4-D14A-E178-A1E8-417DFACC3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264FA6-E29A-5BDB-60B1-7F2BDAE09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5EE20BA-0741-B163-05AA-F24F4C781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3B6048-21A1-BCE4-B002-24A0BCC17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43F7BB-6F2E-14D8-1529-6D0C2B47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83CC18-1F32-AE09-EA9F-CD030583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0CA243-431A-C22E-8966-31B49E02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70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FD5FC-D7BF-2ADF-A08E-E195CE68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E5842DB-7834-5BF7-9628-8EDBA18CF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8DF153-980A-34EB-6F54-D660CDFD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666036-37DB-C6FF-F255-95C557F7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88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C52715B-629A-BF8A-8269-BFA6DB77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0C6900-AD74-5A89-E78B-58605AFE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0BAB37-95C4-DA45-BC00-605D84CA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87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A53ACF-93C5-C5C8-907B-8C0A1A8C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5061A-4D2F-B3E5-CB8B-DBF48A137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1521F2-519C-28CB-B0C4-A2E31F60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0EF8DD-8590-DF33-D586-2198350C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4A2E8F-B06A-D625-E192-4B0193EE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BE50B7-C6AF-A47C-90D1-51B05E80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7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AAC99F-769F-B86E-B10F-C37C2EB9C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838D746-C09A-B87A-BE72-ABCC08198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35C243-4444-1424-B236-765F06B06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C4981C-2C95-6F58-FBA9-FE0868C77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B88549-62DA-D3C1-E7BB-DC2E0EA2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BA9AD7-50FE-E620-CA1E-0F88530A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75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D2B43-EF7B-CF1E-5D53-6F55158E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2E9B438-DF11-38DD-5E63-C68AF0BA4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1AD604-5E2F-A8DC-001F-D72DF4AB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AC5E95-3894-D74C-5163-86952DB4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EA508A-DBC3-A2AD-FFD5-F10D473D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64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354300-0E84-4F0E-7C09-A6B472E33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962F7E-43A8-5D84-228E-B66F1CCA6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734AA9-CE42-80B3-CBAF-07DEE283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3D19F3-D6E9-A9F6-4232-DC8A3468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082D22-A445-8D9A-139C-91977A4C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785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91D35AF-2EC3-F5D3-BE9F-FF1093D9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762823-98C7-8F79-E418-2C5D6C52F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E72BD7-AF7D-FCFE-4B64-A0B182E04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42966-6A2D-4BEB-95D6-A9161EFBBFE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AAF188-41AE-1EC1-8305-EFC65D5E9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2183D0-B983-907A-77B4-371ACA0D2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CB1C8-F473-45B0-B730-48DA66A7E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3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494575-87B6-C407-A774-6AE24FAE91B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941774-6155-8CDE-9AEC-4B46D0FE06D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Tourism Crowd Parking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41CA36-36B9-5836-C431-7888CE3862E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9ADBA6-C44F-CA18-3666-59EECC44A8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2B0E08B-7741-8AC3-449D-E1F3D99C92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11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A7562F-261D-92EF-C9CB-DCCFA3FCA38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FED669-9244-8C45-D63B-CF2EB404B70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982B19-D9A4-DE2A-7DDA-6D84D8D72EC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Tourism Crowd Parking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観光スポット混雑・駐車場空き通知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tourism crowd parking alert Domain candidates Confirmed domain: tourismparking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7E836D-C11B-B3BE-640F-4D630C96749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AF6D492-D10B-F700-43FC-24D8A89341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5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DD6ECA-B731-E4BF-53EB-75CA5AF0AC2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3FD173-D57E-1F59-6CED-042203E2811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0A3F78-1E13-49D1-3F8E-7C1BEBBDC7D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A7F426-5A9F-552B-03C3-0ECE57ED49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B62BEA7-E7F7-5B93-178A-8ECE24BD16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04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D8CC88-B1DF-EC96-1843-414E16F12B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F099AA-FF34-2FBC-B5FD-AFAC76AF637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49BCFD-4B58-4B68-C177-D1C0FE540D1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4ABEFE-6471-BF01-9475-E6BB33E31B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0AF3ECC-8D28-BA1D-7D1B-5D12A1ED1A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65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897EC9-49FF-A832-B61D-6BA55DB1617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1E648A-8D7D-2568-3000-41C28F3BEC9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406603-1EBB-E714-E8B3-4FCDD7A3C95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ACE259-AB4F-8615-8BA0-827D11428E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86C49AC-84C9-4D04-2A15-2A6851D0F4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65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F0ADCE-82D4-D997-B983-BC9EF4B2E7F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F55304-E2A7-8B98-87C7-3B1AD75164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32CD83-A1C9-B635-D418-E4645A9F5D8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https://syunnjack.dev/articles/tourism-crowd-parking-alert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6EF9DD-B7AA-A611-D3BC-306CDA608AB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AA53E3C-BAAA-A328-409C-8DF8D70B55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36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2026-07-30T11:24:07Z</dcterms:created>
  <dcterms:modified xsi:type="dcterms:W3CDTF">2026-07-30T11:24:07Z</dcterms:modified>
</cp:coreProperties>
</file>