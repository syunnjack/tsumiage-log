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A7EA6-2107-69E2-C9D4-2D3F8484B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07F7C3-D4ED-C326-BE78-764D2A9F6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E0FB52-F068-6C46-87B4-DB9A0459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2F0D3F-1887-4C94-4225-E69CCBCE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329C43-1158-7567-CA7F-D940E46E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46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E6A80-2BA1-E7C8-AE81-9E2AF2FB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A08A78-0081-F7AB-9D5E-3995DE876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B77C8C-47DF-EB8F-1364-BDB843FC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6453DF-8CF7-E02B-A123-6F158B58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FD3CD6-DC94-6542-088E-B13C57F5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52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35F67-0639-DFAB-BAF8-13280695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BB3CCF-5709-4EDA-5EB8-BB8FE4357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1EE735-B558-5029-CA45-BA0A212F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1F9B69-77F0-A8FA-0F22-FB397723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9731E7-CAEA-0030-D69B-AAFBD2B8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89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62BF3-C7E0-5F90-EB62-FA44B1A2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F29890-AF76-AF57-5065-1E019B8E0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25A0C6-F8FF-D932-309F-7F5323075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D4F6FA-B681-FB7B-C254-11DEAB73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3DD98A-87EE-C2EF-A95C-18C73774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A60B4C-4426-0925-2369-AA62F052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4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8076A-2929-EA06-55CC-34CD4580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869ACD-288A-62A0-53DC-A0C9D55E1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DB9539-5CF1-F8CC-C1C6-501F59179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694073-DDEB-7AF8-3CA3-2EAA98D6C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F1053B-C69F-9506-B203-407A0FCE2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141657-A7AE-51DC-ABDA-463A4689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8227115-B6A9-CC53-8E83-A503678A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06D8D4-9045-9249-418E-6D4BEBEB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76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2930EF-A8AF-288E-85FB-70AF933D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33819D-6715-AD5B-89E5-86EE2326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D6D05C-6EDB-CF86-FADD-8BB26919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1542A62-C974-2095-AC4C-02ADC518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21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56EC65-D83D-F1BA-F5AF-3EBEB208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4177AA-6AA3-FD9C-7431-D83518DC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D1C65A-544D-FFAF-66F7-D8832668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32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98E29-1685-FAA0-1CAE-954B8C72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F774DF-239A-2DF5-8FF7-6F2027AF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838CF8-0821-1125-76B7-4E2728AC1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A09E8F-1E2A-220C-757C-61D9F838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86D0CE-D051-3561-AD55-31E71533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BC54C5-9626-A086-FD52-415A984D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1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FFEC10-9982-C2F1-6C8A-B87421A5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E13DBF-C2E8-4B14-A9E9-65EC9FD83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1A16FA-F586-2090-375A-9EE26F99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5805FE-0C26-6EE9-E995-F35CEFC7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7CA3AB-6509-B463-8E81-C8287097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EE9798-730E-1603-5DDC-4BD8F8E0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448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DE188C-F3EE-5A41-CDD9-F9560129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6BF5BF-1E9A-5E68-5CDF-DD8F5380E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587BBF-6EDE-3D0E-B622-0F91A492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08C36F-E141-65F5-A570-0E18D9EF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726E11-84B1-67C6-7888-EE7FC46F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233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5611CD-052E-4128-FFC7-3961632CA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50D2DC-3EF5-B5B0-C58D-830E3A4E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8551D-2E7C-FC48-7A49-F3344342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4C946D-3B79-A756-A0EE-74DC70C2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5C9CC9-C7DE-3BB0-4CDB-F8B72F20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99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BE8C6AD-8A51-DA7A-A686-80978394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675646-9A3D-7AFA-5E04-8F80D05A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76368-FC9A-2519-F8B6-C33ECC188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F4009-F344-4B45-8A44-C97BA9CCD80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706BB2-45FE-1693-21C1-26A719407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6470A6-7589-A507-2554-D2F2A820B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0091A-BDAA-4E09-98CC-58CC4248A4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066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6A21D5-E3A3-5CF0-0409-BD7DC2A9E55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9D37EC-6FEC-0CB5-0860-136CB307D95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Studylaw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3A2892-A0C3-3D3B-F276-1E35C55472E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9321CC-8AB5-0944-6FF9-3739A88FAA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AB6BFE2-D070-726A-76DD-8E6B77B52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98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5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1BBF10-B22D-259A-FCAA-EE4FCBC202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1D9A91-533B-CD59-1099-447BEA8A01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714B92-B2FC-E65F-B530-723496391DD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Studylaw 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24E4FA-A3D6-DA93-DE1B-F31CDD1CF8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41208FA-4484-DCD8-439C-3F5765FD2F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1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6E9C7F-0565-8838-ED2C-D23EA65C3CE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4EC5BB-2D35-C5B8-07D0-24D0072E71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7E6849-5882-59B2-7A3D-DDBCACD5841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E8172A-1C74-CED2-57D1-2BC18BA0B0A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91DFDCA-0AEB-C2F0-633A-203B9304A2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5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4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80F42F-0074-D2DC-D644-510C2F8C21E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3F2403-EA4D-D162-5D6C-255BFAB95EB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16BBAB-9337-58E8-30FF-23D126498F7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7BC691-EBD4-EA24-04CB-D42370E159D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2CE0EFF-36BD-E87C-389B-BC5823251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33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8E99CC-4A34-C0EA-4C19-675BF6809F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67B635-AA9A-EC2B-BD08-CFE141C07D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E6673E-E662-FE51-11A6-53B40BE6187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3AEF12-1162-6D87-0502-EBF1FD9F794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91A755D-15A0-7719-9A03-4B1F135E1C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8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2E156D-74BA-1B6A-443B-B6FDFB218A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3885B1-4886-16FB-F9B1-C2C91A60BA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77FD2C-8575-5380-7161-D4C50B464AA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https://syunnjack.dev/articles/studylaw-app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F89C7E-1FE6-7E0E-579C-43DC183D38B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9B4F92C-6551-8342-9F14-304E406A55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3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2026-07-30T12:34:45Z</dcterms:created>
  <dcterms:modified xsi:type="dcterms:W3CDTF">2026-07-30T12:34:45Z</dcterms:modified>
</cp:coreProperties>
</file>