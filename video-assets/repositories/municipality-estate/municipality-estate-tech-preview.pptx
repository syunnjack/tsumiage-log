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e769c56f8e4eb4" /><Relationship Type="http://schemas.openxmlformats.org/officeDocument/2006/relationships/extended-properties" Target="/docProps/app.xml" Id="R5a6f130bd5ca4539" /><Relationship Type="http://schemas.openxmlformats.org/officeDocument/2006/relationships/officeDocument" Target="/ppt/presentation.xml" Id="Rbf24143421254e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620b6fb31e441c"/>
  </p:sldMasterIdLst>
  <p:notesMasterIdLst>
    <p:notesMasterId xmlns:r="http://schemas.openxmlformats.org/officeDocument/2006/relationships" r:id="Re8f519b64fa04c03"/>
  </p:notesMasterIdLst>
  <p:sldIdLst>
    <p:sldId xmlns:r="http://schemas.openxmlformats.org/officeDocument/2006/relationships" id="256" r:id="R7a49bdcfe6ca4103"/>
    <p:sldId xmlns:r="http://schemas.openxmlformats.org/officeDocument/2006/relationships" id="257" r:id="R85e1b577eba147e6"/>
    <p:sldId xmlns:r="http://schemas.openxmlformats.org/officeDocument/2006/relationships" id="258" r:id="R54855ec3bd104db0"/>
    <p:sldId xmlns:r="http://schemas.openxmlformats.org/officeDocument/2006/relationships" id="259" r:id="R946bbbe50be04aea"/>
    <p:sldId xmlns:r="http://schemas.openxmlformats.org/officeDocument/2006/relationships" id="260" r:id="R7d23cec63bd4462e"/>
    <p:sldId xmlns:r="http://schemas.openxmlformats.org/officeDocument/2006/relationships" id="261" r:id="Rb0605268d54347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ea8af490ae46d5" /><Relationship Type="http://schemas.openxmlformats.org/officeDocument/2006/relationships/slideMaster" Target="/ppt/slideMasters/slideMaster1.xml" Id="Rf6620b6fb31e441c" /><Relationship Type="http://schemas.openxmlformats.org/officeDocument/2006/relationships/notesMaster" Target="/ppt/notesMasters/notesMaster1.xml" Id="Re8f519b64fa04c03" /><Relationship Type="http://schemas.openxmlformats.org/officeDocument/2006/relationships/presProps" Target="/ppt/presProps.xml" Id="R922cf510f09e44dd" /><Relationship Type="http://schemas.openxmlformats.org/officeDocument/2006/relationships/tableStyles" Target="/ppt/tableStyles.xml" Id="R7c384e3502ff4aa9" /><Relationship Type="http://schemas.openxmlformats.org/officeDocument/2006/relationships/slide" Target="/ppt/slides/slide1.xml" Id="R7a49bdcfe6ca4103" /><Relationship Type="http://schemas.openxmlformats.org/officeDocument/2006/relationships/slide" Target="/ppt/slides/slide2.xml" Id="R85e1b577eba147e6" /><Relationship Type="http://schemas.openxmlformats.org/officeDocument/2006/relationships/slide" Target="/ppt/slides/slide3.xml" Id="R54855ec3bd104db0" /><Relationship Type="http://schemas.openxmlformats.org/officeDocument/2006/relationships/slide" Target="/ppt/slides/slide4.xml" Id="R946bbbe50be04aea" /><Relationship Type="http://schemas.openxmlformats.org/officeDocument/2006/relationships/slide" Target="/ppt/slides/slide5.xml" Id="R7d23cec63bd4462e" /><Relationship Type="http://schemas.openxmlformats.org/officeDocument/2006/relationships/slide" Target="/ppt/slides/slide6.xml" Id="Rb0605268d54347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f7fca0a57f48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9d11a731f9498a" /><Relationship Type="http://schemas.openxmlformats.org/officeDocument/2006/relationships/notesMaster" Target="/ppt/notesMasters/notesMaster1.xml" Id="Rd033f8586ea949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a58767a3b84930" /><Relationship Type="http://schemas.openxmlformats.org/officeDocument/2006/relationships/notesMaster" Target="/ppt/notesMasters/notesMaster1.xml" Id="Re40961c656b446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f8be8a36ea4ca8" /><Relationship Type="http://schemas.openxmlformats.org/officeDocument/2006/relationships/notesMaster" Target="/ppt/notesMasters/notesMaster1.xml" Id="R0bc4699ecbeb4b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b2359ab57945b2" /><Relationship Type="http://schemas.openxmlformats.org/officeDocument/2006/relationships/notesMaster" Target="/ppt/notesMasters/notesMaster1.xml" Id="R6d3e83f75db843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547179cb184ce3" /><Relationship Type="http://schemas.openxmlformats.org/officeDocument/2006/relationships/notesMaster" Target="/ppt/notesMasters/notesMaster1.xml" Id="R9d4e453b645045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52bb38b1d248bf" /><Relationship Type="http://schemas.openxmlformats.org/officeDocument/2006/relationships/notesMaster" Target="/ppt/notesMasters/notesMaster1.xml" Id="R32a544d4bd694b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今回は、Municipality Estateの技術構成を短く解説します。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https://github.com/syunnjack/municipality-estate</a:t>
            </a:r>
          </a:p>
          <a:p xmlns:a="http://schemas.openxmlformats.org/drawingml/2006/main">
            <a:r>
              <a:t>- https://syunnjack.dev/articles/municipality-estate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municipality estate 全国47都道府県・1916地域を収録した不動産査定サイト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https://github.com/syunnjack/municipality-estate</a:t>
            </a:r>
          </a:p>
          <a:p xmlns:a="http://schemas.openxmlformats.org/drawingml/2006/main">
            <a:r>
              <a:t>- https://syunnjack.dev/articles/municipality-estate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主な技術はJavaScriptです。役割を分け、保守しやすい構成を目指しています。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https://github.com/syunnjack/municipality-estate</a:t>
            </a:r>
          </a:p>
          <a:p xmlns:a="http://schemas.openxmlformats.org/drawingml/2006/main">
            <a:r>
              <a:t>- https://syunnjack.dev/articles/municipality-estate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https://github.com/syunnjack/municipality-estate</a:t>
            </a:r>
          </a:p>
          <a:p xmlns:a="http://schemas.openxmlformats.org/drawingml/2006/main">
            <a:r>
              <a:t>- https://syunnjack.dev/articles/municipality-estate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直近のコミットでは、新機能の追加と実装強化が行われました。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https://github.com/syunnjack/municipality-estate</a:t>
            </a:r>
          </a:p>
          <a:p xmlns:a="http://schemas.openxmlformats.org/drawingml/2006/main">
            <a:r>
              <a:t>- https://syunnjack.dev/articles/municipality-estate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https://github.com/syunnjack/municipality-estate</a:t>
            </a:r>
          </a:p>
          <a:p xmlns:a="http://schemas.openxmlformats.org/drawingml/2006/main">
            <a:r>
              <a:t>- https://syunnjack.dev/articles/municipality-estate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2bbe36aa0941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4b3b0bc3f24d78" /><Relationship Type="http://schemas.openxmlformats.org/officeDocument/2006/relationships/slideLayout" Target="/ppt/slideLayouts/slideLayout1.xml" Id="Rc4311d7eb64943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311d7eb64943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f532cb79347c9" /><Relationship Type="http://schemas.openxmlformats.org/officeDocument/2006/relationships/notesSlide" Target="/ppt/notesSlides/notesSlide1.xml" Id="R6a6344abb3ff4a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a6c617969431c" /><Relationship Type="http://schemas.openxmlformats.org/officeDocument/2006/relationships/notesSlide" Target="/ppt/notesSlides/notesSlide2.xml" Id="R6e7dbac5d32a4b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36722b2824982" /><Relationship Type="http://schemas.openxmlformats.org/officeDocument/2006/relationships/notesSlide" Target="/ppt/notesSlides/notesSlide3.xml" Id="R8b808a8c977c44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dd5a773374774" /><Relationship Type="http://schemas.openxmlformats.org/officeDocument/2006/relationships/notesSlide" Target="/ppt/notesSlides/notesSlide4.xml" Id="Rb5ba18f8e76643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e538c38d14324" /><Relationship Type="http://schemas.openxmlformats.org/officeDocument/2006/relationships/notesSlide" Target="/ppt/notesSlides/notesSlide5.xml" Id="Raa65ba5981f64f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016427a804b1a" /><Relationship Type="http://schemas.openxmlformats.org/officeDocument/2006/relationships/notesSlide" Target="/ppt/notesSlides/notesSlide6.xml" Id="R1fa991eaac8d49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22907-73AB-414B-8D3D-3A43F4A4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A9946-32B1-40C8-AC4B-EECB6F22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9728A921-9475-440E-85B3-374C8CB3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ECB81648-52E8-4148-BA13-BDBA0217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841D649-2539-4BCF-834F-B5D73C9C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Municipality Estateの技術解説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E9EA0751-6914-414D-AA81-9002F507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2D5B7B90-B5AA-4FB3-8A51-53C91A1B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JavaScript</a:t>
            </a:r>
          </a:p>
        </p:txBody>
      </p:sp>
    </p:spTree>
    <p:extLst>
      <p:ext uri="{BB962C8B-B14F-4D97-AF65-F5344CB8AC3E}">
        <p14:creationId xmlns:p14="http://schemas.microsoft.com/office/powerpoint/2010/main" val="14389791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17854D-F943-4D3C-9C72-BF595313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2AE21-8228-4A6B-9B0D-BA62A16B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84FA290D-345E-4AF3-AB30-1FFF4A43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F2673838-846A-4B27-A8AC-BB4F7E69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780845AC-D374-4DD6-B924-8469FB69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2E3F7-9FA9-4673-9557-38D5A967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A7287E50-EC0B-4142-9B47-1C007970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municipality estate 全国47都道府県・1916地域を収録した不動産査定サイト</a:t>
            </a:r>
          </a:p>
        </p:txBody>
      </p:sp>
    </p:spTree>
    <p:extLst>
      <p:ext uri="{BB962C8B-B14F-4D97-AF65-F5344CB8AC3E}">
        <p14:creationId xmlns:p14="http://schemas.microsoft.com/office/powerpoint/2010/main" val="18714852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560AC4-85B9-4AF0-B2D9-EBA385B9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D31CC-8298-4F08-87F2-9219D945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66BA3A27-6537-4D45-9AAC-5347D00C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909DD9B8-16B9-4C6E-BBAE-9F0B542E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5627BC4D-6BC7-47A8-9AA8-D67D1D10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8BD89-D16F-48A9-B554-94C309E5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A9C75A9E-ADE8-48A3-B6BC-E3AA3A7A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主要技術：JavaScript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2208058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B25DA-7961-4652-A974-4FBC693F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8420B-0027-49A4-A99A-A20D46C8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0B9EED5C-AD30-4086-A8C4-B63D4391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E62C8FF2-1A29-400B-9E16-B478C6D6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EF96D6E2-6FAF-4AF5-9806-62016565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96F52-EEA3-4E29-90C5-4BCC794C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FF8B888F-6CB8-43C7-A531-1D3E97A2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15741153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D982E-8898-4B56-8481-272ED4E3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A5D39-0F9C-48D9-A315-9B7FAD03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0C96AD22-87C2-42AB-9BC2-4AADD584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A8D60DD1-6588-49E1-A226-8A3945CD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4ACB9771-2B54-4B41-9329-B06764A1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173BC-9BA6-4346-A4A2-C6B595B5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26803DCD-507F-44F7-B518-566398E8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直近のコミットでは、新機能の追加と実装強化が行われました。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4488942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4FF0C-C3A8-4E3E-997E-DA617704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523FD-B537-4B55-B1B3-667B8FFE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802052F1-BEC8-47D0-A65A-E3E7B15E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D3F7F010-E284-463B-B4C4-3DF77A5F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11AFE6AC-A10F-4EDC-8571-76CA1D45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9DF2A-B310-45FF-886F-0D6E61EC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85047D27-BA89-4C25-B922-A18170FD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https://syunnjack.dev/articles/municipality-estate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4204625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2026-08-15T13:57:44.8080000Z</dcterms:created>
  <dcterms:modified xsi:type="dcterms:W3CDTF">2026-08-15T13:57:44.8090000Z</dcterms:modified>
</coreProperties>
</file>