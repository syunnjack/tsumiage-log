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b5745ac1844587" /><Relationship Type="http://schemas.openxmlformats.org/officeDocument/2006/relationships/extended-properties" Target="/docProps/app.xml" Id="Rb692c7ebb5064239" /><Relationship Type="http://schemas.openxmlformats.org/officeDocument/2006/relationships/officeDocument" Target="/ppt/presentation.xml" Id="R509c02ab40ec4c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c94c27cea41ef"/>
  </p:sldMasterIdLst>
  <p:notesMasterIdLst>
    <p:notesMasterId xmlns:r="http://schemas.openxmlformats.org/officeDocument/2006/relationships" r:id="R8c0fe782b9e24a2d"/>
  </p:notesMasterIdLst>
  <p:sldIdLst>
    <p:sldId xmlns:r="http://schemas.openxmlformats.org/officeDocument/2006/relationships" id="256" r:id="Raba9c999aa8c4c70"/>
    <p:sldId xmlns:r="http://schemas.openxmlformats.org/officeDocument/2006/relationships" id="257" r:id="R8017599350cc4807"/>
    <p:sldId xmlns:r="http://schemas.openxmlformats.org/officeDocument/2006/relationships" id="258" r:id="R7a3043c4fabc485a"/>
    <p:sldId xmlns:r="http://schemas.openxmlformats.org/officeDocument/2006/relationships" id="259" r:id="R3b72e0da7cfa45eb"/>
    <p:sldId xmlns:r="http://schemas.openxmlformats.org/officeDocument/2006/relationships" id="260" r:id="R7e0b970a306e4371"/>
    <p:sldId xmlns:r="http://schemas.openxmlformats.org/officeDocument/2006/relationships" id="261" r:id="R2ffc24c0d77e47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0e0bde79e04db8" /><Relationship Type="http://schemas.openxmlformats.org/officeDocument/2006/relationships/slideMaster" Target="/ppt/slideMasters/slideMaster1.xml" Id="Rac6c94c27cea41ef" /><Relationship Type="http://schemas.openxmlformats.org/officeDocument/2006/relationships/notesMaster" Target="/ppt/notesMasters/notesMaster1.xml" Id="R8c0fe782b9e24a2d" /><Relationship Type="http://schemas.openxmlformats.org/officeDocument/2006/relationships/presProps" Target="/ppt/presProps.xml" Id="Rfb903f07bfd5415a" /><Relationship Type="http://schemas.openxmlformats.org/officeDocument/2006/relationships/tableStyles" Target="/ppt/tableStyles.xml" Id="Rfdc0e8c0907b40e4" /><Relationship Type="http://schemas.openxmlformats.org/officeDocument/2006/relationships/slide" Target="/ppt/slides/slide1.xml" Id="Raba9c999aa8c4c70" /><Relationship Type="http://schemas.openxmlformats.org/officeDocument/2006/relationships/slide" Target="/ppt/slides/slide2.xml" Id="R8017599350cc4807" /><Relationship Type="http://schemas.openxmlformats.org/officeDocument/2006/relationships/slide" Target="/ppt/slides/slide3.xml" Id="R7a3043c4fabc485a" /><Relationship Type="http://schemas.openxmlformats.org/officeDocument/2006/relationships/slide" Target="/ppt/slides/slide4.xml" Id="R3b72e0da7cfa45eb" /><Relationship Type="http://schemas.openxmlformats.org/officeDocument/2006/relationships/slide" Target="/ppt/slides/slide5.xml" Id="R7e0b970a306e4371" /><Relationship Type="http://schemas.openxmlformats.org/officeDocument/2006/relationships/slide" Target="/ppt/slides/slide6.xml" Id="R2ffc24c0d77e47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47913dd23f4b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378104c8b4803" /><Relationship Type="http://schemas.openxmlformats.org/officeDocument/2006/relationships/notesMaster" Target="/ppt/notesMasters/notesMaster1.xml" Id="Rfbbcf027b2af48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faa7cb46a749ec" /><Relationship Type="http://schemas.openxmlformats.org/officeDocument/2006/relationships/notesMaster" Target="/ppt/notesMasters/notesMaster1.xml" Id="R168cc2813b284b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000e308282458e" /><Relationship Type="http://schemas.openxmlformats.org/officeDocument/2006/relationships/notesMaster" Target="/ppt/notesMasters/notesMaster1.xml" Id="Rb4fbe1ba351b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cf0b3ba1f4725" /><Relationship Type="http://schemas.openxmlformats.org/officeDocument/2006/relationships/notesMaster" Target="/ppt/notesMasters/notesMaster1.xml" Id="Rada4a04f4c0f40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61105d4344099" /><Relationship Type="http://schemas.openxmlformats.org/officeDocument/2006/relationships/notesMaster" Target="/ppt/notesMasters/notesMaster1.xml" Id="R2aa4c1dd7b774f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b1af6608ec42fa" /><Relationship Type="http://schemas.openxmlformats.org/officeDocument/2006/relationships/notesMaster" Target="/ppt/notesMasters/notesMaster1.xml" Id="R22c7b7d5a98a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今回は、Rakuten02の技術構成を短く解説します。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https://github.com/syunnjack/rakuten02</a:t>
            </a:r>
          </a:p>
          <a:p xmlns:a="http://schemas.openxmlformats.org/drawingml/2006/main">
            <a:r>
              <a:t>- https://syunnjack.dev/articles/rakuten02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終電ホテル 終電後、飲み会後、ライブ後、急な出張延長などで「今夜近くに泊まれるホテル」を探すための楽天トラベル空室検索アプリです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https://github.com/syunnjack/rakuten02</a:t>
            </a:r>
          </a:p>
          <a:p xmlns:a="http://schemas.openxmlformats.org/drawingml/2006/main">
            <a:r>
              <a:t>- https://syunnjack.dev/articles/rakuten02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主な技術はC#・PowerShell・CSS・Python・JavaScript・Shellです。役割を分け、保守しやすい構成を目指しています。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https://github.com/syunnjack/rakuten02</a:t>
            </a:r>
          </a:p>
          <a:p xmlns:a="http://schemas.openxmlformats.org/drawingml/2006/main">
            <a:r>
              <a:t>- https://syunnjack.dev/articles/rakuten02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リポジトリでは、Dockerfile、README.md、docsを中心に実装を確認できます。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https://github.com/syunnjack/rakuten02</a:t>
            </a:r>
          </a:p>
          <a:p xmlns:a="http://schemas.openxmlformats.org/drawingml/2006/main">
            <a:r>
              <a:t>- https://syunnjack.dev/articles/rakuten02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https://github.com/syunnjack/rakuten02</a:t>
            </a:r>
          </a:p>
          <a:p xmlns:a="http://schemas.openxmlformats.org/drawingml/2006/main">
            <a:r>
              <a:t>- https://syunnjack.dev/articles/rakuten02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https://github.com/syunnjack/rakuten02</a:t>
            </a:r>
          </a:p>
          <a:p xmlns:a="http://schemas.openxmlformats.org/drawingml/2006/main">
            <a:r>
              <a:t>- https://syunnjack.dev/articles/rakuten02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a18bc8ab74d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4f0b2719c14643" /><Relationship Type="http://schemas.openxmlformats.org/officeDocument/2006/relationships/slideLayout" Target="/ppt/slideLayouts/slideLayout1.xml" Id="Raaf924f72115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924f72115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520d21c584189" /><Relationship Type="http://schemas.openxmlformats.org/officeDocument/2006/relationships/notesSlide" Target="/ppt/notesSlides/notesSlide1.xml" Id="R6e1f6f6e8aaf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3f50bd97c49b8" /><Relationship Type="http://schemas.openxmlformats.org/officeDocument/2006/relationships/notesSlide" Target="/ppt/notesSlides/notesSlide2.xml" Id="R9a10d86cdcbc4f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a2ae21d8472d" /><Relationship Type="http://schemas.openxmlformats.org/officeDocument/2006/relationships/notesSlide" Target="/ppt/notesSlides/notesSlide3.xml" Id="Rd65bb83b9df84f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890aec4b640bd" /><Relationship Type="http://schemas.openxmlformats.org/officeDocument/2006/relationships/notesSlide" Target="/ppt/notesSlides/notesSlide4.xml" Id="Rc77c7c3828334c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a4b171e2f4b49" /><Relationship Type="http://schemas.openxmlformats.org/officeDocument/2006/relationships/notesSlide" Target="/ppt/notesSlides/notesSlide5.xml" Id="R0e6e51acad0a4e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74803253b49da" /><Relationship Type="http://schemas.openxmlformats.org/officeDocument/2006/relationships/notesSlide" Target="/ppt/notesSlides/notesSlide6.xml" Id="Re8a732b410ce40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20B25-9D03-45F6-B868-7A4E59BE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9C8D0-742A-4B47-9CD3-2D10F47E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070D3C0E-7643-4A18-AD48-16C68C82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627A088D-CB20-415E-BFDD-29A76A27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F09BE5B-B43B-4519-9FDA-88DF541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Rakuten02の技術解説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E0AA7EE-4FE9-4A61-B790-6AF2F563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03ABE193-3E6F-4FEC-A659-F6FC28F4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C#・PowerShell・CSS・Python・JavaScript・Shell</a:t>
            </a:r>
          </a:p>
        </p:txBody>
      </p:sp>
    </p:spTree>
    <p:extLst>
      <p:ext uri="{BB962C8B-B14F-4D97-AF65-F5344CB8AC3E}">
        <p14:creationId xmlns:p14="http://schemas.microsoft.com/office/powerpoint/2010/main" val="653198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B9E0D-0F28-4733-B5B3-9B5EAAD0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3F446-BB07-4075-AC7E-45854551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854B59D7-B032-44DF-B307-FEAFF439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E1C7D284-DB2A-4F8E-A2A8-BEC4149C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71A4A886-FD80-4B08-A6E0-D989C81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FF598-C3EA-45B2-A9D9-30A0E97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7B1D96D3-7A03-4D6C-A014-1E82E2AD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終電ホテル 終電後、飲み会後、ライブ後、急な出張延長などで「今夜近くに泊まれるホテル」を探すための楽天トラベル空室検索アプリです</a:t>
            </a:r>
          </a:p>
        </p:txBody>
      </p:sp>
    </p:spTree>
    <p:extLst>
      <p:ext uri="{BB962C8B-B14F-4D97-AF65-F5344CB8AC3E}">
        <p14:creationId xmlns:p14="http://schemas.microsoft.com/office/powerpoint/2010/main" val="839673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3B788-0B6B-4770-993F-27F6969A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BF359-3871-43E3-8780-51B681C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9B9DC5F7-B54D-4308-93D3-3219E52D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F5F3323-D7C8-4A25-8D90-ACA95B0A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C957AEBB-9038-4CAE-8AB2-E2A5E085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6FF86-1496-4BAF-BBE8-84901FF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EBA22B8-263F-476F-AD2B-420701EF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主要技術：C#・PowerShell・CSS・Python・JavaScript・Shell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033865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B8FD4-E38C-4240-8E89-68B4B778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8F78A-1C95-46D6-836B-A1F6DD54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6938296F-D9A7-4E95-9209-ECE622CD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98CBF525-B863-4350-B39A-7F660B21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B4616ABA-B2D5-4A11-A347-E1446FC4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DDE47-FB24-47E6-940F-345B7941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FFCC4C47-34BD-4FAC-A93B-1B1A545C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主なファイル：Dockerfile、README.md、docs</a:t>
            </a:r>
          </a:p>
        </p:txBody>
      </p:sp>
    </p:spTree>
    <p:extLst>
      <p:ext uri="{BB962C8B-B14F-4D97-AF65-F5344CB8AC3E}">
        <p14:creationId xmlns:p14="http://schemas.microsoft.com/office/powerpoint/2010/main" val="742644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62CF0-3B7A-4FEC-859C-087BED78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CECC7-D8BF-4F58-A99E-6AEC6EF7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B7B48FC4-50C2-425B-9D70-0A28223B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545A69C-FCAC-4088-A18A-5A49912B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9B874941-CC7B-45F2-9E2C-8FD9CE21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3186D-9177-4589-B51F-5F88DDB2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7DC55C6A-9CA4-4DF9-82C9-82E1F9AA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452901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84EDD-404F-4A2B-B3D0-5FDF6924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F227E-1533-49D8-B252-4B25BD50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49D1EFAD-DEC9-404E-BE0B-CF323F6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C1F6EB4-9784-47B6-BAFA-D8524B8A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4BBD3A1F-43D6-4819-B840-B22E7F6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6E1E0-9FAC-491D-9A7B-1FF1905C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24A115BF-CD0A-4073-90F5-1C51847A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https://syunnjack.dev/articles/rakuten02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678323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2026-08-11T19:06:00.9230000Z</dcterms:created>
  <dcterms:modified xsi:type="dcterms:W3CDTF">2026-08-11T19:06:00.9230000Z</dcterms:modified>
</coreProperties>
</file>