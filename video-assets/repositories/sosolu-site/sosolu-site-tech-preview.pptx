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57e3187334c2a" /><Relationship Type="http://schemas.openxmlformats.org/officeDocument/2006/relationships/extended-properties" Target="/docProps/app.xml" Id="R4821c36efe9645f0" /><Relationship Type="http://schemas.openxmlformats.org/officeDocument/2006/relationships/officeDocument" Target="/ppt/presentation.xml" Id="Rd2de1cf0319a4d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fc35e80ac4b9f"/>
  </p:sldMasterIdLst>
  <p:notesMasterIdLst>
    <p:notesMasterId xmlns:r="http://schemas.openxmlformats.org/officeDocument/2006/relationships" r:id="R7b81d7865820443a"/>
  </p:notesMasterIdLst>
  <p:sldIdLst>
    <p:sldId xmlns:r="http://schemas.openxmlformats.org/officeDocument/2006/relationships" id="256" r:id="Re5d0bd872e5e44c3"/>
    <p:sldId xmlns:r="http://schemas.openxmlformats.org/officeDocument/2006/relationships" id="257" r:id="Re072ba185ea24871"/>
    <p:sldId xmlns:r="http://schemas.openxmlformats.org/officeDocument/2006/relationships" id="258" r:id="R4d17d86359c4451b"/>
    <p:sldId xmlns:r="http://schemas.openxmlformats.org/officeDocument/2006/relationships" id="259" r:id="Rfa701196076c4b4c"/>
    <p:sldId xmlns:r="http://schemas.openxmlformats.org/officeDocument/2006/relationships" id="260" r:id="R71b804b0929f4279"/>
    <p:sldId xmlns:r="http://schemas.openxmlformats.org/officeDocument/2006/relationships" id="261" r:id="Rcba325f0852e43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efec4cf3764897" /><Relationship Type="http://schemas.openxmlformats.org/officeDocument/2006/relationships/slideMaster" Target="/ppt/slideMasters/slideMaster1.xml" Id="R0a1fc35e80ac4b9f" /><Relationship Type="http://schemas.openxmlformats.org/officeDocument/2006/relationships/notesMaster" Target="/ppt/notesMasters/notesMaster1.xml" Id="R7b81d7865820443a" /><Relationship Type="http://schemas.openxmlformats.org/officeDocument/2006/relationships/presProps" Target="/ppt/presProps.xml" Id="R735ea7367c084b9e" /><Relationship Type="http://schemas.openxmlformats.org/officeDocument/2006/relationships/tableStyles" Target="/ppt/tableStyles.xml" Id="Rcdaa138ce5c647c5" /><Relationship Type="http://schemas.openxmlformats.org/officeDocument/2006/relationships/slide" Target="/ppt/slides/slide1.xml" Id="Re5d0bd872e5e44c3" /><Relationship Type="http://schemas.openxmlformats.org/officeDocument/2006/relationships/slide" Target="/ppt/slides/slide2.xml" Id="Re072ba185ea24871" /><Relationship Type="http://schemas.openxmlformats.org/officeDocument/2006/relationships/slide" Target="/ppt/slides/slide3.xml" Id="R4d17d86359c4451b" /><Relationship Type="http://schemas.openxmlformats.org/officeDocument/2006/relationships/slide" Target="/ppt/slides/slide4.xml" Id="Rfa701196076c4b4c" /><Relationship Type="http://schemas.openxmlformats.org/officeDocument/2006/relationships/slide" Target="/ppt/slides/slide5.xml" Id="R71b804b0929f4279" /><Relationship Type="http://schemas.openxmlformats.org/officeDocument/2006/relationships/slide" Target="/ppt/slides/slide6.xml" Id="Rcba325f0852e43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d6a8c9a881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4bfaaef2b34dfd" /><Relationship Type="http://schemas.openxmlformats.org/officeDocument/2006/relationships/notesMaster" Target="/ppt/notesMasters/notesMaster1.xml" Id="Rdbc1db84efe046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496eb6926e4dbf" /><Relationship Type="http://schemas.openxmlformats.org/officeDocument/2006/relationships/notesMaster" Target="/ppt/notesMasters/notesMaster1.xml" Id="R4d0c1c87b81b46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e9910687a54942" /><Relationship Type="http://schemas.openxmlformats.org/officeDocument/2006/relationships/notesMaster" Target="/ppt/notesMasters/notesMaster1.xml" Id="R2bf0e7cf20f94d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dfff0362814fc8" /><Relationship Type="http://schemas.openxmlformats.org/officeDocument/2006/relationships/notesMaster" Target="/ppt/notesMasters/notesMaster1.xml" Id="R9eb490b1311848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8d6aea034f4ffd" /><Relationship Type="http://schemas.openxmlformats.org/officeDocument/2006/relationships/notesMaster" Target="/ppt/notesMasters/notesMaster1.xml" Id="R032917fe176d47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3f265c520e4e80" /><Relationship Type="http://schemas.openxmlformats.org/officeDocument/2006/relationships/notesMaster" Target="/ppt/notesMasters/notesMaster1.xml" Id="R8c361d9467904e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今回は、Sosolu Siteの技術構成を短く解説します。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https://github.com/syunnjack/sosolu-site</a:t>
            </a:r>
          </a:p>
          <a:p xmlns:a="http://schemas.openxmlformats.org/drawingml/2006/main">
            <a:r>
              <a:t>- https://syunnjack.dev/articles/sosolu-site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Sosolu Siteは、TypeScript、Astro、JavaScriptを中心に設計・実装したプロジェクトです。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https://github.com/syunnjack/sosolu-site</a:t>
            </a:r>
          </a:p>
          <a:p xmlns:a="http://schemas.openxmlformats.org/drawingml/2006/main">
            <a:r>
              <a:t>- https://syunnjack.dev/articles/sosolu-site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主な技術はTypeScript・Astro・JavaScriptです。役割を分け、保守しやすい構成を目指しています。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https://github.com/syunnjack/sosolu-site</a:t>
            </a:r>
          </a:p>
          <a:p xmlns:a="http://schemas.openxmlformats.org/drawingml/2006/main">
            <a:r>
              <a:t>- https://syunnjack.dev/articles/sosolu-site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リポジトリでは、README.md、astro.config.mjs、dbを中心に実装を確認できます。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https://github.com/syunnjack/sosolu-site</a:t>
            </a:r>
          </a:p>
          <a:p xmlns:a="http://schemas.openxmlformats.org/drawingml/2006/main">
            <a:r>
              <a:t>- https://syunnjack.dev/articles/sosolu-site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https://github.com/syunnjack/sosolu-site</a:t>
            </a:r>
          </a:p>
          <a:p xmlns:a="http://schemas.openxmlformats.org/drawingml/2006/main">
            <a:r>
              <a:t>- https://syunnjack.dev/articles/sosolu-site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https://github.com/syunnjack/sosolu-site</a:t>
            </a:r>
          </a:p>
          <a:p xmlns:a="http://schemas.openxmlformats.org/drawingml/2006/main">
            <a:r>
              <a:t>- https://syunnjack.dev/articles/sosolu-site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594b5665647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d7fcd92b624cdf" /><Relationship Type="http://schemas.openxmlformats.org/officeDocument/2006/relationships/slideLayout" Target="/ppt/slideLayouts/slideLayout1.xml" Id="R6ce033aed12d45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e033aed12d45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5293af7644ac8" /><Relationship Type="http://schemas.openxmlformats.org/officeDocument/2006/relationships/notesSlide" Target="/ppt/notesSlides/notesSlide1.xml" Id="R39e74dc4f6e540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47928fea345bb" /><Relationship Type="http://schemas.openxmlformats.org/officeDocument/2006/relationships/notesSlide" Target="/ppt/notesSlides/notesSlide2.xml" Id="R83f99751c21c45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d9fe37e694d0e" /><Relationship Type="http://schemas.openxmlformats.org/officeDocument/2006/relationships/notesSlide" Target="/ppt/notesSlides/notesSlide3.xml" Id="Rbd01aea4fb7b4d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fa3b9dc714c6b" /><Relationship Type="http://schemas.openxmlformats.org/officeDocument/2006/relationships/notesSlide" Target="/ppt/notesSlides/notesSlide4.xml" Id="Rb715b463bc0d4c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19a81a35d4508" /><Relationship Type="http://schemas.openxmlformats.org/officeDocument/2006/relationships/notesSlide" Target="/ppt/notesSlides/notesSlide5.xml" Id="Rf4763d85eae64e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7ba5541ea4946" /><Relationship Type="http://schemas.openxmlformats.org/officeDocument/2006/relationships/notesSlide" Target="/ppt/notesSlides/notesSlide6.xml" Id="R16d69f2dc73a44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9EDC8-F56A-49B3-B5FF-CEE350A2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B41B2-D354-4B73-AB2A-EB859D5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AFDFFB0A-73B8-4A81-AD78-80FB1BFA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B7FC28F6-9D07-4A2E-85E9-3BD18120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4FD7585-AA74-4412-8950-77D276FF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Sosolu Siteの技術解説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7F1B3BA-BB4C-4ADB-BE68-EFC6CC10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F50EE2AE-5093-4060-BBA2-4E518FDD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TypeScript・Astro・JavaScript</a:t>
            </a:r>
          </a:p>
        </p:txBody>
      </p:sp>
    </p:spTree>
    <p:extLst>
      <p:ext uri="{BB962C8B-B14F-4D97-AF65-F5344CB8AC3E}">
        <p14:creationId xmlns:p14="http://schemas.microsoft.com/office/powerpoint/2010/main" val="1644915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DE52D-E104-4DB0-B723-341E2160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1FCA2-5BFD-4BA3-942C-11FFA1FD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A474EA2E-6A2B-48B4-8DD0-D2B63EF1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E07A3742-7495-4978-B1B7-CCA4ED12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E08A18CA-CEA6-45B0-84DD-177AB1AF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1F915-9B23-43DF-A055-607917F3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0E61617E-E703-453C-8677-1648830E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Sosolu Siteは、TypeScript、Astro、JavaScriptを中心に設計・実装したプロジェクトです。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569437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69436-436E-412E-8BD2-A6E913C2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62F3A-1768-4541-9915-1E57EB70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6AC854BA-F8A1-48B4-9077-CF4D1D4C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7102475-8921-4945-BB82-8ADC6DF3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9A6185A6-439C-4B0A-A917-3BA4FC4A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FB12C-DD3C-4578-B71C-236E48A1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F04E90BF-DF68-4068-A7D8-613DB47E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主要技術：TypeScript・Astro・JavaScript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374454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FE711-66CA-48B4-A536-70E452D3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693F6-FB15-448A-93BD-73049679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AAEF2F9B-0EF3-45B6-9DD9-6A1FFF65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70D2C986-FCCE-4BFA-9334-3644F4C4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7A08A8F2-FFC4-42C8-9D05-9129A795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A0178-59A2-4965-AE0E-1C83CA8C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EED87095-86B7-4564-B53F-11839163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主なファイル：README.md、astro.config.mjs、db</a:t>
            </a:r>
          </a:p>
        </p:txBody>
      </p:sp>
    </p:spTree>
    <p:extLst>
      <p:ext uri="{BB962C8B-B14F-4D97-AF65-F5344CB8AC3E}">
        <p14:creationId xmlns:p14="http://schemas.microsoft.com/office/powerpoint/2010/main" val="1510593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CC534-F983-4618-8D2D-3B51BC2E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8DDFE-92FA-451F-86B9-70B23A72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5B278D94-AEEA-417C-BC3F-CE0F3671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0ED552F7-115A-45CE-80B3-8FEA620B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4D618B57-7054-49A3-A724-8DAA9413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54823-F1C6-4D62-B53D-66CB07C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FB556644-4C5A-4172-A9A7-CDADD200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2007633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50945-ACB5-4742-825B-067CDC1A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48A60-CBF0-4E82-9F44-9D90C0B5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CF34AEE4-7298-42B6-96C6-8FC8E4C5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9651E93-589F-44E2-BF07-D9B9B212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04D9BB77-45F4-4BE8-A088-A1C23F2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E455D-17AE-4EBD-8956-93C766A6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233A6BAB-BDF1-4612-BB58-7D34CF04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https://syunnjack.dev/articles/sosolu-site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466240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2026-08-11T12:10:28.6530000Z</dcterms:created>
  <dcterms:modified xsi:type="dcterms:W3CDTF">2026-08-11T12:10:28.6530000Z</dcterms:modified>
</coreProperties>
</file>