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5d3b6925a64b29" /><Relationship Type="http://schemas.openxmlformats.org/officeDocument/2006/relationships/extended-properties" Target="/docProps/app.xml" Id="R470ec474603842c1" /><Relationship Type="http://schemas.openxmlformats.org/officeDocument/2006/relationships/officeDocument" Target="/ppt/presentation.xml" Id="Rc3480936103b40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2998f1db70425a"/>
  </p:sldMasterIdLst>
  <p:notesMasterIdLst>
    <p:notesMasterId xmlns:r="http://schemas.openxmlformats.org/officeDocument/2006/relationships" r:id="R16f802b36c644b01"/>
  </p:notesMasterIdLst>
  <p:sldIdLst>
    <p:sldId xmlns:r="http://schemas.openxmlformats.org/officeDocument/2006/relationships" id="256" r:id="R15ad8f71198a42bb"/>
    <p:sldId xmlns:r="http://schemas.openxmlformats.org/officeDocument/2006/relationships" id="257" r:id="R0168a8fdba7d4ecf"/>
    <p:sldId xmlns:r="http://schemas.openxmlformats.org/officeDocument/2006/relationships" id="258" r:id="R587c96dfcb67429c"/>
    <p:sldId xmlns:r="http://schemas.openxmlformats.org/officeDocument/2006/relationships" id="259" r:id="R5fc36d0f5c6b4fe9"/>
    <p:sldId xmlns:r="http://schemas.openxmlformats.org/officeDocument/2006/relationships" id="260" r:id="R05dcef6f53a84732"/>
    <p:sldId xmlns:r="http://schemas.openxmlformats.org/officeDocument/2006/relationships" id="261" r:id="R49713e2395bc41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d2c4fc9e664fab" /><Relationship Type="http://schemas.openxmlformats.org/officeDocument/2006/relationships/slideMaster" Target="/ppt/slideMasters/slideMaster1.xml" Id="Ra42998f1db70425a" /><Relationship Type="http://schemas.openxmlformats.org/officeDocument/2006/relationships/notesMaster" Target="/ppt/notesMasters/notesMaster1.xml" Id="R16f802b36c644b01" /><Relationship Type="http://schemas.openxmlformats.org/officeDocument/2006/relationships/presProps" Target="/ppt/presProps.xml" Id="Rf9b7123a398c4497" /><Relationship Type="http://schemas.openxmlformats.org/officeDocument/2006/relationships/tableStyles" Target="/ppt/tableStyles.xml" Id="Rc418d9304c8a43e2" /><Relationship Type="http://schemas.openxmlformats.org/officeDocument/2006/relationships/slide" Target="/ppt/slides/slide1.xml" Id="R15ad8f71198a42bb" /><Relationship Type="http://schemas.openxmlformats.org/officeDocument/2006/relationships/slide" Target="/ppt/slides/slide2.xml" Id="R0168a8fdba7d4ecf" /><Relationship Type="http://schemas.openxmlformats.org/officeDocument/2006/relationships/slide" Target="/ppt/slides/slide3.xml" Id="R587c96dfcb67429c" /><Relationship Type="http://schemas.openxmlformats.org/officeDocument/2006/relationships/slide" Target="/ppt/slides/slide4.xml" Id="R5fc36d0f5c6b4fe9" /><Relationship Type="http://schemas.openxmlformats.org/officeDocument/2006/relationships/slide" Target="/ppt/slides/slide5.xml" Id="R05dcef6f53a84732" /><Relationship Type="http://schemas.openxmlformats.org/officeDocument/2006/relationships/slide" Target="/ppt/slides/slide6.xml" Id="R49713e2395bc41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00c7f6227745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f21768c43e42f8" /><Relationship Type="http://schemas.openxmlformats.org/officeDocument/2006/relationships/notesMaster" Target="/ppt/notesMasters/notesMaster1.xml" Id="R36fb6ab960a14c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daeb8a98e444ab" /><Relationship Type="http://schemas.openxmlformats.org/officeDocument/2006/relationships/notesMaster" Target="/ppt/notesMasters/notesMaster1.xml" Id="R39ca7f5ca59646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c68fe860b74bbf" /><Relationship Type="http://schemas.openxmlformats.org/officeDocument/2006/relationships/notesMaster" Target="/ppt/notesMasters/notesMaster1.xml" Id="R5c4fb0686a6e45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89c8f000454d78" /><Relationship Type="http://schemas.openxmlformats.org/officeDocument/2006/relationships/notesMaster" Target="/ppt/notesMasters/notesMaster1.xml" Id="R2c6181771ef54b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b4bc5767514c6f" /><Relationship Type="http://schemas.openxmlformats.org/officeDocument/2006/relationships/notesMaster" Target="/ppt/notesMasters/notesMaster1.xml" Id="Rbcfb2c607e1145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3735bde6154a15" /><Relationship Type="http://schemas.openxmlformats.org/officeDocument/2006/relationships/notesMaster" Target="/ppt/notesMasters/notesMaster1.xml" Id="R196cf316857345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今回は、Coin Laundringの技術構成を短く解説します。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https://github.com/syunnjack/coin-laundring</a:t>
            </a:r>
          </a:p>
          <a:p xmlns:a="http://schemas.openxmlformats.org/drawingml/2006/main">
            <a:r>
              <a:t>- https://syunnjack.dev/articles/coin-laundring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coin laundring コインランドリーの空き状況を素早く比較するためのフロントエンドアプリです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https://github.com/syunnjack/coin-laundring</a:t>
            </a:r>
          </a:p>
          <a:p xmlns:a="http://schemas.openxmlformats.org/drawingml/2006/main">
            <a:r>
              <a:t>- https://syunnjack.dev/articles/coin-laundring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主な技術はJavaScript・CSS・HTMLです。役割を分け、保守しやすい構成を目指しています。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https://github.com/syunnjack/coin-laundring</a:t>
            </a:r>
          </a:p>
          <a:p xmlns:a="http://schemas.openxmlformats.org/drawingml/2006/main">
            <a:r>
              <a:t>- https://syunnjack.dev/articles/coin-laundring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リポジトリでは、README.md、index.html、package-lock.jsonを中心に実装を確認できます。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https://github.com/syunnjack/coin-laundring</a:t>
            </a:r>
          </a:p>
          <a:p xmlns:a="http://schemas.openxmlformats.org/drawingml/2006/main">
            <a:r>
              <a:t>- https://syunnjack.dev/articles/coin-laundring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直近のコミットでは、プロジェクトの初期構成と開発基盤が整備されました。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https://github.com/syunnjack/coin-laundring</a:t>
            </a:r>
          </a:p>
          <a:p xmlns:a="http://schemas.openxmlformats.org/drawingml/2006/main">
            <a:r>
              <a:t>- https://syunnjack.dev/articles/coin-laundring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https://github.com/syunnjack/coin-laundring</a:t>
            </a:r>
          </a:p>
          <a:p xmlns:a="http://schemas.openxmlformats.org/drawingml/2006/main">
            <a:r>
              <a:t>- https://syunnjack.dev/articles/coin-laundring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fff4ebdb845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76ef9ef88e4028" /><Relationship Type="http://schemas.openxmlformats.org/officeDocument/2006/relationships/slideLayout" Target="/ppt/slideLayouts/slideLayout1.xml" Id="R8a9d3671e7c946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9d3671e7c946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ff26be52a4034" /><Relationship Type="http://schemas.openxmlformats.org/officeDocument/2006/relationships/notesSlide" Target="/ppt/notesSlides/notesSlide1.xml" Id="R2884b1e0097e4b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7fc661f4746ed" /><Relationship Type="http://schemas.openxmlformats.org/officeDocument/2006/relationships/notesSlide" Target="/ppt/notesSlides/notesSlide2.xml" Id="R91714e9e11f541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6c2364eff4e39" /><Relationship Type="http://schemas.openxmlformats.org/officeDocument/2006/relationships/notesSlide" Target="/ppt/notesSlides/notesSlide3.xml" Id="Rc133651d043b4a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f313a72c34a56" /><Relationship Type="http://schemas.openxmlformats.org/officeDocument/2006/relationships/notesSlide" Target="/ppt/notesSlides/notesSlide4.xml" Id="R7b088a85f03b4f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cbd91058546d7" /><Relationship Type="http://schemas.openxmlformats.org/officeDocument/2006/relationships/notesSlide" Target="/ppt/notesSlides/notesSlide5.xml" Id="R895e31fda75449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dc5f50b6741b0" /><Relationship Type="http://schemas.openxmlformats.org/officeDocument/2006/relationships/notesSlide" Target="/ppt/notesSlides/notesSlide6.xml" Id="Rd16402ddf58a4f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17F3B-48EC-42DD-9B29-E5C363FE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544BA-C0AD-4426-B607-8F3352F7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F743A03A-0FAD-4306-89BD-CCFA535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B5622A71-7CA5-4F4F-8DD1-A62D4FFA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F0037B5-9236-4FB6-A03F-BDB3B8EC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Coin Laundringの技術解説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ADA7C565-D9A4-4251-898D-6E3B23FE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4C8B8348-10D4-4E24-9A5F-95023152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JavaScript・CSS・HTML</a:t>
            </a:r>
          </a:p>
        </p:txBody>
      </p:sp>
    </p:spTree>
    <p:extLst>
      <p:ext uri="{BB962C8B-B14F-4D97-AF65-F5344CB8AC3E}">
        <p14:creationId xmlns:p14="http://schemas.microsoft.com/office/powerpoint/2010/main" val="8239342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7EBBE-70E0-4116-8BC1-A8E0FE89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53095-BA7E-4344-A029-8A26FDDC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054DFF8E-7EEF-4930-A0E8-257AC9A5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6DD255EA-607E-4F22-8989-859EDD1F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66A3C926-F3C5-4E59-BF62-05884AEF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BE2BB-CFDD-4ECA-989A-98DF2418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FCAF88B9-00DD-45DF-99C3-896A0220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coin laundring コインランドリーの空き状況を素早く比較するためのフロントエンドアプリです</a:t>
            </a:r>
          </a:p>
        </p:txBody>
      </p:sp>
    </p:spTree>
    <p:extLst>
      <p:ext uri="{BB962C8B-B14F-4D97-AF65-F5344CB8AC3E}">
        <p14:creationId xmlns:p14="http://schemas.microsoft.com/office/powerpoint/2010/main" val="779840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C2BC3-B9C2-40AC-8DF5-9E28F978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FA650-B787-4A72-831F-9E50F5B2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72F8C46B-7961-4179-BD1B-97C89896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52A2FC93-8E75-4E79-BE37-CE1AE91B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469767B4-A00A-4FB1-AE9F-6CEA5AA0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750CE-0D00-452F-A4B0-958FA208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DB1AC737-E891-48BB-BC3B-704DAB4B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主要技術：JavaScript・CSS・HTML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2040397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12A87-2525-42FC-8E67-8578322C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4AD0A-A1A2-467D-A07E-8B1E95DB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B3CE2E19-2BE7-4CE3-93FB-B9E311C3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C2E3A7F7-30FA-49E6-B528-87757649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529CD500-7130-4C97-8983-4D51CD99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FC01B-C8E2-4C6B-BC5B-543D0343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C7792637-79DF-4260-A356-6DD51E46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主なファイル：README.md、index.html、package-lock.json</a:t>
            </a:r>
          </a:p>
        </p:txBody>
      </p:sp>
    </p:spTree>
    <p:extLst>
      <p:ext uri="{BB962C8B-B14F-4D97-AF65-F5344CB8AC3E}">
        <p14:creationId xmlns:p14="http://schemas.microsoft.com/office/powerpoint/2010/main" val="13119723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B4834-A827-41D7-83F9-096BE4EE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990FF-CB52-43E9-81A6-78B37AF3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2DB57127-DC42-487A-9E57-C0B8268E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BDE1DBF8-6435-411F-A24A-005506A4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C840F6A4-C710-4177-ABFD-8DDDFE09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88D63-6492-4310-B7EA-14DB7636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0E1BF4F0-CC24-42FB-8A82-E17F0072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直近のコミットでは、プロジェクトの初期構成と開発基盤が整備されました。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8330608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13510-AEC6-4CAB-9815-5FFC09D2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A89D5-3D97-40DC-96DF-6089D60F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E6F25AEF-0B48-454F-9BDC-21E67A20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71CE6448-55CD-466F-807D-6DF446D3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5C4B1345-92B2-491B-A28C-F0FC8DF0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E2CCF-DB05-4786-9984-E3C9E343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1B868D66-5838-43B6-8E2F-B6A20345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https://syunnjack.dev/articles/coin-laundring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303605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2026-08-11T18:57:46.5650000Z</dcterms:created>
  <dcterms:modified xsi:type="dcterms:W3CDTF">2026-08-11T18:57:46.5660000Z</dcterms:modified>
</coreProperties>
</file>