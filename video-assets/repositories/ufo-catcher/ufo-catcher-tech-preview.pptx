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07fd00df7a415f" /><Relationship Type="http://schemas.openxmlformats.org/officeDocument/2006/relationships/extended-properties" Target="/docProps/app.xml" Id="R417a4c29332a4da5" /><Relationship Type="http://schemas.openxmlformats.org/officeDocument/2006/relationships/officeDocument" Target="/ppt/presentation.xml" Id="Rc83691d9997e4f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d230da127c4383"/>
  </p:sldMasterIdLst>
  <p:notesMasterIdLst>
    <p:notesMasterId xmlns:r="http://schemas.openxmlformats.org/officeDocument/2006/relationships" r:id="Rb396cbaea1864144"/>
  </p:notesMasterIdLst>
  <p:sldIdLst>
    <p:sldId xmlns:r="http://schemas.openxmlformats.org/officeDocument/2006/relationships" id="256" r:id="R60188025a18946c8"/>
    <p:sldId xmlns:r="http://schemas.openxmlformats.org/officeDocument/2006/relationships" id="257" r:id="R396f810fd1e84b5f"/>
    <p:sldId xmlns:r="http://schemas.openxmlformats.org/officeDocument/2006/relationships" id="258" r:id="Rd24585b3f3114c3e"/>
    <p:sldId xmlns:r="http://schemas.openxmlformats.org/officeDocument/2006/relationships" id="259" r:id="Rcc14f25014ea4f62"/>
    <p:sldId xmlns:r="http://schemas.openxmlformats.org/officeDocument/2006/relationships" id="260" r:id="R77d8c9cf98ab4ec7"/>
    <p:sldId xmlns:r="http://schemas.openxmlformats.org/officeDocument/2006/relationships" id="261" r:id="R67353a4b89a64ba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b5cb7bb07349b7" /><Relationship Type="http://schemas.openxmlformats.org/officeDocument/2006/relationships/slideMaster" Target="/ppt/slideMasters/slideMaster1.xml" Id="R91d230da127c4383" /><Relationship Type="http://schemas.openxmlformats.org/officeDocument/2006/relationships/notesMaster" Target="/ppt/notesMasters/notesMaster1.xml" Id="Rb396cbaea1864144" /><Relationship Type="http://schemas.openxmlformats.org/officeDocument/2006/relationships/presProps" Target="/ppt/presProps.xml" Id="R8de75ba3ae5b4250" /><Relationship Type="http://schemas.openxmlformats.org/officeDocument/2006/relationships/tableStyles" Target="/ppt/tableStyles.xml" Id="R0d21ce5622a74e06" /><Relationship Type="http://schemas.openxmlformats.org/officeDocument/2006/relationships/slide" Target="/ppt/slides/slide1.xml" Id="R60188025a18946c8" /><Relationship Type="http://schemas.openxmlformats.org/officeDocument/2006/relationships/slide" Target="/ppt/slides/slide2.xml" Id="R396f810fd1e84b5f" /><Relationship Type="http://schemas.openxmlformats.org/officeDocument/2006/relationships/slide" Target="/ppt/slides/slide3.xml" Id="Rd24585b3f3114c3e" /><Relationship Type="http://schemas.openxmlformats.org/officeDocument/2006/relationships/slide" Target="/ppt/slides/slide4.xml" Id="Rcc14f25014ea4f62" /><Relationship Type="http://schemas.openxmlformats.org/officeDocument/2006/relationships/slide" Target="/ppt/slides/slide5.xml" Id="R77d8c9cf98ab4ec7" /><Relationship Type="http://schemas.openxmlformats.org/officeDocument/2006/relationships/slide" Target="/ppt/slides/slide6.xml" Id="R67353a4b89a64b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96f9fdc5dd45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08af03179a4e43" /><Relationship Type="http://schemas.openxmlformats.org/officeDocument/2006/relationships/notesMaster" Target="/ppt/notesMasters/notesMaster1.xml" Id="R0d7f3f98ee084e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feb74bb9974c92" /><Relationship Type="http://schemas.openxmlformats.org/officeDocument/2006/relationships/notesMaster" Target="/ppt/notesMasters/notesMaster1.xml" Id="R1c18932569834f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290dfd066b42ce" /><Relationship Type="http://schemas.openxmlformats.org/officeDocument/2006/relationships/notesMaster" Target="/ppt/notesMasters/notesMaster1.xml" Id="R552b0847ac3145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f91d7de21b4457d" /><Relationship Type="http://schemas.openxmlformats.org/officeDocument/2006/relationships/notesMaster" Target="/ppt/notesMasters/notesMaster1.xml" Id="Re21851849a3140f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cf8148c59784781" /><Relationship Type="http://schemas.openxmlformats.org/officeDocument/2006/relationships/notesMaster" Target="/ppt/notesMasters/notesMaster1.xml" Id="Rde9b37d86e7645f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f84d4687536403f" /><Relationship Type="http://schemas.openxmlformats.org/officeDocument/2006/relationships/notesMaster" Target="/ppt/notesMasters/notesMaster1.xml" Id="Rc52e9f3b28cf49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今回は、UFO Catcherの技術構成を短く解説します。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https://github.com/syunnjack/UFO-catcher</a:t>
            </a:r>
          </a:p>
          <a:p xmlns:a="http://schemas.openxmlformats.org/drawingml/2006/main">
            <a:r>
              <a:t>- https://syunnjack.dev/articles/ufo-catcher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UFO Catcherの設計と実装を記録したプロジェクト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https://github.com/syunnjack/UFO-catcher</a:t>
            </a:r>
          </a:p>
          <a:p xmlns:a="http://schemas.openxmlformats.org/drawingml/2006/main">
            <a:r>
              <a:t>- https://syunnjack.dev/articles/ufo-catcher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主な技術はAstroです。役割を分け、保守しやすい構成を目指しています。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https://github.com/syunnjack/UFO-catcher</a:t>
            </a:r>
          </a:p>
          <a:p xmlns:a="http://schemas.openxmlformats.org/drawingml/2006/main">
            <a:r>
              <a:t>- https://syunnjack.dev/articles/ufo-catcher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リポジトリでは、主要なソースファイルを中心に実装を確認できます。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https://github.com/syunnjack/UFO-catcher</a:t>
            </a:r>
          </a:p>
          <a:p xmlns:a="http://schemas.openxmlformats.org/drawingml/2006/main">
            <a:r>
              <a:t>- https://syunnjack.dev/articles/ufo-catcher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直近のコミットでは、実装の見直しと継続的な改善が行われました。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https://github.com/syunnjack/UFO-catcher</a:t>
            </a:r>
          </a:p>
          <a:p xmlns:a="http://schemas.openxmlformats.org/drawingml/2006/main">
            <a:r>
              <a:t>- https://syunnjack.dev/articles/ufo-catcher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詳しい設計とコミット履歴は、技術ブログ積み上げログの記事で紹介しています。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https://github.com/syunnjack/UFO-catcher</a:t>
            </a:r>
          </a:p>
          <a:p xmlns:a="http://schemas.openxmlformats.org/drawingml/2006/main">
            <a:r>
              <a:t>- https://syunnjack.dev/articles/ufo-catcher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9d29de5ade4a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abe3800cf54f14" /><Relationship Type="http://schemas.openxmlformats.org/officeDocument/2006/relationships/slideLayout" Target="/ppt/slideLayouts/slideLayout1.xml" Id="Rbe233ac5b1134d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233ac5b1134d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1050757c9f45ce" /><Relationship Type="http://schemas.openxmlformats.org/officeDocument/2006/relationships/notesSlide" Target="/ppt/notesSlides/notesSlide1.xml" Id="R56670a6359814e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06dc7346c74910" /><Relationship Type="http://schemas.openxmlformats.org/officeDocument/2006/relationships/notesSlide" Target="/ppt/notesSlides/notesSlide2.xml" Id="R453235c92aec4c4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ec3bb3fb0f4e37" /><Relationship Type="http://schemas.openxmlformats.org/officeDocument/2006/relationships/notesSlide" Target="/ppt/notesSlides/notesSlide3.xml" Id="Rc1963bacbdfe42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a939296b7d4319" /><Relationship Type="http://schemas.openxmlformats.org/officeDocument/2006/relationships/notesSlide" Target="/ppt/notesSlides/notesSlide4.xml" Id="Ra37e9bc74e454c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69396f5a53409a" /><Relationship Type="http://schemas.openxmlformats.org/officeDocument/2006/relationships/notesSlide" Target="/ppt/notesSlides/notesSlide5.xml" Id="R835030773b3d49b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20cefd70f94037" /><Relationship Type="http://schemas.openxmlformats.org/officeDocument/2006/relationships/notesSlide" Target="/ppt/notesSlides/notesSlide6.xml" Id="Rc69ba158bfef48a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759139-9ACB-4EC0-8610-E78B14E4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2158B6-B5FD-462D-BB29-83984EC60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0">
            <a:extLst xmlns:a="http://schemas.openxmlformats.org/drawingml/2006/main">
              <a:ext uri="{FF2B5EF4-FFF2-40B4-BE49-F238E27FC236}">
                <a16:creationId xmlns:a16="http://schemas.microsoft.com/office/drawing/2014/main" id="{E957935D-350C-4F44-AE1E-4729C71E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0">
            <a:extLst xmlns:a="http://schemas.openxmlformats.org/drawingml/2006/main">
              <a:ext uri="{FF2B5EF4-FFF2-40B4-BE49-F238E27FC236}">
                <a16:creationId xmlns:a16="http://schemas.microsoft.com/office/drawing/2014/main" id="{381AD01F-7387-4D02-9A2B-D9647078A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01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B2B08B8-6019-49BD-AA52-7B01D2EA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02C22"/>
                </a:solidFill>
              </a:defRPr>
            </a:pPr>
            <a:r>
              <a:rPr sz="4350" b="1">
                <a:solidFill>
                  <a:srgbClr val="002C22"/>
                </a:solidFill>
              </a:rPr>
              <a:t>UFO Catcherの技術解説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1B3C75A5-234A-45FC-9584-6600F30A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7534D"/>
                </a:solidFill>
              </a:defRPr>
            </a:pPr>
            <a:r>
              <a:rPr sz="1875">
                <a:solidFill>
                  <a:srgbClr val="57534D"/>
                </a:solidFill>
              </a:rPr>
              <a:t>設計・実装・コミットから学ぶ短時間の技術解説</a:t>
            </a:r>
          </a:p>
        </p:txBody>
      </p:sp>
      <p:sp>
        <p:nvSpPr>
          <p:cNvPr id="7" name="language">
            <a:extLst xmlns:a="http://schemas.openxmlformats.org/drawingml/2006/main">
              <a:ext uri="{FF2B5EF4-FFF2-40B4-BE49-F238E27FC236}">
                <a16:creationId xmlns:a16="http://schemas.microsoft.com/office/drawing/2014/main" id="{70AD9CA0-761D-406C-AE99-60BE3093B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E9A00"/>
                </a:solidFill>
              </a:defRPr>
            </a:pPr>
            <a:r>
              <a:rPr sz="1500" b="1">
                <a:solidFill>
                  <a:srgbClr val="FE9A00"/>
                </a:solidFill>
              </a:rPr>
              <a:t>Astro</a:t>
            </a:r>
          </a:p>
        </p:txBody>
      </p:sp>
    </p:spTree>
    <p:extLst>
      <p:ext uri="{BB962C8B-B14F-4D97-AF65-F5344CB8AC3E}">
        <p14:creationId xmlns:p14="http://schemas.microsoft.com/office/powerpoint/2010/main" val="18330069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C34CA8-8F7C-42E0-A25E-5F9F7F96D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58E516-08D1-4BBF-9F5A-B2086590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1">
            <a:extLst xmlns:a="http://schemas.openxmlformats.org/drawingml/2006/main">
              <a:ext uri="{FF2B5EF4-FFF2-40B4-BE49-F238E27FC236}">
                <a16:creationId xmlns:a16="http://schemas.microsoft.com/office/drawing/2014/main" id="{F70B7ED8-2E47-4DDD-A01F-C1B9A8F9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1">
            <a:extLst xmlns:a="http://schemas.openxmlformats.org/drawingml/2006/main">
              <a:ext uri="{FF2B5EF4-FFF2-40B4-BE49-F238E27FC236}">
                <a16:creationId xmlns:a16="http://schemas.microsoft.com/office/drawing/2014/main" id="{E764CB63-5FE4-46BF-A4FD-2F6FF855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02</a:t>
            </a:r>
          </a:p>
        </p:txBody>
      </p:sp>
      <p:sp>
        <p:nvSpPr>
          <p:cNvPr id="5" name="title-1">
            <a:extLst xmlns:a="http://schemas.openxmlformats.org/drawingml/2006/main">
              <a:ext uri="{FF2B5EF4-FFF2-40B4-BE49-F238E27FC236}">
                <a16:creationId xmlns:a16="http://schemas.microsoft.com/office/drawing/2014/main" id="{16E6CF4E-22E0-46B0-8455-6320D8DC6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このプロジェクトは何を解決する？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5547A0-7DEA-4D81-8FD0-BAFDAEC4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52B05CEC-1890-4D6A-90A5-9491203E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UFO Catcherの設計と実装を記録したプロジェクト</a:t>
            </a:r>
          </a:p>
        </p:txBody>
      </p:sp>
    </p:spTree>
    <p:extLst>
      <p:ext uri="{BB962C8B-B14F-4D97-AF65-F5344CB8AC3E}">
        <p14:creationId xmlns:p14="http://schemas.microsoft.com/office/powerpoint/2010/main" val="2245233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A22332-C6E9-4B28-A366-573D027B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74D5F8-FAE8-4D9B-BF8F-75CC2248A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2">
            <a:extLst xmlns:a="http://schemas.openxmlformats.org/drawingml/2006/main">
              <a:ext uri="{FF2B5EF4-FFF2-40B4-BE49-F238E27FC236}">
                <a16:creationId xmlns:a16="http://schemas.microsoft.com/office/drawing/2014/main" id="{948C7D0D-85DC-45BF-8FF2-46B214D0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D20876E0-AD2E-4AC1-A1A1-834DCCF7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03</a:t>
            </a:r>
          </a:p>
        </p:txBody>
      </p:sp>
      <p:sp>
        <p:nvSpPr>
          <p:cNvPr id="5" name="title-2">
            <a:extLst xmlns:a="http://schemas.openxmlformats.org/drawingml/2006/main">
              <a:ext uri="{FF2B5EF4-FFF2-40B4-BE49-F238E27FC236}">
                <a16:creationId xmlns:a16="http://schemas.microsoft.com/office/drawing/2014/main" id="{50EB4F1B-D0A5-4EA1-B63D-6D7A0F2E4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技術スタック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D30C7B-7473-4A12-99D6-C808BB7B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DD5F9B5D-97DE-4EEA-9133-C775ED09D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主要技術：Astro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役割を分け、保守しやすい構成を目指しています。</a:t>
            </a:r>
          </a:p>
        </p:txBody>
      </p:sp>
    </p:spTree>
    <p:extLst>
      <p:ext uri="{BB962C8B-B14F-4D97-AF65-F5344CB8AC3E}">
        <p14:creationId xmlns:p14="http://schemas.microsoft.com/office/powerpoint/2010/main" val="21303265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077917-AB35-4849-91CD-D453FBF3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36888B-8E5B-4C1D-8A99-FFAC085E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3">
            <a:extLst xmlns:a="http://schemas.openxmlformats.org/drawingml/2006/main">
              <a:ext uri="{FF2B5EF4-FFF2-40B4-BE49-F238E27FC236}">
                <a16:creationId xmlns:a16="http://schemas.microsoft.com/office/drawing/2014/main" id="{23DCDAFD-B7BB-4356-9A8C-057493A7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1C7CAB0F-3C05-4620-9CCB-D2BF56AD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04</a:t>
            </a:r>
          </a:p>
        </p:txBody>
      </p:sp>
      <p:sp>
        <p:nvSpPr>
          <p:cNvPr id="5" name="title-3">
            <a:extLst xmlns:a="http://schemas.openxmlformats.org/drawingml/2006/main">
              <a:ext uri="{FF2B5EF4-FFF2-40B4-BE49-F238E27FC236}">
                <a16:creationId xmlns:a16="http://schemas.microsoft.com/office/drawing/2014/main" id="{AFE3DDFD-1EC8-4365-B753-0982AC01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リポジトリの読みどころ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BDDED3-CFE1-4D8D-8209-75943A7C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3">
            <a:extLst xmlns:a="http://schemas.openxmlformats.org/drawingml/2006/main">
              <a:ext uri="{FF2B5EF4-FFF2-40B4-BE49-F238E27FC236}">
                <a16:creationId xmlns:a16="http://schemas.microsoft.com/office/drawing/2014/main" id="{CE51E45B-6931-4E7E-B076-A4B8EC5CB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公開コード、README、コミット履歴から設計判断を確認できます。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主なファイル：主要なソースファイル</a:t>
            </a:r>
          </a:p>
        </p:txBody>
      </p:sp>
    </p:spTree>
    <p:extLst>
      <p:ext uri="{BB962C8B-B14F-4D97-AF65-F5344CB8AC3E}">
        <p14:creationId xmlns:p14="http://schemas.microsoft.com/office/powerpoint/2010/main" val="20264207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37904D-9A41-47F6-820A-B322936A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1F291B-172C-40FF-9A2A-F14AE5783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4">
            <a:extLst xmlns:a="http://schemas.openxmlformats.org/drawingml/2006/main">
              <a:ext uri="{FF2B5EF4-FFF2-40B4-BE49-F238E27FC236}">
                <a16:creationId xmlns:a16="http://schemas.microsoft.com/office/drawing/2014/main" id="{B47B88A8-1101-4DC6-A589-C68606A3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69FAFDF7-1BF6-4796-8864-CF8CF4BB8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05</a:t>
            </a:r>
          </a:p>
        </p:txBody>
      </p:sp>
      <p:sp>
        <p:nvSpPr>
          <p:cNvPr id="5" name="title-4">
            <a:extLst xmlns:a="http://schemas.openxmlformats.org/drawingml/2006/main">
              <a:ext uri="{FF2B5EF4-FFF2-40B4-BE49-F238E27FC236}">
                <a16:creationId xmlns:a16="http://schemas.microsoft.com/office/drawing/2014/main" id="{022D51EE-B760-4A3E-AC69-B7B17439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コミットから分かる改善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3C4416-8C6B-4197-9464-0EF5623B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4">
            <a:extLst xmlns:a="http://schemas.openxmlformats.org/drawingml/2006/main">
              <a:ext uri="{FF2B5EF4-FFF2-40B4-BE49-F238E27FC236}">
                <a16:creationId xmlns:a16="http://schemas.microsoft.com/office/drawing/2014/main" id="{E5783058-9A7D-49E6-801D-06299BCF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直近のコミットでは、実装の見直しと継続的な改善が行われました。</a:t>
            </a:r>
          </a:p>
        </p:txBody>
      </p:sp>
    </p:spTree>
    <p:extLst>
      <p:ext uri="{BB962C8B-B14F-4D97-AF65-F5344CB8AC3E}">
        <p14:creationId xmlns:p14="http://schemas.microsoft.com/office/powerpoint/2010/main" val="3225490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4623B7-64C6-4581-8D47-24B3BCDB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BA5CB1-8D26-4953-9FF0-3E71E1B9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5">
            <a:extLst xmlns:a="http://schemas.openxmlformats.org/drawingml/2006/main">
              <a:ext uri="{FF2B5EF4-FFF2-40B4-BE49-F238E27FC236}">
                <a16:creationId xmlns:a16="http://schemas.microsoft.com/office/drawing/2014/main" id="{5BE6012D-10E8-4267-B45A-EA902CC6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A1865CDF-DE0C-431C-8359-33C35E785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06</a:t>
            </a:r>
          </a:p>
        </p:txBody>
      </p:sp>
      <p:sp>
        <p:nvSpPr>
          <p:cNvPr id="5" name="title-5">
            <a:extLst xmlns:a="http://schemas.openxmlformats.org/drawingml/2006/main">
              <a:ext uri="{FF2B5EF4-FFF2-40B4-BE49-F238E27FC236}">
                <a16:creationId xmlns:a16="http://schemas.microsoft.com/office/drawing/2014/main" id="{0F4782C6-E444-42C7-B71A-69DE0AF6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詳しくは積み上げログへ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59514B-EB8C-4B14-BF09-9AC56F0B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5">
            <a:extLst xmlns:a="http://schemas.openxmlformats.org/drawingml/2006/main">
              <a:ext uri="{FF2B5EF4-FFF2-40B4-BE49-F238E27FC236}">
                <a16:creationId xmlns:a16="http://schemas.microsoft.com/office/drawing/2014/main" id="{55E2D98A-65C2-4FDE-9769-CD33AF14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記事： https://syunnjack.dev/articles/ufo-catcher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学び、作り、振り返る開発記録。</a:t>
            </a:r>
          </a:p>
        </p:txBody>
      </p:sp>
    </p:spTree>
    <p:extLst>
      <p:ext uri="{BB962C8B-B14F-4D97-AF65-F5344CB8AC3E}">
        <p14:creationId xmlns:p14="http://schemas.microsoft.com/office/powerpoint/2010/main" val="6852709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2026-08-15T13:59:19.1420000Z</dcterms:created>
  <dcterms:modified xsi:type="dcterms:W3CDTF">2026-08-15T13:59:19.1420000Z</dcterms:modified>
</coreProperties>
</file>