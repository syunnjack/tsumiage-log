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da74188f3c461b" /><Relationship Type="http://schemas.openxmlformats.org/officeDocument/2006/relationships/extended-properties" Target="/docProps/app.xml" Id="R2d39d57b35364558" /><Relationship Type="http://schemas.openxmlformats.org/officeDocument/2006/relationships/officeDocument" Target="/ppt/presentation.xml" Id="Rb25fa2837da8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97897fb50f4db8"/>
  </p:sldMasterIdLst>
  <p:notesMasterIdLst>
    <p:notesMasterId xmlns:r="http://schemas.openxmlformats.org/officeDocument/2006/relationships" r:id="Re75ec54e9a514401"/>
  </p:notesMasterIdLst>
  <p:sldIdLst>
    <p:sldId xmlns:r="http://schemas.openxmlformats.org/officeDocument/2006/relationships" id="256" r:id="R1b8b3b8e431a4718"/>
    <p:sldId xmlns:r="http://schemas.openxmlformats.org/officeDocument/2006/relationships" id="257" r:id="R8e92deeede7148d6"/>
    <p:sldId xmlns:r="http://schemas.openxmlformats.org/officeDocument/2006/relationships" id="258" r:id="Rf5a611bee57044db"/>
    <p:sldId xmlns:r="http://schemas.openxmlformats.org/officeDocument/2006/relationships" id="259" r:id="Rb09f9c23b1484f28"/>
    <p:sldId xmlns:r="http://schemas.openxmlformats.org/officeDocument/2006/relationships" id="260" r:id="Rc3c42f6e7191440d"/>
    <p:sldId xmlns:r="http://schemas.openxmlformats.org/officeDocument/2006/relationships" id="261" r:id="R92f685a696bb4c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6f15a2dc5d47d8" /><Relationship Type="http://schemas.openxmlformats.org/officeDocument/2006/relationships/slideMaster" Target="/ppt/slideMasters/slideMaster1.xml" Id="R0197897fb50f4db8" /><Relationship Type="http://schemas.openxmlformats.org/officeDocument/2006/relationships/notesMaster" Target="/ppt/notesMasters/notesMaster1.xml" Id="Re75ec54e9a514401" /><Relationship Type="http://schemas.openxmlformats.org/officeDocument/2006/relationships/presProps" Target="/ppt/presProps.xml" Id="Rf73078aabb0e4169" /><Relationship Type="http://schemas.openxmlformats.org/officeDocument/2006/relationships/tableStyles" Target="/ppt/tableStyles.xml" Id="R1140ff58e6624cbb" /><Relationship Type="http://schemas.openxmlformats.org/officeDocument/2006/relationships/slide" Target="/ppt/slides/slide1.xml" Id="R1b8b3b8e431a4718" /><Relationship Type="http://schemas.openxmlformats.org/officeDocument/2006/relationships/slide" Target="/ppt/slides/slide2.xml" Id="R8e92deeede7148d6" /><Relationship Type="http://schemas.openxmlformats.org/officeDocument/2006/relationships/slide" Target="/ppt/slides/slide3.xml" Id="Rf5a611bee57044db" /><Relationship Type="http://schemas.openxmlformats.org/officeDocument/2006/relationships/slide" Target="/ppt/slides/slide4.xml" Id="Rb09f9c23b1484f28" /><Relationship Type="http://schemas.openxmlformats.org/officeDocument/2006/relationships/slide" Target="/ppt/slides/slide5.xml" Id="Rc3c42f6e7191440d" /><Relationship Type="http://schemas.openxmlformats.org/officeDocument/2006/relationships/slide" Target="/ppt/slides/slide6.xml" Id="R92f685a696bb4c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1c7e6ef49b47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2f5be149f7496d" /><Relationship Type="http://schemas.openxmlformats.org/officeDocument/2006/relationships/notesMaster" Target="/ppt/notesMasters/notesMaster1.xml" Id="R48cdef0cce3946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7ac1f04c9e4e1c" /><Relationship Type="http://schemas.openxmlformats.org/officeDocument/2006/relationships/notesMaster" Target="/ppt/notesMasters/notesMaster1.xml" Id="R35d66e35762044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11361379ec4141" /><Relationship Type="http://schemas.openxmlformats.org/officeDocument/2006/relationships/notesMaster" Target="/ppt/notesMasters/notesMaster1.xml" Id="R8776cc2d8f224c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33c969d9bb4c68" /><Relationship Type="http://schemas.openxmlformats.org/officeDocument/2006/relationships/notesMaster" Target="/ppt/notesMasters/notesMaster1.xml" Id="R79f9d7c337144b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725c9dcde745fd" /><Relationship Type="http://schemas.openxmlformats.org/officeDocument/2006/relationships/notesMaster" Target="/ppt/notesMasters/notesMaster1.xml" Id="Rb8f4f00bbb414e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f1c58c89c14595" /><Relationship Type="http://schemas.openxmlformats.org/officeDocument/2006/relationships/notesMaster" Target="/ppt/notesMasters/notesMaster1.xml" Id="R6d39fd58de6c47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今回は、Tokai Marineの技術構成を短く解説します。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https://github.com/syunnjack/tokai-marine</a:t>
            </a:r>
          </a:p>
          <a:p xmlns:a="http://schemas.openxmlformats.org/drawingml/2006/main">
            <a:r>
              <a:t>- https://syunnjack.dev/articles/tokai-marine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Tokai Marineの設計と実装を記録したプロジェクト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https://github.com/syunnjack/tokai-marine</a:t>
            </a:r>
          </a:p>
          <a:p xmlns:a="http://schemas.openxmlformats.org/drawingml/2006/main">
            <a:r>
              <a:t>- https://syunnjack.dev/articles/tokai-marine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https://github.com/syunnjack/tokai-marine</a:t>
            </a:r>
          </a:p>
          <a:p xmlns:a="http://schemas.openxmlformats.org/drawingml/2006/main">
            <a:r>
              <a:t>- https://syunnjack.dev/articles/tokai-marine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https://github.com/syunnjack/tokai-marine</a:t>
            </a:r>
          </a:p>
          <a:p xmlns:a="http://schemas.openxmlformats.org/drawingml/2006/main">
            <a:r>
              <a:t>- https://syunnjack.dev/articles/tokai-marine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https://github.com/syunnjack/tokai-marine</a:t>
            </a:r>
          </a:p>
          <a:p xmlns:a="http://schemas.openxmlformats.org/drawingml/2006/main">
            <a:r>
              <a:t>- https://syunnjack.dev/articles/tokai-marine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https://github.com/syunnjack/tokai-marine</a:t>
            </a:r>
          </a:p>
          <a:p xmlns:a="http://schemas.openxmlformats.org/drawingml/2006/main">
            <a:r>
              <a:t>- https://syunnjack.dev/articles/tokai-marine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a3775a70c4f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3e9efe65144463" /><Relationship Type="http://schemas.openxmlformats.org/officeDocument/2006/relationships/slideLayout" Target="/ppt/slideLayouts/slideLayout1.xml" Id="R88b826407b274d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b826407b274d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7e228dfd44ccb" /><Relationship Type="http://schemas.openxmlformats.org/officeDocument/2006/relationships/notesSlide" Target="/ppt/notesSlides/notesSlide1.xml" Id="R48176b2f222d44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471c82fa8402f" /><Relationship Type="http://schemas.openxmlformats.org/officeDocument/2006/relationships/notesSlide" Target="/ppt/notesSlides/notesSlide2.xml" Id="R0e1ece84067b4c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95dcea6464933" /><Relationship Type="http://schemas.openxmlformats.org/officeDocument/2006/relationships/notesSlide" Target="/ppt/notesSlides/notesSlide3.xml" Id="Re913a3a046624a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f655732d342cd" /><Relationship Type="http://schemas.openxmlformats.org/officeDocument/2006/relationships/notesSlide" Target="/ppt/notesSlides/notesSlide4.xml" Id="R2df416c1467e44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7cf785d664090" /><Relationship Type="http://schemas.openxmlformats.org/officeDocument/2006/relationships/notesSlide" Target="/ppt/notesSlides/notesSlide5.xml" Id="R6f62f8c8ee9d49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d87b53f5544e4" /><Relationship Type="http://schemas.openxmlformats.org/officeDocument/2006/relationships/notesSlide" Target="/ppt/notesSlides/notesSlide6.xml" Id="Rdbe1b4db91224f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0A75F-24B2-4B9E-87A3-38C73219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132DF-D681-4E0B-8D23-F520AC06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D2D11195-C4D9-42F5-8A0E-3424049F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95C03E2F-41B7-4717-959F-B811A251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B05EFC-D973-4C63-9989-11D0E02C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Tokai Marineの技術解説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22E9BA4-2926-4E34-9DA9-BA93A132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AFB90B85-718C-45C2-92A3-70CE4AF2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4260148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1A7B4-657F-4BDB-9736-F6FA776C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2FF2C-A1C7-43B6-87BF-06105FD1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472BAF90-0B45-4362-A0B2-A2F0123E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7A21BD2B-54C5-40BC-964C-307E4855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98E2A1D8-3F50-4D96-B90B-F7365BCB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379C6-937E-4668-923E-8165DCF6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550E3C95-B172-41A4-A025-CE60968F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Tokai Marineの設計と実装を記録したプロジェクト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584126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824E6-C304-4E0B-A326-6CBD23B9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E942C-B1CA-43A6-B668-070CC158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CAAE6072-9502-43A4-95BA-35E6586A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28FE5647-BAC2-4BBF-BED2-6D8B5B8D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E1C09CA4-A912-4DA7-8B4F-A2555507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1C95E-58AF-44B8-A2D3-A8BD9D3E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D749FEA2-3643-43A7-8711-AEB97992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6213164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8CEED-D224-4D60-8473-3DD34A54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18395-2154-4789-9587-43A92BD2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22370D54-AB9D-4E59-85D3-818D5E46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6DC4C153-12DB-4887-ADA1-A8F232E1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2C454763-1614-4017-99B6-3AF9F898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F80A3-458A-4BBF-AD8C-32652175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0ED8A8E5-DDFD-4619-BA20-A913A3E1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03471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D4025-94CA-4546-8EA8-88067D7A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231A9-F05F-4D1E-A1BB-13945608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7A67F56A-5541-434D-90FD-91ADC009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3E7EBB57-8070-4AAE-AF01-88ED0260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39328D63-1050-435F-AA71-45C5EC5C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EDD9C-E750-4089-9B8C-22E973D8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CF766FD2-0272-4208-B57F-14BD1CB1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320709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14D6C-4326-42CD-9941-2999FBFF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41390-3198-414E-A081-80A8E6B6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F4A4753D-1E07-4F99-B7EA-A8871ED0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2C5E2FE-EDB6-4C8E-B6B9-22CD4F57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E121DF64-EDB0-42C6-94AD-9ADD0D9A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679A9-F9AE-455C-BDA1-62617A25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0A95A73B-EB01-4A60-9BB6-25555A09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https://syunnjack.dev/articles/tokai-marine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463089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2026-08-15T06:19:00.5750000Z</dcterms:created>
  <dcterms:modified xsi:type="dcterms:W3CDTF">2026-08-15T06:19:00.5750000Z</dcterms:modified>
</coreProperties>
</file>