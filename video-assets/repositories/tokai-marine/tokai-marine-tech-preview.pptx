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4a000aea964e8f" /><Relationship Type="http://schemas.openxmlformats.org/officeDocument/2006/relationships/extended-properties" Target="/docProps/app.xml" Id="R986281dc35e646b7" /><Relationship Type="http://schemas.openxmlformats.org/officeDocument/2006/relationships/officeDocument" Target="/ppt/presentation.xml" Id="R8e585438a5b945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84caf155d94273"/>
  </p:sldMasterIdLst>
  <p:notesMasterIdLst>
    <p:notesMasterId xmlns:r="http://schemas.openxmlformats.org/officeDocument/2006/relationships" r:id="R68d743e21f4f4f69"/>
  </p:notesMasterIdLst>
  <p:sldIdLst>
    <p:sldId xmlns:r="http://schemas.openxmlformats.org/officeDocument/2006/relationships" id="256" r:id="R68699846ef184aee"/>
    <p:sldId xmlns:r="http://schemas.openxmlformats.org/officeDocument/2006/relationships" id="257" r:id="R9567fa080fe842e3"/>
    <p:sldId xmlns:r="http://schemas.openxmlformats.org/officeDocument/2006/relationships" id="258" r:id="R51c78df222d5459f"/>
    <p:sldId xmlns:r="http://schemas.openxmlformats.org/officeDocument/2006/relationships" id="259" r:id="Rcfb2559cafc741d9"/>
    <p:sldId xmlns:r="http://schemas.openxmlformats.org/officeDocument/2006/relationships" id="260" r:id="R24d940220f0245f2"/>
    <p:sldId xmlns:r="http://schemas.openxmlformats.org/officeDocument/2006/relationships" id="261" r:id="R7b2b04c7922c4a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aedd72e59f4a06" /><Relationship Type="http://schemas.openxmlformats.org/officeDocument/2006/relationships/slideMaster" Target="/ppt/slideMasters/slideMaster1.xml" Id="R6a84caf155d94273" /><Relationship Type="http://schemas.openxmlformats.org/officeDocument/2006/relationships/notesMaster" Target="/ppt/notesMasters/notesMaster1.xml" Id="R68d743e21f4f4f69" /><Relationship Type="http://schemas.openxmlformats.org/officeDocument/2006/relationships/presProps" Target="/ppt/presProps.xml" Id="R7d0f37d2b17d458f" /><Relationship Type="http://schemas.openxmlformats.org/officeDocument/2006/relationships/tableStyles" Target="/ppt/tableStyles.xml" Id="R9d69d63aa44f4352" /><Relationship Type="http://schemas.openxmlformats.org/officeDocument/2006/relationships/slide" Target="/ppt/slides/slide1.xml" Id="R68699846ef184aee" /><Relationship Type="http://schemas.openxmlformats.org/officeDocument/2006/relationships/slide" Target="/ppt/slides/slide2.xml" Id="R9567fa080fe842e3" /><Relationship Type="http://schemas.openxmlformats.org/officeDocument/2006/relationships/slide" Target="/ppt/slides/slide3.xml" Id="R51c78df222d5459f" /><Relationship Type="http://schemas.openxmlformats.org/officeDocument/2006/relationships/slide" Target="/ppt/slides/slide4.xml" Id="Rcfb2559cafc741d9" /><Relationship Type="http://schemas.openxmlformats.org/officeDocument/2006/relationships/slide" Target="/ppt/slides/slide5.xml" Id="R24d940220f0245f2" /><Relationship Type="http://schemas.openxmlformats.org/officeDocument/2006/relationships/slide" Target="/ppt/slides/slide6.xml" Id="R7b2b04c7922c4a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1d91911e4744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06512f07084b63" /><Relationship Type="http://schemas.openxmlformats.org/officeDocument/2006/relationships/notesMaster" Target="/ppt/notesMasters/notesMaster1.xml" Id="R542e53d89cfd44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353ad9e4c448dc" /><Relationship Type="http://schemas.openxmlformats.org/officeDocument/2006/relationships/notesMaster" Target="/ppt/notesMasters/notesMaster1.xml" Id="R1d940cdf873f48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830c135a214c79" /><Relationship Type="http://schemas.openxmlformats.org/officeDocument/2006/relationships/notesMaster" Target="/ppt/notesMasters/notesMaster1.xml" Id="Rc7bc579b90c143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d8ace9bd2b415a" /><Relationship Type="http://schemas.openxmlformats.org/officeDocument/2006/relationships/notesMaster" Target="/ppt/notesMasters/notesMaster1.xml" Id="R712cffa9397243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c6c72164f74086" /><Relationship Type="http://schemas.openxmlformats.org/officeDocument/2006/relationships/notesMaster" Target="/ppt/notesMasters/notesMaster1.xml" Id="Rf709702089864b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a3de48fe744470" /><Relationship Type="http://schemas.openxmlformats.org/officeDocument/2006/relationships/notesMaster" Target="/ppt/notesMasters/notesMaster1.xml" Id="R40f9198203794e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今回は、Tokai Marineの技術構成を短く解説します。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https://github.com/syunnjack/tokai-marine</a:t>
            </a:r>
          </a:p>
          <a:p xmlns:a="http://schemas.openxmlformats.org/drawingml/2006/main">
            <a:r>
              <a:t>- https://syunnjack.dev/articles/tokai-marine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Tokai Marineの設計と実装を記録したプロジェクト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https://github.com/syunnjack/tokai-marine</a:t>
            </a:r>
          </a:p>
          <a:p xmlns:a="http://schemas.openxmlformats.org/drawingml/2006/main">
            <a:r>
              <a:t>- https://syunnjack.dev/articles/tokai-marine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https://github.com/syunnjack/tokai-marine</a:t>
            </a:r>
          </a:p>
          <a:p xmlns:a="http://schemas.openxmlformats.org/drawingml/2006/main">
            <a:r>
              <a:t>- https://syunnjack.dev/articles/tokai-marine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https://github.com/syunnjack/tokai-marine</a:t>
            </a:r>
          </a:p>
          <a:p xmlns:a="http://schemas.openxmlformats.org/drawingml/2006/main">
            <a:r>
              <a:t>- https://syunnjack.dev/articles/tokai-marine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https://github.com/syunnjack/tokai-marine</a:t>
            </a:r>
          </a:p>
          <a:p xmlns:a="http://schemas.openxmlformats.org/drawingml/2006/main">
            <a:r>
              <a:t>- https://syunnjack.dev/articles/tokai-marine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https://github.com/syunnjack/tokai-marine</a:t>
            </a:r>
          </a:p>
          <a:p xmlns:a="http://schemas.openxmlformats.org/drawingml/2006/main">
            <a:r>
              <a:t>- https://syunnjack.dev/articles/tokai-marine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9f3686dfe14b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43f6811ae64e10" /><Relationship Type="http://schemas.openxmlformats.org/officeDocument/2006/relationships/slideLayout" Target="/ppt/slideLayouts/slideLayout1.xml" Id="R01dad3a66db441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dad3a66db441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79090dbbb4b49" /><Relationship Type="http://schemas.openxmlformats.org/officeDocument/2006/relationships/notesSlide" Target="/ppt/notesSlides/notesSlide1.xml" Id="R085b9409806240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ac2747af64d57" /><Relationship Type="http://schemas.openxmlformats.org/officeDocument/2006/relationships/notesSlide" Target="/ppt/notesSlides/notesSlide2.xml" Id="R1d0a51c9369e4b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67790701e4f4f" /><Relationship Type="http://schemas.openxmlformats.org/officeDocument/2006/relationships/notesSlide" Target="/ppt/notesSlides/notesSlide3.xml" Id="R528113308cdc40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321eb2c584d76" /><Relationship Type="http://schemas.openxmlformats.org/officeDocument/2006/relationships/notesSlide" Target="/ppt/notesSlides/notesSlide4.xml" Id="Rf0a84b7ecdea45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7153e616d4b37" /><Relationship Type="http://schemas.openxmlformats.org/officeDocument/2006/relationships/notesSlide" Target="/ppt/notesSlides/notesSlide5.xml" Id="Rc3af8539395e43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da50f9c404d88" /><Relationship Type="http://schemas.openxmlformats.org/officeDocument/2006/relationships/notesSlide" Target="/ppt/notesSlides/notesSlide6.xml" Id="R243d79ebc50947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181B4-1051-4B90-9BBC-6848F8F4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A11DA-CD3C-4DD5-A167-6CF57907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AB8423AE-25BF-4053-AA80-B1D3BF01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8BC3B9A5-220F-4ABC-9DDD-97560D5F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4EFD27E-B7C4-49A1-9743-9C3070FA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Tokai Marineの技術解説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0D0DCF6A-4C25-4926-B871-B814F8EA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CAECDCE7-4B66-41DB-AE6A-005EA776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21153756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B7BD3-0ADD-4A5A-9A70-06E569A6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91545-A739-485E-86A5-4BD846EA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5FBA2820-13B9-4682-A466-00168EE0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84147417-BDCE-424F-BFE4-2AD90565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E13C9202-4FA8-4ADC-9A2C-EA7C6481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4B61A-D6CA-48F1-9E58-7E284D9E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718B341A-BF99-4A44-BD7D-E70B5422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Tokai Marineの設計と実装を記録したプロジェクト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982175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F2772-6B8D-482C-95B3-6BF0BB53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217E9-EAB1-4375-B5B1-C3C06B5C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5922B18F-90DC-4674-80CA-D49C6C8D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3F3C84C0-9056-48B4-8252-F7890F78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47F9409B-1D60-4E41-80FA-DC280CE3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CE65C-29B1-494C-8BE2-AFFE020B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B838EAA0-AD3B-4A82-89CA-EE150BD4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4153676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8CE52-0573-421F-8592-D80133E0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8EC65-049D-44B0-8A0A-CD66B740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2BD0F34C-08A4-4817-9B5E-6B55479F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F3FED9AF-B232-48C1-8FCA-42EC14A9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358DFFF9-2956-40FB-A7CD-B013C198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5C042-CD05-4645-A57A-A69C1078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8D9C9D16-AA07-44B5-BFFF-7A71A89F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3867212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D688F-8DB0-4300-AAC4-AB43B5A5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D58A3-0A75-4DE3-8271-DDAB5D50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CA577023-4EB8-46FC-8443-8A2E1603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F9D5BC60-7C14-4D86-AF3A-8600746A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F41096EA-2457-4A1E-9D9A-908CB7BF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41CAF1-A5B4-4AFF-9102-97EBA4C9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DFE85A4C-79A6-4DD4-91B8-695A7C0A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1945704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27177-A924-4F9A-A519-7B28E2E1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E3EB2-FB81-4A84-BE21-8B932831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8362C84B-8DBD-49A8-A153-A5C9F6D9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3303CAF5-52ED-48F6-A561-063F1018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0B56C3EA-FFFE-454A-A865-40B18027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5AA0A-174F-40C0-B385-6DEEE952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5C094F0A-C0DE-4149-984C-18D9AA65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https://syunnjack.dev/articles/tokai-marine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9278525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2026-08-15T06:52:46.2940000Z</dcterms:created>
  <dcterms:modified xsi:type="dcterms:W3CDTF">2026-08-15T06:52:46.2940000Z</dcterms:modified>
</coreProperties>
</file>