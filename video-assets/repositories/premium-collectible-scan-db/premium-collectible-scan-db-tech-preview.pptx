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8e1b32fbd14450" /><Relationship Type="http://schemas.openxmlformats.org/officeDocument/2006/relationships/extended-properties" Target="/docProps/app.xml" Id="R22753aba4b9d4b0c" /><Relationship Type="http://schemas.openxmlformats.org/officeDocument/2006/relationships/officeDocument" Target="/ppt/presentation.xml" Id="R2656cca931cc40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7a34c42e2b461c"/>
  </p:sldMasterIdLst>
  <p:notesMasterIdLst>
    <p:notesMasterId xmlns:r="http://schemas.openxmlformats.org/officeDocument/2006/relationships" r:id="Rfd079ff7fa524675"/>
  </p:notesMasterIdLst>
  <p:sldIdLst>
    <p:sldId xmlns:r="http://schemas.openxmlformats.org/officeDocument/2006/relationships" id="256" r:id="Ra9ea6f47e5da488d"/>
    <p:sldId xmlns:r="http://schemas.openxmlformats.org/officeDocument/2006/relationships" id="257" r:id="R0d52755f8f8b4bda"/>
    <p:sldId xmlns:r="http://schemas.openxmlformats.org/officeDocument/2006/relationships" id="258" r:id="R602d91e4920f4222"/>
    <p:sldId xmlns:r="http://schemas.openxmlformats.org/officeDocument/2006/relationships" id="259" r:id="R98061414613a44b9"/>
    <p:sldId xmlns:r="http://schemas.openxmlformats.org/officeDocument/2006/relationships" id="260" r:id="R7dbdc755c1c946d0"/>
    <p:sldId xmlns:r="http://schemas.openxmlformats.org/officeDocument/2006/relationships" id="261" r:id="R04cbc0327c524a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560aa34de844a3" /><Relationship Type="http://schemas.openxmlformats.org/officeDocument/2006/relationships/slideMaster" Target="/ppt/slideMasters/slideMaster1.xml" Id="Rc27a34c42e2b461c" /><Relationship Type="http://schemas.openxmlformats.org/officeDocument/2006/relationships/notesMaster" Target="/ppt/notesMasters/notesMaster1.xml" Id="Rfd079ff7fa524675" /><Relationship Type="http://schemas.openxmlformats.org/officeDocument/2006/relationships/presProps" Target="/ppt/presProps.xml" Id="R2d5da6d1c24e4067" /><Relationship Type="http://schemas.openxmlformats.org/officeDocument/2006/relationships/tableStyles" Target="/ppt/tableStyles.xml" Id="Rd70de7205a664025" /><Relationship Type="http://schemas.openxmlformats.org/officeDocument/2006/relationships/slide" Target="/ppt/slides/slide1.xml" Id="Ra9ea6f47e5da488d" /><Relationship Type="http://schemas.openxmlformats.org/officeDocument/2006/relationships/slide" Target="/ppt/slides/slide2.xml" Id="R0d52755f8f8b4bda" /><Relationship Type="http://schemas.openxmlformats.org/officeDocument/2006/relationships/slide" Target="/ppt/slides/slide3.xml" Id="R602d91e4920f4222" /><Relationship Type="http://schemas.openxmlformats.org/officeDocument/2006/relationships/slide" Target="/ppt/slides/slide4.xml" Id="R98061414613a44b9" /><Relationship Type="http://schemas.openxmlformats.org/officeDocument/2006/relationships/slide" Target="/ppt/slides/slide5.xml" Id="R7dbdc755c1c946d0" /><Relationship Type="http://schemas.openxmlformats.org/officeDocument/2006/relationships/slide" Target="/ppt/slides/slide6.xml" Id="R04cbc0327c524a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d8880dc82241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e7ccccf9b54b7a" /><Relationship Type="http://schemas.openxmlformats.org/officeDocument/2006/relationships/notesMaster" Target="/ppt/notesMasters/notesMaster1.xml" Id="Rd69a533768d948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47f25cae87439b" /><Relationship Type="http://schemas.openxmlformats.org/officeDocument/2006/relationships/notesMaster" Target="/ppt/notesMasters/notesMaster1.xml" Id="R30318adc270746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4cfa3935be4063" /><Relationship Type="http://schemas.openxmlformats.org/officeDocument/2006/relationships/notesMaster" Target="/ppt/notesMasters/notesMaster1.xml" Id="R9d10d8af720846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9f95617f1c4bcd" /><Relationship Type="http://schemas.openxmlformats.org/officeDocument/2006/relationships/notesMaster" Target="/ppt/notesMasters/notesMaster1.xml" Id="R9b6a76f7fbdb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cdf7b9465b46cd" /><Relationship Type="http://schemas.openxmlformats.org/officeDocument/2006/relationships/notesMaster" Target="/ppt/notesMasters/notesMaster1.xml" Id="Rd4872db5068848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c89502156d458e" /><Relationship Type="http://schemas.openxmlformats.org/officeDocument/2006/relationships/notesMaster" Target="/ppt/notesMasters/notesMaster1.xml" Id="R68a631c90eaa4d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今回は、Premium Collectible Scan Dbの技術構成を短く解説します。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Premium Collectible Scan Dbの設計と実装を記録したプロジェクト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https://github.com/syunnjack/premium-collectible-scan-db</a:t>
            </a:r>
          </a:p>
          <a:p xmlns:a="http://schemas.openxmlformats.org/drawingml/2006/main">
            <a:r>
              <a:t>- https://syunnjack.dev/articles/premium-collectible-scan-db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d9eb76e1c346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e8648dde1b4412" /><Relationship Type="http://schemas.openxmlformats.org/officeDocument/2006/relationships/slideLayout" Target="/ppt/slideLayouts/slideLayout1.xml" Id="R4e99aafba56b40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99aafba56b40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c21907f68445f" /><Relationship Type="http://schemas.openxmlformats.org/officeDocument/2006/relationships/notesSlide" Target="/ppt/notesSlides/notesSlide1.xml" Id="R0a97581fb73341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5590e57e34263" /><Relationship Type="http://schemas.openxmlformats.org/officeDocument/2006/relationships/notesSlide" Target="/ppt/notesSlides/notesSlide2.xml" Id="R40891b86ffc749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ec2eac8374143" /><Relationship Type="http://schemas.openxmlformats.org/officeDocument/2006/relationships/notesSlide" Target="/ppt/notesSlides/notesSlide3.xml" Id="R4a194d59cfae44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f7d0683394f49" /><Relationship Type="http://schemas.openxmlformats.org/officeDocument/2006/relationships/notesSlide" Target="/ppt/notesSlides/notesSlide4.xml" Id="R512900447b7d44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b780bf06740bc" /><Relationship Type="http://schemas.openxmlformats.org/officeDocument/2006/relationships/notesSlide" Target="/ppt/notesSlides/notesSlide5.xml" Id="R4417b438d76a4c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5e0a615e7480e" /><Relationship Type="http://schemas.openxmlformats.org/officeDocument/2006/relationships/notesSlide" Target="/ppt/notesSlides/notesSlide6.xml" Id="Ra24592aa617742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BDAEE-44D8-40E3-96A1-4A7102C9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CB7CE-E87D-4060-B8BA-6A03BB56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E673843D-D06D-42CC-9D2E-7C4C24C2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EAF019E8-ADFB-4830-A488-69036165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AD335F4-8A59-420D-B34D-0F328BB1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Premium Collectible Scan Dbの技術解説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C9926EAF-E20B-4E14-9912-E6FEF05E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E6B2D662-67E6-4A6B-994C-77E2342C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5724905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80F86-BBC0-400B-8F97-0240D39F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59792-2261-47E9-BAC7-7433BBE7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BFF12337-0766-4E5B-A6AC-EB6E686D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14C44A40-05FB-417F-92E8-B06298ED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CD890806-E56B-44AD-BA36-AA2864C17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270F0-0C40-4DC4-9991-BB41B9CB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FCC90AEB-649F-4EC1-8379-5F6B299B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Premium Collectible Scan Dbの設計と実装を記録したプロジェクト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8928373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11E22-ADDC-4C9E-90DC-8098EC99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D902E1-9F32-43AC-8EC8-4DC69BA7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2F639615-5EFB-4FA0-90E7-3D3B7A97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E7BCBCE4-E300-4C40-80FC-A61E248B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9DE6C169-7AE1-4440-865F-86E772BD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977EB-C6A8-43C8-8FC1-7FEC16B7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9177DE9F-4BDE-48A0-8ACB-FF774F75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184912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79F2E-D031-4148-A2AC-17C98CAA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386EA-87C4-4623-A799-2EB94E7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7D68BE15-2856-4A00-8F2B-14E83519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3EE096C0-4526-46B1-8A48-3C7ECA6C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BA19872A-8AF0-4DA3-AF0A-6CF51856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CE9DF-1B62-4371-9307-9360CF61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71F3111B-6321-4687-8355-50C37214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4358913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49228-3A6B-4E5C-B2B4-669F632E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CC2E1-FFD8-4B86-B001-0FD1027B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B107A6D0-CA1D-4170-AC47-F880BC60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6C71D5EE-EF37-406D-B95B-5885A1D2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F91A6259-4C7C-4964-BE51-B3762129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7DE82-5CAF-41F9-ABDD-78F082D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3C9972FC-7DBD-43A2-A8F7-CEB268B3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2003806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104594-3F16-4508-8CEF-82636A9D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CA9EE-517D-4C35-9A3B-F665CB51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0E423896-65F5-4DF9-8B0B-D83CE060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B03C5BF5-03DD-496F-AB04-77F3C1AC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C2834B53-0014-426F-92DA-E03C4D4E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B42F5-5BBA-40C7-8FFE-8B237760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8FF5AC3C-0886-431C-8190-CEB49551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https://syunnjack.dev/articles/premium-collectible-scan-db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20577737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2026-08-15T06:46:00.3610000Z</dcterms:created>
  <dcterms:modified xsi:type="dcterms:W3CDTF">2026-08-15T06:46:00.3610000Z</dcterms:modified>
</coreProperties>
</file>