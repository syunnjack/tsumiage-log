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cdacc50c87431c" /><Relationship Type="http://schemas.openxmlformats.org/officeDocument/2006/relationships/extended-properties" Target="/docProps/app.xml" Id="Rb76f2ab98ef04ba0" /><Relationship Type="http://schemas.openxmlformats.org/officeDocument/2006/relationships/officeDocument" Target="/ppt/presentation.xml" Id="R8a0d3348b12940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64315cb7adf4bad"/>
  </p:sldMasterIdLst>
  <p:notesMasterIdLst>
    <p:notesMasterId xmlns:r="http://schemas.openxmlformats.org/officeDocument/2006/relationships" r:id="R635c3d948b164f1b"/>
  </p:notesMasterIdLst>
  <p:sldIdLst>
    <p:sldId xmlns:r="http://schemas.openxmlformats.org/officeDocument/2006/relationships" id="256" r:id="Rd7f28b69eab6451d"/>
    <p:sldId xmlns:r="http://schemas.openxmlformats.org/officeDocument/2006/relationships" id="257" r:id="R5aa20d7b0be749ff"/>
    <p:sldId xmlns:r="http://schemas.openxmlformats.org/officeDocument/2006/relationships" id="258" r:id="Rb6ff8d39d55a4592"/>
    <p:sldId xmlns:r="http://schemas.openxmlformats.org/officeDocument/2006/relationships" id="259" r:id="Rc40468c5c9ee4e1f"/>
    <p:sldId xmlns:r="http://schemas.openxmlformats.org/officeDocument/2006/relationships" id="260" r:id="Rca2ef68f230c4554"/>
    <p:sldId xmlns:r="http://schemas.openxmlformats.org/officeDocument/2006/relationships" id="261" r:id="R45e9e6e0dfb542b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17e723a7d546ba" /><Relationship Type="http://schemas.openxmlformats.org/officeDocument/2006/relationships/slideMaster" Target="/ppt/slideMasters/slideMaster1.xml" Id="R264315cb7adf4bad" /><Relationship Type="http://schemas.openxmlformats.org/officeDocument/2006/relationships/notesMaster" Target="/ppt/notesMasters/notesMaster1.xml" Id="R635c3d948b164f1b" /><Relationship Type="http://schemas.openxmlformats.org/officeDocument/2006/relationships/presProps" Target="/ppt/presProps.xml" Id="Rb613d16435d04d97" /><Relationship Type="http://schemas.openxmlformats.org/officeDocument/2006/relationships/tableStyles" Target="/ppt/tableStyles.xml" Id="Rdea28c0f65084bf0" /><Relationship Type="http://schemas.openxmlformats.org/officeDocument/2006/relationships/slide" Target="/ppt/slides/slide1.xml" Id="Rd7f28b69eab6451d" /><Relationship Type="http://schemas.openxmlformats.org/officeDocument/2006/relationships/slide" Target="/ppt/slides/slide2.xml" Id="R5aa20d7b0be749ff" /><Relationship Type="http://schemas.openxmlformats.org/officeDocument/2006/relationships/slide" Target="/ppt/slides/slide3.xml" Id="Rb6ff8d39d55a4592" /><Relationship Type="http://schemas.openxmlformats.org/officeDocument/2006/relationships/slide" Target="/ppt/slides/slide4.xml" Id="Rc40468c5c9ee4e1f" /><Relationship Type="http://schemas.openxmlformats.org/officeDocument/2006/relationships/slide" Target="/ppt/slides/slide5.xml" Id="Rca2ef68f230c4554" /><Relationship Type="http://schemas.openxmlformats.org/officeDocument/2006/relationships/slide" Target="/ppt/slides/slide6.xml" Id="R45e9e6e0dfb542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26b40293f4943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33100f18dab4c9f" /><Relationship Type="http://schemas.openxmlformats.org/officeDocument/2006/relationships/notesMaster" Target="/ppt/notesMasters/notesMaster1.xml" Id="R57533c121e07487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a24498809884fb7" /><Relationship Type="http://schemas.openxmlformats.org/officeDocument/2006/relationships/notesMaster" Target="/ppt/notesMasters/notesMaster1.xml" Id="R1e37d6f382254e4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a789e3f47674906" /><Relationship Type="http://schemas.openxmlformats.org/officeDocument/2006/relationships/notesMaster" Target="/ppt/notesMasters/notesMaster1.xml" Id="R8b15423f763c4e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22d849e1f824425" /><Relationship Type="http://schemas.openxmlformats.org/officeDocument/2006/relationships/notesMaster" Target="/ppt/notesMasters/notesMaster1.xml" Id="R96f9b3e0feea4c6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6d99635a5dd42a7" /><Relationship Type="http://schemas.openxmlformats.org/officeDocument/2006/relationships/notesMaster" Target="/ppt/notesMasters/notesMaster1.xml" Id="R34182d5038444c0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ef587c01e2f49da" /><Relationship Type="http://schemas.openxmlformats.org/officeDocument/2006/relationships/notesMaster" Target="/ppt/notesMasters/notesMaster1.xml" Id="R1b2f58bb42ef48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今回は、Premium Collectible Scan Dbの技術構成を短く解説します。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https://github.com/syunnjack/premium-collectible-scan-db</a:t>
            </a:r>
          </a:p>
          <a:p xmlns:a="http://schemas.openxmlformats.org/drawingml/2006/main">
            <a:r>
              <a:t>- https://syunnjack.dev/articles/premium-collectible-scan-db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Premium Collectible Scan Dbの設計と実装を記録したプロジェクト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https://github.com/syunnjack/premium-collectible-scan-db</a:t>
            </a:r>
          </a:p>
          <a:p xmlns:a="http://schemas.openxmlformats.org/drawingml/2006/main">
            <a:r>
              <a:t>- https://syunnjack.dev/articles/premium-collectible-scan-db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主な技術は未分類です。役割を分け、保守しやすい構成を目指しています。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https://github.com/syunnjack/premium-collectible-scan-db</a:t>
            </a:r>
          </a:p>
          <a:p xmlns:a="http://schemas.openxmlformats.org/drawingml/2006/main">
            <a:r>
              <a:t>- https://syunnjack.dev/articles/premium-collectible-scan-db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リポジトリでは、主要なソースファイルを中心に実装を確認できます。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https://github.com/syunnjack/premium-collectible-scan-db</a:t>
            </a:r>
          </a:p>
          <a:p xmlns:a="http://schemas.openxmlformats.org/drawingml/2006/main">
            <a:r>
              <a:t>- https://syunnjack.dev/articles/premium-collectible-scan-db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直近のコミットでは、実装の見直しと継続的な改善が行われました。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https://github.com/syunnjack/premium-collectible-scan-db</a:t>
            </a:r>
          </a:p>
          <a:p xmlns:a="http://schemas.openxmlformats.org/drawingml/2006/main">
            <a:r>
              <a:t>- https://syunnjack.dev/articles/premium-collectible-scan-db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詳しい設計とコミット履歴は、技術ブログ積み上げログの記事で紹介しています。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https://github.com/syunnjack/premium-collectible-scan-db</a:t>
            </a:r>
          </a:p>
          <a:p xmlns:a="http://schemas.openxmlformats.org/drawingml/2006/main">
            <a:r>
              <a:t>- https://syunnjack.dev/articles/premium-collectible-scan-db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7d21683b0b446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4f9a43bb214efc" /><Relationship Type="http://schemas.openxmlformats.org/officeDocument/2006/relationships/slideLayout" Target="/ppt/slideLayouts/slideLayout1.xml" Id="R7d2b6e0898a14c9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d2b6e0898a14c9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c4016b2e014c58" /><Relationship Type="http://schemas.openxmlformats.org/officeDocument/2006/relationships/notesSlide" Target="/ppt/notesSlides/notesSlide1.xml" Id="R6d5cfd6caa6342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f3132d4e63434f" /><Relationship Type="http://schemas.openxmlformats.org/officeDocument/2006/relationships/notesSlide" Target="/ppt/notesSlides/notesSlide2.xml" Id="Ra9970a29e0bc489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c9c2204bda4e6a" /><Relationship Type="http://schemas.openxmlformats.org/officeDocument/2006/relationships/notesSlide" Target="/ppt/notesSlides/notesSlide3.xml" Id="R4123228ada81436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f33eede2b740ea" /><Relationship Type="http://schemas.openxmlformats.org/officeDocument/2006/relationships/notesSlide" Target="/ppt/notesSlides/notesSlide4.xml" Id="R7de436e3268b418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6e12c3a7ef49e1" /><Relationship Type="http://schemas.openxmlformats.org/officeDocument/2006/relationships/notesSlide" Target="/ppt/notesSlides/notesSlide5.xml" Id="R06bf2ed61fb14e5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6b35d70a104057" /><Relationship Type="http://schemas.openxmlformats.org/officeDocument/2006/relationships/notesSlide" Target="/ppt/notesSlides/notesSlide6.xml" Id="Rf5f2816d5d85471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C1D273-C33D-4FC9-9482-327459410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593A6C-EF66-4E54-8141-94814D311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0">
            <a:extLst xmlns:a="http://schemas.openxmlformats.org/drawingml/2006/main">
              <a:ext uri="{FF2B5EF4-FFF2-40B4-BE49-F238E27FC236}">
                <a16:creationId xmlns:a16="http://schemas.microsoft.com/office/drawing/2014/main" id="{C5CB0FD1-FA51-4789-9E05-9BFF92C92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0">
            <a:extLst xmlns:a="http://schemas.openxmlformats.org/drawingml/2006/main">
              <a:ext uri="{FF2B5EF4-FFF2-40B4-BE49-F238E27FC236}">
                <a16:creationId xmlns:a16="http://schemas.microsoft.com/office/drawing/2014/main" id="{3C5EF270-FFE2-4102-BB8F-8417DDF39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01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D75522D-C1B7-46EC-921A-59595AC1C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02C22"/>
                </a:solidFill>
              </a:defRPr>
            </a:pPr>
            <a:r>
              <a:rPr sz="4350" b="1">
                <a:solidFill>
                  <a:srgbClr val="002C22"/>
                </a:solidFill>
              </a:rPr>
              <a:t>Premium Collectible Scan Dbの技術解説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41A88577-0B66-45CB-9F99-9D4CA0EF5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895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7534D"/>
                </a:solidFill>
              </a:defRPr>
            </a:pPr>
            <a:r>
              <a:rPr sz="1875">
                <a:solidFill>
                  <a:srgbClr val="57534D"/>
                </a:solidFill>
              </a:rPr>
              <a:t>設計・実装・コミットから学ぶ短時間の技術解説</a:t>
            </a:r>
          </a:p>
        </p:txBody>
      </p:sp>
      <p:sp>
        <p:nvSpPr>
          <p:cNvPr id="7" name="language">
            <a:extLst xmlns:a="http://schemas.openxmlformats.org/drawingml/2006/main">
              <a:ext uri="{FF2B5EF4-FFF2-40B4-BE49-F238E27FC236}">
                <a16:creationId xmlns:a16="http://schemas.microsoft.com/office/drawing/2014/main" id="{872A6646-3391-4083-886B-49F887341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E9A00"/>
                </a:solidFill>
              </a:defRPr>
            </a:pPr>
            <a:r>
              <a:rPr sz="1500" b="1">
                <a:solidFill>
                  <a:srgbClr val="FE9A00"/>
                </a:solidFill>
              </a:rPr>
              <a:t>未分類</a:t>
            </a:r>
          </a:p>
        </p:txBody>
      </p:sp>
    </p:spTree>
    <p:extLst>
      <p:ext uri="{BB962C8B-B14F-4D97-AF65-F5344CB8AC3E}">
        <p14:creationId xmlns:p14="http://schemas.microsoft.com/office/powerpoint/2010/main" val="20412675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3E64C0-4C6A-47D5-9FC5-8E467E2E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FD2D4E-22AD-481B-9A11-CC41AB1C5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1">
            <a:extLst xmlns:a="http://schemas.openxmlformats.org/drawingml/2006/main">
              <a:ext uri="{FF2B5EF4-FFF2-40B4-BE49-F238E27FC236}">
                <a16:creationId xmlns:a16="http://schemas.microsoft.com/office/drawing/2014/main" id="{389E2C13-BC6B-400B-9251-112AB394D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1">
            <a:extLst xmlns:a="http://schemas.openxmlformats.org/drawingml/2006/main">
              <a:ext uri="{FF2B5EF4-FFF2-40B4-BE49-F238E27FC236}">
                <a16:creationId xmlns:a16="http://schemas.microsoft.com/office/drawing/2014/main" id="{6DC26DDF-F81C-4D92-A802-ABBB62AD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02</a:t>
            </a:r>
          </a:p>
        </p:txBody>
      </p:sp>
      <p:sp>
        <p:nvSpPr>
          <p:cNvPr id="5" name="title-1">
            <a:extLst xmlns:a="http://schemas.openxmlformats.org/drawingml/2006/main">
              <a:ext uri="{FF2B5EF4-FFF2-40B4-BE49-F238E27FC236}">
                <a16:creationId xmlns:a16="http://schemas.microsoft.com/office/drawing/2014/main" id="{DB91FA0B-4255-438F-B22A-7DF92D00E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このプロジェクトは何を解決する？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993992-6911-4CDB-98C7-8808131A8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1">
            <a:extLst xmlns:a="http://schemas.openxmlformats.org/drawingml/2006/main">
              <a:ext uri="{FF2B5EF4-FFF2-40B4-BE49-F238E27FC236}">
                <a16:creationId xmlns:a16="http://schemas.microsoft.com/office/drawing/2014/main" id="{AF7515BE-CBF0-4BC4-A0CE-C27D22DF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Premium Collectible Scan Dbの設計と実装を記録したプロジェクト</a:t>
            </a:r>
          </a:p>
        </p:txBody>
      </p:sp>
    </p:spTree>
    <p:extLst>
      <p:ext uri="{BB962C8B-B14F-4D97-AF65-F5344CB8AC3E}">
        <p14:creationId xmlns:p14="http://schemas.microsoft.com/office/powerpoint/2010/main" val="13972348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EC6A1A-A005-4D76-AABC-D4B14FD2E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E626F8-20F4-4C4D-800B-715FCA0F0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2">
            <a:extLst xmlns:a="http://schemas.openxmlformats.org/drawingml/2006/main">
              <a:ext uri="{FF2B5EF4-FFF2-40B4-BE49-F238E27FC236}">
                <a16:creationId xmlns:a16="http://schemas.microsoft.com/office/drawing/2014/main" id="{CA04F3A0-3926-458A-B015-5596343A4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E243351A-6487-463C-9494-B0F294304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03</a:t>
            </a:r>
          </a:p>
        </p:txBody>
      </p:sp>
      <p:sp>
        <p:nvSpPr>
          <p:cNvPr id="5" name="title-2">
            <a:extLst xmlns:a="http://schemas.openxmlformats.org/drawingml/2006/main">
              <a:ext uri="{FF2B5EF4-FFF2-40B4-BE49-F238E27FC236}">
                <a16:creationId xmlns:a16="http://schemas.microsoft.com/office/drawing/2014/main" id="{D61A05BA-FEBE-4BB2-8AA9-F2FA95BAD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技術スタック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DF36D-5998-4965-A4D6-96A17E137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847CE956-60B6-41E4-93E8-521E50573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主要技術：未分類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役割を分け、保守しやすい構成を目指しています。</a:t>
            </a:r>
          </a:p>
        </p:txBody>
      </p:sp>
    </p:spTree>
    <p:extLst>
      <p:ext uri="{BB962C8B-B14F-4D97-AF65-F5344CB8AC3E}">
        <p14:creationId xmlns:p14="http://schemas.microsoft.com/office/powerpoint/2010/main" val="6951073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8E78F7-DA50-4256-B652-FFEA8CA9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2C90D5-1D02-4575-89BA-81BC063FB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3">
            <a:extLst xmlns:a="http://schemas.openxmlformats.org/drawingml/2006/main">
              <a:ext uri="{FF2B5EF4-FFF2-40B4-BE49-F238E27FC236}">
                <a16:creationId xmlns:a16="http://schemas.microsoft.com/office/drawing/2014/main" id="{FD283C8E-A4A5-419E-864E-7FE3DEE03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54281B39-2577-46BF-A16D-20D865C06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04</a:t>
            </a:r>
          </a:p>
        </p:txBody>
      </p:sp>
      <p:sp>
        <p:nvSpPr>
          <p:cNvPr id="5" name="title-3">
            <a:extLst xmlns:a="http://schemas.openxmlformats.org/drawingml/2006/main">
              <a:ext uri="{FF2B5EF4-FFF2-40B4-BE49-F238E27FC236}">
                <a16:creationId xmlns:a16="http://schemas.microsoft.com/office/drawing/2014/main" id="{B6409F09-498A-4906-8A0B-F37FC4798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リポジトリの読みどころ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520E69-95BB-4846-911B-77C1DC09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3">
            <a:extLst xmlns:a="http://schemas.openxmlformats.org/drawingml/2006/main">
              <a:ext uri="{FF2B5EF4-FFF2-40B4-BE49-F238E27FC236}">
                <a16:creationId xmlns:a16="http://schemas.microsoft.com/office/drawing/2014/main" id="{097A2C1B-77A7-4279-9570-020BEBB3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公開コード、README、コミット履歴から設計判断を確認できます。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主なファイル：主要なソースファイル</a:t>
            </a:r>
          </a:p>
        </p:txBody>
      </p:sp>
    </p:spTree>
    <p:extLst>
      <p:ext uri="{BB962C8B-B14F-4D97-AF65-F5344CB8AC3E}">
        <p14:creationId xmlns:p14="http://schemas.microsoft.com/office/powerpoint/2010/main" val="12295225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8DF48C-DCE3-47BF-8662-A57B81A5A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BCC681-D55B-4AB2-A400-4B505C56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4">
            <a:extLst xmlns:a="http://schemas.openxmlformats.org/drawingml/2006/main">
              <a:ext uri="{FF2B5EF4-FFF2-40B4-BE49-F238E27FC236}">
                <a16:creationId xmlns:a16="http://schemas.microsoft.com/office/drawing/2014/main" id="{81462364-32EE-4E41-9F86-AD43652A3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25B121FE-0AA3-4886-A896-F112750F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05</a:t>
            </a:r>
          </a:p>
        </p:txBody>
      </p:sp>
      <p:sp>
        <p:nvSpPr>
          <p:cNvPr id="5" name="title-4">
            <a:extLst xmlns:a="http://schemas.openxmlformats.org/drawingml/2006/main">
              <a:ext uri="{FF2B5EF4-FFF2-40B4-BE49-F238E27FC236}">
                <a16:creationId xmlns:a16="http://schemas.microsoft.com/office/drawing/2014/main" id="{642B0BDC-BF91-454B-B039-6F7CCD9C2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コミットから分かる改善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52F5FE-63B8-4B2C-989D-77438B819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4">
            <a:extLst xmlns:a="http://schemas.openxmlformats.org/drawingml/2006/main">
              <a:ext uri="{FF2B5EF4-FFF2-40B4-BE49-F238E27FC236}">
                <a16:creationId xmlns:a16="http://schemas.microsoft.com/office/drawing/2014/main" id="{C6790902-7330-4D3F-B5F4-B68077E24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直近のコミットでは、実装の見直しと継続的な改善が行われました。</a:t>
            </a:r>
          </a:p>
        </p:txBody>
      </p:sp>
    </p:spTree>
    <p:extLst>
      <p:ext uri="{BB962C8B-B14F-4D97-AF65-F5344CB8AC3E}">
        <p14:creationId xmlns:p14="http://schemas.microsoft.com/office/powerpoint/2010/main" val="5290708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CD7460-D095-49CA-990F-63AD36B39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506E1A-52FD-4831-B6FF-0A74A59C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5">
            <a:extLst xmlns:a="http://schemas.openxmlformats.org/drawingml/2006/main">
              <a:ext uri="{FF2B5EF4-FFF2-40B4-BE49-F238E27FC236}">
                <a16:creationId xmlns:a16="http://schemas.microsoft.com/office/drawing/2014/main" id="{ECF214B7-D6BC-4FB7-BE5A-0759AD565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A7CFA9D1-6D36-4277-AC97-749B2716A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06</a:t>
            </a:r>
          </a:p>
        </p:txBody>
      </p:sp>
      <p:sp>
        <p:nvSpPr>
          <p:cNvPr id="5" name="title-5">
            <a:extLst xmlns:a="http://schemas.openxmlformats.org/drawingml/2006/main">
              <a:ext uri="{FF2B5EF4-FFF2-40B4-BE49-F238E27FC236}">
                <a16:creationId xmlns:a16="http://schemas.microsoft.com/office/drawing/2014/main" id="{F1052AD9-28FC-4FE4-9F9B-DBD5C438E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詳しくは積み上げログへ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520743-09E8-441D-A62C-22F77834E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5">
            <a:extLst xmlns:a="http://schemas.openxmlformats.org/drawingml/2006/main">
              <a:ext uri="{FF2B5EF4-FFF2-40B4-BE49-F238E27FC236}">
                <a16:creationId xmlns:a16="http://schemas.microsoft.com/office/drawing/2014/main" id="{7EA8C703-15BA-4E54-8F32-2007F8247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記事： https://syunnjack.dev/articles/premium-collectible-scan-db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学び、作り、振り返る開発記録。</a:t>
            </a:r>
          </a:p>
        </p:txBody>
      </p:sp>
    </p:spTree>
    <p:extLst>
      <p:ext uri="{BB962C8B-B14F-4D97-AF65-F5344CB8AC3E}">
        <p14:creationId xmlns:p14="http://schemas.microsoft.com/office/powerpoint/2010/main" val="11259976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2026-08-15T01:01:57.4700000Z</dcterms:created>
  <dcterms:modified xsi:type="dcterms:W3CDTF">2026-08-15T01:01:57.4720000Z</dcterms:modified>
</coreProperties>
</file>