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7d1ec3a1764ecd" /><Relationship Type="http://schemas.openxmlformats.org/officeDocument/2006/relationships/extended-properties" Target="/docProps/app.xml" Id="R085dd5b3e464412f" /><Relationship Type="http://schemas.openxmlformats.org/officeDocument/2006/relationships/officeDocument" Target="/ppt/presentation.xml" Id="Ra39a6a3512c847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79a9e2fb9f4cb1"/>
  </p:sldMasterIdLst>
  <p:notesMasterIdLst>
    <p:notesMasterId xmlns:r="http://schemas.openxmlformats.org/officeDocument/2006/relationships" r:id="Re7492d0b56d44179"/>
  </p:notesMasterIdLst>
  <p:sldIdLst>
    <p:sldId xmlns:r="http://schemas.openxmlformats.org/officeDocument/2006/relationships" id="256" r:id="R728e68740d5d4757"/>
    <p:sldId xmlns:r="http://schemas.openxmlformats.org/officeDocument/2006/relationships" id="257" r:id="Ra82c48c80ba9430d"/>
    <p:sldId xmlns:r="http://schemas.openxmlformats.org/officeDocument/2006/relationships" id="258" r:id="R5d595e895b324ffb"/>
    <p:sldId xmlns:r="http://schemas.openxmlformats.org/officeDocument/2006/relationships" id="259" r:id="R3f1008a51d8d4f30"/>
    <p:sldId xmlns:r="http://schemas.openxmlformats.org/officeDocument/2006/relationships" id="260" r:id="R161acc678b374dc0"/>
    <p:sldId xmlns:r="http://schemas.openxmlformats.org/officeDocument/2006/relationships" id="261" r:id="R4e26ea1c9d554e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37d283af484346" /><Relationship Type="http://schemas.openxmlformats.org/officeDocument/2006/relationships/slideMaster" Target="/ppt/slideMasters/slideMaster1.xml" Id="R0a79a9e2fb9f4cb1" /><Relationship Type="http://schemas.openxmlformats.org/officeDocument/2006/relationships/notesMaster" Target="/ppt/notesMasters/notesMaster1.xml" Id="Re7492d0b56d44179" /><Relationship Type="http://schemas.openxmlformats.org/officeDocument/2006/relationships/presProps" Target="/ppt/presProps.xml" Id="Ra769a34e89ae4a09" /><Relationship Type="http://schemas.openxmlformats.org/officeDocument/2006/relationships/tableStyles" Target="/ppt/tableStyles.xml" Id="R1ce5349e8d494f90" /><Relationship Type="http://schemas.openxmlformats.org/officeDocument/2006/relationships/slide" Target="/ppt/slides/slide1.xml" Id="R728e68740d5d4757" /><Relationship Type="http://schemas.openxmlformats.org/officeDocument/2006/relationships/slide" Target="/ppt/slides/slide2.xml" Id="Ra82c48c80ba9430d" /><Relationship Type="http://schemas.openxmlformats.org/officeDocument/2006/relationships/slide" Target="/ppt/slides/slide3.xml" Id="R5d595e895b324ffb" /><Relationship Type="http://schemas.openxmlformats.org/officeDocument/2006/relationships/slide" Target="/ppt/slides/slide4.xml" Id="R3f1008a51d8d4f30" /><Relationship Type="http://schemas.openxmlformats.org/officeDocument/2006/relationships/slide" Target="/ppt/slides/slide5.xml" Id="R161acc678b374dc0" /><Relationship Type="http://schemas.openxmlformats.org/officeDocument/2006/relationships/slide" Target="/ppt/slides/slide6.xml" Id="R4e26ea1c9d554e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60001c57254c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f350392ef44f60" /><Relationship Type="http://schemas.openxmlformats.org/officeDocument/2006/relationships/notesMaster" Target="/ppt/notesMasters/notesMaster1.xml" Id="Rb2fafb7bbd444f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e1350d6cc2495a" /><Relationship Type="http://schemas.openxmlformats.org/officeDocument/2006/relationships/notesMaster" Target="/ppt/notesMasters/notesMaster1.xml" Id="R58c535a255fe4b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a0247651318413f" /><Relationship Type="http://schemas.openxmlformats.org/officeDocument/2006/relationships/notesMaster" Target="/ppt/notesMasters/notesMaster1.xml" Id="Rfb02bfbd7bd44c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79783509164f88" /><Relationship Type="http://schemas.openxmlformats.org/officeDocument/2006/relationships/notesMaster" Target="/ppt/notesMasters/notesMaster1.xml" Id="Re1d57b63eba840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cf1a81df374478" /><Relationship Type="http://schemas.openxmlformats.org/officeDocument/2006/relationships/notesMaster" Target="/ppt/notesMasters/notesMaster1.xml" Id="R982294732ffc43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d0fb0f549f4bb8" /><Relationship Type="http://schemas.openxmlformats.org/officeDocument/2006/relationships/notesMaster" Target="/ppt/notesMasters/notesMaster1.xml" Id="R893cacfd91264c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今回は、Toge Baseの技術構成を短く解説します。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https://github.com/syunnjack/toge-base</a:t>
            </a:r>
          </a:p>
          <a:p xmlns:a="http://schemas.openxmlformats.org/drawingml/2006/main">
            <a:r>
              <a:t>- https://syunnjack.dev/articles/toge-base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Toge Baseの設計と実装を記録したプロジェクト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https://github.com/syunnjack/toge-base</a:t>
            </a:r>
          </a:p>
          <a:p xmlns:a="http://schemas.openxmlformats.org/drawingml/2006/main">
            <a:r>
              <a:t>- https://syunnjack.dev/articles/toge-base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https://github.com/syunnjack/toge-base</a:t>
            </a:r>
          </a:p>
          <a:p xmlns:a="http://schemas.openxmlformats.org/drawingml/2006/main">
            <a:r>
              <a:t>- https://syunnjack.dev/articles/toge-base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https://github.com/syunnjack/toge-base</a:t>
            </a:r>
          </a:p>
          <a:p xmlns:a="http://schemas.openxmlformats.org/drawingml/2006/main">
            <a:r>
              <a:t>- https://syunnjack.dev/articles/toge-base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https://github.com/syunnjack/toge-base</a:t>
            </a:r>
          </a:p>
          <a:p xmlns:a="http://schemas.openxmlformats.org/drawingml/2006/main">
            <a:r>
              <a:t>- https://syunnjack.dev/articles/toge-base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https://github.com/syunnjack/toge-base</a:t>
            </a:r>
          </a:p>
          <a:p xmlns:a="http://schemas.openxmlformats.org/drawingml/2006/main">
            <a:r>
              <a:t>- https://syunnjack.dev/articles/toge-base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f9239ed2294f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1ff34b40ac4932" /><Relationship Type="http://schemas.openxmlformats.org/officeDocument/2006/relationships/slideLayout" Target="/ppt/slideLayouts/slideLayout1.xml" Id="Ra70ea3aaa6234d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0ea3aaa6234d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07bb0d2d94417" /><Relationship Type="http://schemas.openxmlformats.org/officeDocument/2006/relationships/notesSlide" Target="/ppt/notesSlides/notesSlide1.xml" Id="R2bd5bdc5dde446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5a62801824f35" /><Relationship Type="http://schemas.openxmlformats.org/officeDocument/2006/relationships/notesSlide" Target="/ppt/notesSlides/notesSlide2.xml" Id="R21e6aa430eb84c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ab829f2f547a3" /><Relationship Type="http://schemas.openxmlformats.org/officeDocument/2006/relationships/notesSlide" Target="/ppt/notesSlides/notesSlide3.xml" Id="R6e67fc8a122840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d3ba199ae84242" /><Relationship Type="http://schemas.openxmlformats.org/officeDocument/2006/relationships/notesSlide" Target="/ppt/notesSlides/notesSlide4.xml" Id="R71f9e8dea07f44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9919ca5b54266" /><Relationship Type="http://schemas.openxmlformats.org/officeDocument/2006/relationships/notesSlide" Target="/ppt/notesSlides/notesSlide5.xml" Id="R8f13c5c207c046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b3feef3de1446a" /><Relationship Type="http://schemas.openxmlformats.org/officeDocument/2006/relationships/notesSlide" Target="/ppt/notesSlides/notesSlide6.xml" Id="R330fc84b821443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756AD4-3B72-487C-B6AF-2836CE90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BEA6C-8FFD-46A2-9966-307D4BFA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DFA2C725-D975-4FE7-BB70-5985A788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9EC984CA-E398-4DDB-81A9-C63F60F9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55B73FA-3D23-4D30-BC93-A6155AF6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Toge Baseの技術解説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ACC8FD20-A9FB-40DE-BCFC-2E2A5DDF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0D270E72-D528-40BE-A5FE-C048AE1F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17295937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18451-67F2-4C4F-A0AA-E2B6ADA4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95F681-C51F-481E-A8CC-9BFCE29B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BB89A1A9-8003-4405-B1B0-08575F62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289BA339-2999-4DCE-9CA4-B6AA2ACE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9FFC3AEB-6C33-4E38-86C9-EEB085E5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20CBD-BE0F-470B-97BB-86DE0E70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233C9BB5-818F-49D1-B977-2D83A55C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Toge Baseの設計と実装を記録したプロジェクト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11819096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0954D-F6FC-4A81-AA49-8052457E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18A6C6-57B5-4AD1-B8CF-A760D5B8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691B09FF-A034-484F-B47B-CD17C0FB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32EF7A4D-072D-42EC-B650-922A0E1E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B87073C0-548F-469E-94AF-BC5B70C9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5D672-E61D-4DB5-90E1-7CFDD0D2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2438E98C-6E62-4763-9B39-1673A6E8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95100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D329CA-06D8-4B7D-872D-888BFE62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5AE438-521D-4FC2-9FD7-E1826E04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882671EA-EC92-491C-B28E-75D9668C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8566C991-F5F8-4BA4-ACCE-CA0AEC54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2FEC9003-CB7C-4576-B31C-FE8A15FC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8F2919-0C45-40F2-B3BD-FBEE8A7E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C32A4DB3-F82A-46BD-A506-583B354C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14500644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EDCB98-1B29-420D-A190-1CF72EC8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1138D8-8961-4DA4-8583-F13281DC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B71610E2-A79E-4699-800E-F4A7E179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C5AFFDE8-03B0-4FF3-870F-9A5C81FB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60074829-2915-47E5-BF5F-B0D9FA5C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573D7D-7E49-49E5-9927-C7215659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663FC631-07CB-4FEE-B546-81459B2C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5445613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D7B8FB-2F34-48C9-852F-D971FDD6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6F441-9054-4D2D-9D38-55CB7C29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7E02471E-B215-46E5-932A-0F900AC3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78EE08E7-AF63-42E1-B78F-DF452CF1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FF0C3CD1-2FEF-43AF-BF74-FE1B1357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D3EA19-ACB3-40F2-B759-D9447237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1AF360BA-DFEC-417B-9E01-B6F5A773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https://syunnjack.dev/articles/toge-base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2455027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2026-08-15T06:51:29.9360000Z</dcterms:created>
  <dcterms:modified xsi:type="dcterms:W3CDTF">2026-08-15T06:51:29.9370000Z</dcterms:modified>
</coreProperties>
</file>