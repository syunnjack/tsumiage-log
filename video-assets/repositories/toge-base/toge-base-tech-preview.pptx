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ec474369414ffa" /><Relationship Type="http://schemas.openxmlformats.org/officeDocument/2006/relationships/extended-properties" Target="/docProps/app.xml" Id="R18aecf513afa4ea3" /><Relationship Type="http://schemas.openxmlformats.org/officeDocument/2006/relationships/officeDocument" Target="/ppt/presentation.xml" Id="R9addffcc9d8448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7aa5d76dff423b"/>
  </p:sldMasterIdLst>
  <p:notesMasterIdLst>
    <p:notesMasterId xmlns:r="http://schemas.openxmlformats.org/officeDocument/2006/relationships" r:id="Rd30f9045a92f4682"/>
  </p:notesMasterIdLst>
  <p:sldIdLst>
    <p:sldId xmlns:r="http://schemas.openxmlformats.org/officeDocument/2006/relationships" id="256" r:id="Ra6c6aa792c014777"/>
    <p:sldId xmlns:r="http://schemas.openxmlformats.org/officeDocument/2006/relationships" id="257" r:id="Rb77d329fd59f41b4"/>
    <p:sldId xmlns:r="http://schemas.openxmlformats.org/officeDocument/2006/relationships" id="258" r:id="R01428ab6d3bb4cff"/>
    <p:sldId xmlns:r="http://schemas.openxmlformats.org/officeDocument/2006/relationships" id="259" r:id="R17accd3c816a4278"/>
    <p:sldId xmlns:r="http://schemas.openxmlformats.org/officeDocument/2006/relationships" id="260" r:id="Ra070a8844de84a31"/>
    <p:sldId xmlns:r="http://schemas.openxmlformats.org/officeDocument/2006/relationships" id="261" r:id="Rad8b6d85077f499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9c66cb9e044a1b" /><Relationship Type="http://schemas.openxmlformats.org/officeDocument/2006/relationships/slideMaster" Target="/ppt/slideMasters/slideMaster1.xml" Id="R1c7aa5d76dff423b" /><Relationship Type="http://schemas.openxmlformats.org/officeDocument/2006/relationships/notesMaster" Target="/ppt/notesMasters/notesMaster1.xml" Id="Rd30f9045a92f4682" /><Relationship Type="http://schemas.openxmlformats.org/officeDocument/2006/relationships/presProps" Target="/ppt/presProps.xml" Id="R3fabfab78b494a46" /><Relationship Type="http://schemas.openxmlformats.org/officeDocument/2006/relationships/tableStyles" Target="/ppt/tableStyles.xml" Id="R60b2f08d539d4e14" /><Relationship Type="http://schemas.openxmlformats.org/officeDocument/2006/relationships/slide" Target="/ppt/slides/slide1.xml" Id="Ra6c6aa792c014777" /><Relationship Type="http://schemas.openxmlformats.org/officeDocument/2006/relationships/slide" Target="/ppt/slides/slide2.xml" Id="Rb77d329fd59f41b4" /><Relationship Type="http://schemas.openxmlformats.org/officeDocument/2006/relationships/slide" Target="/ppt/slides/slide3.xml" Id="R01428ab6d3bb4cff" /><Relationship Type="http://schemas.openxmlformats.org/officeDocument/2006/relationships/slide" Target="/ppt/slides/slide4.xml" Id="R17accd3c816a4278" /><Relationship Type="http://schemas.openxmlformats.org/officeDocument/2006/relationships/slide" Target="/ppt/slides/slide5.xml" Id="Ra070a8844de84a31" /><Relationship Type="http://schemas.openxmlformats.org/officeDocument/2006/relationships/slide" Target="/ppt/slides/slide6.xml" Id="Rad8b6d85077f49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848bf667aca4f7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1e04fef5544e72" /><Relationship Type="http://schemas.openxmlformats.org/officeDocument/2006/relationships/notesMaster" Target="/ppt/notesMasters/notesMaster1.xml" Id="R834cd9d1002048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e95ded33354823" /><Relationship Type="http://schemas.openxmlformats.org/officeDocument/2006/relationships/notesMaster" Target="/ppt/notesMasters/notesMaster1.xml" Id="R69bc308d6a454e2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89eb014b8214b15" /><Relationship Type="http://schemas.openxmlformats.org/officeDocument/2006/relationships/notesMaster" Target="/ppt/notesMasters/notesMaster1.xml" Id="R44eafdc0e5004ec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ff3578e1b87499c" /><Relationship Type="http://schemas.openxmlformats.org/officeDocument/2006/relationships/notesMaster" Target="/ppt/notesMasters/notesMaster1.xml" Id="R9242b533e353469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51b5cc6868f48b6" /><Relationship Type="http://schemas.openxmlformats.org/officeDocument/2006/relationships/notesMaster" Target="/ppt/notesMasters/notesMaster1.xml" Id="Rf6b597e58114486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e111909b2464e2a" /><Relationship Type="http://schemas.openxmlformats.org/officeDocument/2006/relationships/notesMaster" Target="/ppt/notesMasters/notesMaster1.xml" Id="R3f6cdb8cec57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今回は、Toge Baseの技術構成を短く解説します。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Toge Baseの設計と実装を記録したプロジェクト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主な技術は未分類です。役割を分け、保守しやすい構成を目指しています。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リポジトリでは、主要なソースファイルを中心に実装を確認できます。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直近のコミットでは、実装の見直しと継続的な改善が行われました。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詳しい設計とコミット履歴は、技術ブログ積み上げログの記事で紹介しています。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https://github.com/syunnjack/toge-base</a:t>
            </a:r>
          </a:p>
          <a:p xmlns:a="http://schemas.openxmlformats.org/drawingml/2006/main">
            <a:r>
              <a:t>- https://syunnjack.dev/articles/toge-base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7b4db825bd467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c43514141884712" /><Relationship Type="http://schemas.openxmlformats.org/officeDocument/2006/relationships/slideLayout" Target="/ppt/slideLayouts/slideLayout1.xml" Id="R8211f72eefca4e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211f72eefca4e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6c6cb9f6a44930" /><Relationship Type="http://schemas.openxmlformats.org/officeDocument/2006/relationships/notesSlide" Target="/ppt/notesSlides/notesSlide1.xml" Id="R387efce096434c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ac53188324a32" /><Relationship Type="http://schemas.openxmlformats.org/officeDocument/2006/relationships/notesSlide" Target="/ppt/notesSlides/notesSlide2.xml" Id="R2881f77c0f21416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3a8e52553b4867" /><Relationship Type="http://schemas.openxmlformats.org/officeDocument/2006/relationships/notesSlide" Target="/ppt/notesSlides/notesSlide3.xml" Id="R3cfab178f00c42f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c9cc182ad540d3" /><Relationship Type="http://schemas.openxmlformats.org/officeDocument/2006/relationships/notesSlide" Target="/ppt/notesSlides/notesSlide4.xml" Id="Rdfe0149f519148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71e5af1f1746d9" /><Relationship Type="http://schemas.openxmlformats.org/officeDocument/2006/relationships/notesSlide" Target="/ppt/notesSlides/notesSlide5.xml" Id="Rdaec5951ff9743e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63f1ef7747400d" /><Relationship Type="http://schemas.openxmlformats.org/officeDocument/2006/relationships/notesSlide" Target="/ppt/notesSlides/notesSlide6.xml" Id="R0bb84d411a734e7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47A768-5226-4960-8AE6-C7AD8ABD0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07BF0C-649D-4DA9-8E9F-1B72176CC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0">
            <a:extLst xmlns:a="http://schemas.openxmlformats.org/drawingml/2006/main">
              <a:ext uri="{FF2B5EF4-FFF2-40B4-BE49-F238E27FC236}">
                <a16:creationId xmlns:a16="http://schemas.microsoft.com/office/drawing/2014/main" id="{0E046ED3-DEF1-43F9-9AFA-25E60D16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0">
            <a:extLst xmlns:a="http://schemas.openxmlformats.org/drawingml/2006/main">
              <a:ext uri="{FF2B5EF4-FFF2-40B4-BE49-F238E27FC236}">
                <a16:creationId xmlns:a16="http://schemas.microsoft.com/office/drawing/2014/main" id="{149D7D13-48FA-4C39-BE21-E24DD94B7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01</a:t>
            </a:r>
          </a:p>
        </p:txBody>
      </p:sp>
      <p:sp>
        <p:nvSpPr>
          <p:cNvPr id="5" name="title">
            <a:extLst xmlns:a="http://schemas.openxmlformats.org/drawingml/2006/main">
              <a:ext uri="{FF2B5EF4-FFF2-40B4-BE49-F238E27FC236}">
                <a16:creationId xmlns:a16="http://schemas.microsoft.com/office/drawing/2014/main" id="{8719A203-803E-4D21-8EF5-A2B078C93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02C22"/>
                </a:solidFill>
              </a:defRPr>
            </a:pPr>
            <a:r>
              <a:rPr sz="4350" b="1">
                <a:solidFill>
                  <a:srgbClr val="002C22"/>
                </a:solidFill>
              </a:rPr>
              <a:t>Toge Baseの技術解説</a:t>
            </a:r>
          </a:p>
        </p:txBody>
      </p:sp>
      <p:sp>
        <p:nvSpPr>
          <p:cNvPr id="6" name="subtitle">
            <a:extLst xmlns:a="http://schemas.openxmlformats.org/drawingml/2006/main">
              <a:ext uri="{FF2B5EF4-FFF2-40B4-BE49-F238E27FC236}">
                <a16:creationId xmlns:a16="http://schemas.microsoft.com/office/drawing/2014/main" id="{6676E3FB-FC86-4314-81C4-BE81784E5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8953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57534D"/>
                </a:solidFill>
              </a:defRPr>
            </a:pPr>
            <a:r>
              <a:rPr sz="1875">
                <a:solidFill>
                  <a:srgbClr val="57534D"/>
                </a:solidFill>
              </a:rPr>
              <a:t>設計・実装・コミットから学ぶ短時間の技術解説</a:t>
            </a:r>
          </a:p>
        </p:txBody>
      </p:sp>
      <p:sp>
        <p:nvSpPr>
          <p:cNvPr id="7" name="language">
            <a:extLst xmlns:a="http://schemas.openxmlformats.org/drawingml/2006/main">
              <a:ext uri="{FF2B5EF4-FFF2-40B4-BE49-F238E27FC236}">
                <a16:creationId xmlns:a16="http://schemas.microsoft.com/office/drawing/2014/main" id="{C61A6FBF-BD46-4529-9156-55D9AA7D2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762500"/>
            <a:ext cx="3048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FE9A00"/>
                </a:solidFill>
              </a:defRPr>
            </a:pPr>
            <a:r>
              <a:rPr sz="1500" b="1">
                <a:solidFill>
                  <a:srgbClr val="FE9A00"/>
                </a:solidFill>
              </a:rPr>
              <a:t>未分類</a:t>
            </a:r>
          </a:p>
        </p:txBody>
      </p:sp>
    </p:spTree>
    <p:extLst>
      <p:ext uri="{BB962C8B-B14F-4D97-AF65-F5344CB8AC3E}">
        <p14:creationId xmlns:p14="http://schemas.microsoft.com/office/powerpoint/2010/main" val="4475659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109157B-CCB6-4DDB-B15C-B63B6147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4363EA-29F7-4293-AE25-D03D1C31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1">
            <a:extLst xmlns:a="http://schemas.openxmlformats.org/drawingml/2006/main">
              <a:ext uri="{FF2B5EF4-FFF2-40B4-BE49-F238E27FC236}">
                <a16:creationId xmlns:a16="http://schemas.microsoft.com/office/drawing/2014/main" id="{0FAA9573-FE8A-419E-A1D2-F5FCA6E1E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1">
            <a:extLst xmlns:a="http://schemas.openxmlformats.org/drawingml/2006/main">
              <a:ext uri="{FF2B5EF4-FFF2-40B4-BE49-F238E27FC236}">
                <a16:creationId xmlns:a16="http://schemas.microsoft.com/office/drawing/2014/main" id="{06AB247F-E48E-4CCF-92EB-9867314B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02</a:t>
            </a:r>
          </a:p>
        </p:txBody>
      </p:sp>
      <p:sp>
        <p:nvSpPr>
          <p:cNvPr id="5" name="title-1">
            <a:extLst xmlns:a="http://schemas.openxmlformats.org/drawingml/2006/main">
              <a:ext uri="{FF2B5EF4-FFF2-40B4-BE49-F238E27FC236}">
                <a16:creationId xmlns:a16="http://schemas.microsoft.com/office/drawing/2014/main" id="{2B131ADA-C6A3-46C6-8A1C-8D2E028EB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このプロジェクトは何を解決する？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C23B3-1EFC-4BD6-844E-D959664B3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1">
            <a:extLst xmlns:a="http://schemas.openxmlformats.org/drawingml/2006/main">
              <a:ext uri="{FF2B5EF4-FFF2-40B4-BE49-F238E27FC236}">
                <a16:creationId xmlns:a16="http://schemas.microsoft.com/office/drawing/2014/main" id="{9A975372-F7D7-49E1-B34D-0B28091B6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Toge Baseの設計と実装を記録したプロジェクト</a:t>
            </a:r>
          </a:p>
        </p:txBody>
      </p:sp>
    </p:spTree>
    <p:extLst>
      <p:ext uri="{BB962C8B-B14F-4D97-AF65-F5344CB8AC3E}">
        <p14:creationId xmlns:p14="http://schemas.microsoft.com/office/powerpoint/2010/main" val="97960189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C2B918-A43D-45E7-A124-A4CCD43B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2B74A-AF84-4519-8175-B0EFE20E8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2">
            <a:extLst xmlns:a="http://schemas.openxmlformats.org/drawingml/2006/main">
              <a:ext uri="{FF2B5EF4-FFF2-40B4-BE49-F238E27FC236}">
                <a16:creationId xmlns:a16="http://schemas.microsoft.com/office/drawing/2014/main" id="{458202E4-AFB5-46C7-8941-224E8277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54D79C34-9AA1-40C9-8141-53450E02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03</a:t>
            </a:r>
          </a:p>
        </p:txBody>
      </p:sp>
      <p:sp>
        <p:nvSpPr>
          <p:cNvPr id="5" name="title-2">
            <a:extLst xmlns:a="http://schemas.openxmlformats.org/drawingml/2006/main">
              <a:ext uri="{FF2B5EF4-FFF2-40B4-BE49-F238E27FC236}">
                <a16:creationId xmlns:a16="http://schemas.microsoft.com/office/drawing/2014/main" id="{A4FCC1B4-7B48-4F03-8979-74412A4A6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技術スタック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29D7D9-8EC4-4670-8AFA-DB24178A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2">
            <a:extLst xmlns:a="http://schemas.openxmlformats.org/drawingml/2006/main">
              <a:ext uri="{FF2B5EF4-FFF2-40B4-BE49-F238E27FC236}">
                <a16:creationId xmlns:a16="http://schemas.microsoft.com/office/drawing/2014/main" id="{2B78EDE4-5339-464D-8CCC-A3B6135B6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主要技術：未分類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役割を分け、保守しやすい構成を目指しています。</a:t>
            </a:r>
          </a:p>
        </p:txBody>
      </p:sp>
    </p:spTree>
    <p:extLst>
      <p:ext uri="{BB962C8B-B14F-4D97-AF65-F5344CB8AC3E}">
        <p14:creationId xmlns:p14="http://schemas.microsoft.com/office/powerpoint/2010/main" val="1175944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20493C-0E0D-4641-B1D9-54F4A8F0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2FE631-5C77-42F4-B784-85415CF3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3">
            <a:extLst xmlns:a="http://schemas.openxmlformats.org/drawingml/2006/main">
              <a:ext uri="{FF2B5EF4-FFF2-40B4-BE49-F238E27FC236}">
                <a16:creationId xmlns:a16="http://schemas.microsoft.com/office/drawing/2014/main" id="{EBD9908C-09D9-4B44-A342-2547385EE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1ECAE978-F358-4E6D-AD1B-2D638C0CA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04</a:t>
            </a:r>
          </a:p>
        </p:txBody>
      </p:sp>
      <p:sp>
        <p:nvSpPr>
          <p:cNvPr id="5" name="title-3">
            <a:extLst xmlns:a="http://schemas.openxmlformats.org/drawingml/2006/main">
              <a:ext uri="{FF2B5EF4-FFF2-40B4-BE49-F238E27FC236}">
                <a16:creationId xmlns:a16="http://schemas.microsoft.com/office/drawing/2014/main" id="{F52B10B9-2268-4D59-9888-C78437036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リポジトリの読みどころ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26BF5C-8DD9-4475-8B50-F85BBD719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3">
            <a:extLst xmlns:a="http://schemas.openxmlformats.org/drawingml/2006/main">
              <a:ext uri="{FF2B5EF4-FFF2-40B4-BE49-F238E27FC236}">
                <a16:creationId xmlns:a16="http://schemas.microsoft.com/office/drawing/2014/main" id="{7314FFEB-4E3B-4EFF-9F43-C8E6FE7AF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公開コード、README、コミット履歴から設計判断を確認できます。</a:t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主なファイル：主要なソースファイル</a:t>
            </a:r>
          </a:p>
        </p:txBody>
      </p:sp>
    </p:spTree>
    <p:extLst>
      <p:ext uri="{BB962C8B-B14F-4D97-AF65-F5344CB8AC3E}">
        <p14:creationId xmlns:p14="http://schemas.microsoft.com/office/powerpoint/2010/main" val="761896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ACB8DC-17C6-43CF-B25D-EEBA9975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C52AC-FA8E-4EAE-9701-11577029F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4">
            <a:extLst xmlns:a="http://schemas.openxmlformats.org/drawingml/2006/main">
              <a:ext uri="{FF2B5EF4-FFF2-40B4-BE49-F238E27FC236}">
                <a16:creationId xmlns:a16="http://schemas.microsoft.com/office/drawing/2014/main" id="{646A1C65-1310-43CC-AE04-0BBBF0B93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157E3A7F-7DB2-4FF0-A390-FA0C0E24E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05</a:t>
            </a:r>
          </a:p>
        </p:txBody>
      </p:sp>
      <p:sp>
        <p:nvSpPr>
          <p:cNvPr id="5" name="title-4">
            <a:extLst xmlns:a="http://schemas.openxmlformats.org/drawingml/2006/main">
              <a:ext uri="{FF2B5EF4-FFF2-40B4-BE49-F238E27FC236}">
                <a16:creationId xmlns:a16="http://schemas.microsoft.com/office/drawing/2014/main" id="{2A78B324-4EFB-493A-888D-1BEAD8AFE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コミットから分かる改善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364165-4AC8-4F9A-A755-5B06A087B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4">
            <a:extLst xmlns:a="http://schemas.openxmlformats.org/drawingml/2006/main">
              <a:ext uri="{FF2B5EF4-FFF2-40B4-BE49-F238E27FC236}">
                <a16:creationId xmlns:a16="http://schemas.microsoft.com/office/drawing/2014/main" id="{9157A782-796C-40D1-96AA-12DB3E575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直近のコミットでは、実装の見直しと継続的な改善が行われました。</a:t>
            </a:r>
          </a:p>
        </p:txBody>
      </p:sp>
    </p:spTree>
    <p:extLst>
      <p:ext uri="{BB962C8B-B14F-4D97-AF65-F5344CB8AC3E}">
        <p14:creationId xmlns:p14="http://schemas.microsoft.com/office/powerpoint/2010/main" val="1792136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8F9D39-BE54-437A-9824-4AC5B3035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22"/>
          </a:solidFill>
          <a:ln xmlns:a="http://schemas.openxmlformats.org/drawingml/2006/main" w="0">
            <a:solidFill>
              <a:srgbClr val="002C22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F5A87-69EC-4B39-ADA5-4F4FB1AEE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66675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9A00"/>
          </a:solidFill>
          <a:ln xmlns:a="http://schemas.openxmlformats.org/drawingml/2006/main" w="0">
            <a:solidFill>
              <a:srgbClr val="FE9A00"/>
            </a:solidFill>
            <a:prstDash val="solid"/>
          </a:ln>
        </p:spPr>
      </p:sp>
      <p:sp>
        <p:nvSpPr>
          <p:cNvPr id="3" name="series-5">
            <a:extLst xmlns:a="http://schemas.openxmlformats.org/drawingml/2006/main">
              <a:ext uri="{FF2B5EF4-FFF2-40B4-BE49-F238E27FC236}">
                <a16:creationId xmlns:a16="http://schemas.microsoft.com/office/drawing/2014/main" id="{BE20BD48-BEF6-4BEF-BC7C-8DBB5AC57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438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02C22"/>
                </a:solidFill>
              </a:defRPr>
            </a:pPr>
            <a:r>
              <a:rPr sz="1200" b="1">
                <a:solidFill>
                  <a:srgbClr val="002C22"/>
                </a:solidFill>
              </a:rPr>
              <a:t>積み上げログ  |  技術解説</a:t>
            </a:r>
          </a:p>
        </p:txBody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D9169BBF-FB92-4DA3-9695-357813F58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61912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7534D"/>
                </a:solidFill>
              </a:defRPr>
            </a:pPr>
            <a:r>
              <a:rPr sz="1050" b="1">
                <a:solidFill>
                  <a:srgbClr val="57534D"/>
                </a:solidFill>
              </a:rPr>
              <a:t>06</a:t>
            </a:r>
          </a:p>
        </p:txBody>
      </p:sp>
      <p:sp>
        <p:nvSpPr>
          <p:cNvPr id="5" name="title-5">
            <a:extLst xmlns:a="http://schemas.openxmlformats.org/drawingml/2006/main">
              <a:ext uri="{FF2B5EF4-FFF2-40B4-BE49-F238E27FC236}">
                <a16:creationId xmlns:a16="http://schemas.microsoft.com/office/drawing/2014/main" id="{42CF15D7-9C21-49A1-86AA-5D39650D3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90625"/>
            <a:ext cx="10382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2C22"/>
                </a:solidFill>
              </a:defRPr>
            </a:pPr>
            <a:r>
              <a:rPr sz="3150" b="1">
                <a:solidFill>
                  <a:srgbClr val="002C22"/>
                </a:solidFill>
              </a:rPr>
              <a:t>詳しくは積み上げログへ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8BFD6-27EC-4723-B321-9B74EC3F3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10572750" cy="2476500"/>
          </a:xfrm>
          <a:prstGeom xmlns:a="http://schemas.openxmlformats.org/drawingml/2006/main" prst="roundRect">
            <a:avLst>
              <a:gd name="adj" fmla="val 4615"/>
            </a:avLst>
          </a:prstGeom>
          <a:solidFill xmlns:a="http://schemas.openxmlformats.org/drawingml/2006/main">
            <a:srgbClr val="ECFDF5"/>
          </a:solidFill>
          <a:ln xmlns:a="http://schemas.openxmlformats.org/drawingml/2006/main" w="9525">
            <a:solidFill>
              <a:srgbClr val="E7E5E4"/>
            </a:solidFill>
            <a:prstDash val="solid"/>
          </a:ln>
        </p:spPr>
      </p:sp>
      <p:sp>
        <p:nvSpPr>
          <p:cNvPr id="7" name="body-5">
            <a:extLst xmlns:a="http://schemas.openxmlformats.org/drawingml/2006/main">
              <a:ext uri="{FF2B5EF4-FFF2-40B4-BE49-F238E27FC236}">
                <a16:creationId xmlns:a16="http://schemas.microsoft.com/office/drawing/2014/main" id="{A61D1F65-4A43-4632-BF8D-D9C5ACE5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95625"/>
            <a:ext cx="9810750" cy="1762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記事： https://syunnjack.dev/articles/toge-base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>
                <a:solidFill>
                  <a:srgbClr val="002C22"/>
                </a:solidFill>
              </a:defRPr>
            </a:pPr>
            <a:r>
              <a:rPr sz="1950">
                <a:solidFill>
                  <a:srgbClr val="002C22"/>
                </a:solidFill>
              </a:rPr>
              <a:t>学び、作り、振り返る開発記録。</a:t>
            </a:r>
          </a:p>
        </p:txBody>
      </p:sp>
    </p:spTree>
    <p:extLst>
      <p:ext uri="{BB962C8B-B14F-4D97-AF65-F5344CB8AC3E}">
        <p14:creationId xmlns:p14="http://schemas.microsoft.com/office/powerpoint/2010/main" val="93482115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2026-08-15T06:18:05.2450000Z</dcterms:created>
  <dcterms:modified xsi:type="dcterms:W3CDTF">2026-08-15T06:18:05.2450000Z</dcterms:modified>
</coreProperties>
</file>