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726a4ebae477d" /><Relationship Type="http://schemas.openxmlformats.org/officeDocument/2006/relationships/extended-properties" Target="/docProps/app.xml" Id="R5a2ed7fddad142f5" /><Relationship Type="http://schemas.openxmlformats.org/officeDocument/2006/relationships/officeDocument" Target="/ppt/presentation.xml" Id="R19da783c5cc743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f5aa17cd24585"/>
  </p:sldMasterIdLst>
  <p:notesMasterIdLst>
    <p:notesMasterId xmlns:r="http://schemas.openxmlformats.org/officeDocument/2006/relationships" r:id="R9a64c8a5e79c40fe"/>
  </p:notesMasterIdLst>
  <p:sldIdLst>
    <p:sldId xmlns:r="http://schemas.openxmlformats.org/officeDocument/2006/relationships" id="256" r:id="Rb9958b53dabd4815"/>
    <p:sldId xmlns:r="http://schemas.openxmlformats.org/officeDocument/2006/relationships" id="257" r:id="R3c420844eb4b41b7"/>
    <p:sldId xmlns:r="http://schemas.openxmlformats.org/officeDocument/2006/relationships" id="258" r:id="R9ba60f0174404329"/>
    <p:sldId xmlns:r="http://schemas.openxmlformats.org/officeDocument/2006/relationships" id="259" r:id="Rf0ea82c53e564e1c"/>
    <p:sldId xmlns:r="http://schemas.openxmlformats.org/officeDocument/2006/relationships" id="260" r:id="R4bdea1b748bc4683"/>
    <p:sldId xmlns:r="http://schemas.openxmlformats.org/officeDocument/2006/relationships" id="261" r:id="Re4f0624114d842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09f8fba744f8e" /><Relationship Type="http://schemas.openxmlformats.org/officeDocument/2006/relationships/slideMaster" Target="/ppt/slideMasters/slideMaster1.xml" Id="R974f5aa17cd24585" /><Relationship Type="http://schemas.openxmlformats.org/officeDocument/2006/relationships/notesMaster" Target="/ppt/notesMasters/notesMaster1.xml" Id="R9a64c8a5e79c40fe" /><Relationship Type="http://schemas.openxmlformats.org/officeDocument/2006/relationships/presProps" Target="/ppt/presProps.xml" Id="R210bfb32cad743b3" /><Relationship Type="http://schemas.openxmlformats.org/officeDocument/2006/relationships/tableStyles" Target="/ppt/tableStyles.xml" Id="R2ff496c816374ffc" /><Relationship Type="http://schemas.openxmlformats.org/officeDocument/2006/relationships/slide" Target="/ppt/slides/slide1.xml" Id="Rb9958b53dabd4815" /><Relationship Type="http://schemas.openxmlformats.org/officeDocument/2006/relationships/slide" Target="/ppt/slides/slide2.xml" Id="R3c420844eb4b41b7" /><Relationship Type="http://schemas.openxmlformats.org/officeDocument/2006/relationships/slide" Target="/ppt/slides/slide3.xml" Id="R9ba60f0174404329" /><Relationship Type="http://schemas.openxmlformats.org/officeDocument/2006/relationships/slide" Target="/ppt/slides/slide4.xml" Id="Rf0ea82c53e564e1c" /><Relationship Type="http://schemas.openxmlformats.org/officeDocument/2006/relationships/slide" Target="/ppt/slides/slide5.xml" Id="R4bdea1b748bc4683" /><Relationship Type="http://schemas.openxmlformats.org/officeDocument/2006/relationships/slide" Target="/ppt/slides/slide6.xml" Id="Re4f0624114d842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1972543d0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c74789b6d4756" /><Relationship Type="http://schemas.openxmlformats.org/officeDocument/2006/relationships/notesMaster" Target="/ppt/notesMasters/notesMaster1.xml" Id="R73520472fb4c4b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e679d3e7dd45d7" /><Relationship Type="http://schemas.openxmlformats.org/officeDocument/2006/relationships/notesMaster" Target="/ppt/notesMasters/notesMaster1.xml" Id="Rd1790d665b5f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547c13e6440a0" /><Relationship Type="http://schemas.openxmlformats.org/officeDocument/2006/relationships/notesMaster" Target="/ppt/notesMasters/notesMaster1.xml" Id="R4bac32e4b3fd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cbcf4f3ff4d53" /><Relationship Type="http://schemas.openxmlformats.org/officeDocument/2006/relationships/notesMaster" Target="/ppt/notesMasters/notesMaster1.xml" Id="Rb78de95491f0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4aa19416fb4a78" /><Relationship Type="http://schemas.openxmlformats.org/officeDocument/2006/relationships/notesMaster" Target="/ppt/notesMasters/notesMaster1.xml" Id="Rb051c96d4f574d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1b50104e14615" /><Relationship Type="http://schemas.openxmlformats.org/officeDocument/2006/relationships/notesMaster" Target="/ppt/notesMasters/notesMaster1.xml" Id="R01bfe1f1e8e943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今回は、Akira Specialの技術構成を短く解説します。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Akira Specialは、PHP、Blade、JavaScriptを中心に設計・実装したプロジェクトです。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主な技術はPHP・Blade・JavaScript・CSSです。役割を分け、保守しやすい構成を目指しています。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直近のコミットでは、不具合修正と安定性向上が行われました。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https://github.com/syunnjack/akira-special</a:t>
            </a:r>
          </a:p>
          <a:p xmlns:a="http://schemas.openxmlformats.org/drawingml/2006/main">
            <a:r>
              <a:t>- https://syunnjack.dev/articles/akira-special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b4f1ae0e8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cc88b630b44b2" /><Relationship Type="http://schemas.openxmlformats.org/officeDocument/2006/relationships/slideLayout" Target="/ppt/slideLayouts/slideLayout1.xml" Id="R8f1f2e27e0d4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f2e27e0d4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977f8e914d16" /><Relationship Type="http://schemas.openxmlformats.org/officeDocument/2006/relationships/notesSlide" Target="/ppt/notesSlides/notesSlide1.xml" Id="R0d6af61a6fed4a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d96f2ea1e4cca" /><Relationship Type="http://schemas.openxmlformats.org/officeDocument/2006/relationships/notesSlide" Target="/ppt/notesSlides/notesSlide2.xml" Id="R70860ff97e5d4b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83dfe5c574606" /><Relationship Type="http://schemas.openxmlformats.org/officeDocument/2006/relationships/notesSlide" Target="/ppt/notesSlides/notesSlide3.xml" Id="Re2245ad94de243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62d51f1ad4ea3" /><Relationship Type="http://schemas.openxmlformats.org/officeDocument/2006/relationships/notesSlide" Target="/ppt/notesSlides/notesSlide4.xml" Id="Rc8a7ff973420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08339fa646f3" /><Relationship Type="http://schemas.openxmlformats.org/officeDocument/2006/relationships/notesSlide" Target="/ppt/notesSlides/notesSlide5.xml" Id="R7398aa4111c9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66534204042b0" /><Relationship Type="http://schemas.openxmlformats.org/officeDocument/2006/relationships/notesSlide" Target="/ppt/notesSlides/notesSlide6.xml" Id="R5feedf70e2ee44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2CB49-0327-4E46-BB73-8BCBCF2E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DCE63-A6EB-4247-9275-D96BF36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D3ADB0EC-402C-4966-830C-67F462C0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1EB2EF7-6882-437E-B099-F6FEA015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2D726C-D78C-402B-B487-4783921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Akira Specialの技術解説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146B302-79FC-4DBB-B167-95083E64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87F45FDE-138E-456B-9C54-276506D8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PHP・Blade・JavaScript・CSS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1437112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18E60-CF60-4E6F-B62C-C949D2C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2872-485D-4940-9AE1-6F8C05F4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AD76B5F9-DD5E-4745-A953-AEE21EB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12DC5D92-7BB0-44C9-812A-56355D04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A7C3D6C-54B5-4AED-8C59-B36A67F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0417-564B-425E-9171-2592FA5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6624AD2-A9F8-4CAE-8494-790EF7C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Akira Specialは、PHP、Blade、JavaScriptを中心に設計・実装したプロジェクトです。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336105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514ED-3646-4A65-B0EE-A7CE576E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C5FA2-420B-408B-8127-1878087C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19A8006-0FA3-4D31-9459-6ED0812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0C250A3-C5C6-4307-BEEB-9EDD75E6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5993445-169B-43C1-ACC7-C526B812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5CEC-31BD-45D4-BE35-E3E3D042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0779655-B5B2-4094-AE0C-E89C5CD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主要技術：PHP・Blade・JavaScript・CSS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432668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3E46B-55C9-4730-B2E5-C3F9FA5E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89302-4749-4822-A2F8-E5D77D3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1AECF5F6-D4D4-41AD-9F62-20A5A558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0F22B7D-49AD-4096-A1AD-A94FECF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1B4EBD7C-B46D-4B02-8D50-1E80826D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08922-1676-4D0D-A0AC-2C467B97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DB29CBB1-4583-47F3-9E9B-E808FD7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2037194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63998-C15C-4B70-8B45-AEFA4889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A2E7C-4FA2-4322-96F7-77FD952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C2D16A8-C7D9-42A9-A0EA-D115C34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140E438-19F1-4DAC-A123-A583475E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EB16CF27-74BF-4A81-B728-6499B2AB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F11DB-C352-47E4-B8B2-40B4B821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15B23AF-CCB0-47CB-815C-CD18723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直近のコミットでは、不具合修正と安定性向上が行われました。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373844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CC646-3937-4307-BEAA-0FBF9416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B728C-15D2-4CA4-97F0-E02529B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0FB95BFF-A956-41C8-9E7C-5716449F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4A3C35C-CF23-4FC0-9AF8-1CFDA87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AAFEB59B-C401-4ECA-96DC-AF6E7FEF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CDAB8-6F7E-4C80-A8A5-15E94A7E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B5E0ED2-EF63-40D4-953D-4764D4B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https://syunnjack.dev/articles/akira-special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03260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2026-08-12T15:14:15.6280000Z</dcterms:created>
  <dcterms:modified xsi:type="dcterms:W3CDTF">2026-08-12T15:14:15.6280000Z</dcterms:modified>
</coreProperties>
</file>