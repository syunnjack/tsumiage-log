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F88D3-9884-71AE-EE0E-600AB5A31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D033B0-8D76-FC96-A605-B7C810D8E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533448-E2C5-3AB6-6B6C-900F0309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DE313-51EB-2323-E9BC-E0D4DA4C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A8B585-AE83-CF23-35B7-C287000A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235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231D8-60A8-9F81-B62A-134B7F02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7EA03-D63C-8B1F-C9B2-8AE9D99B0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FB5D83-FE80-DE2B-7E69-ADBA6DA4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0DA237-CD57-4E74-C0FA-CA11491C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C818F2-94D0-3D77-A463-80F48342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863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F7577-E45E-C0CD-B581-919CCC53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E8F10C-4012-969C-410C-BA1C917B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278A25-F598-A441-1962-8F70AAFE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346DC3-34A2-A64A-31FF-067086A7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6994BE-D322-D62B-0994-894F5982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03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C3A51-F7E7-4FA0-D50F-28C55377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86402C-8891-56C5-7865-89D476018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A15B59-90FD-864F-7A86-339B6C9A4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48AD5D-7CB9-B86B-5AF4-DAF37FEE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55C124-0E94-14FC-C40C-C549EF47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73D74A-4818-2CB5-386A-A10B85A3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07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123D8-3520-F05B-7A0C-7654E012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21C547-074D-1477-D155-613A202A4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5D11D2-01FE-FE55-0C07-272E2CFCC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1916B36-A420-C170-5BF8-1913ECAA5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1AEE2F-2B9D-1AAB-A8EF-D8553B400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AB93FB7-B2E2-FDE1-DAF7-389D1B2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CF5E21-D436-6EC9-F181-01B7446C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03888F-9B15-62B7-A4A8-03C57298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32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CAD8-9240-BD24-B99D-3E8B783E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A5C7F6-B0DD-644D-5F51-8D027D04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EED6E9-B1F1-2A17-8C1B-4E8F9E87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AC0E78-A5FD-9F1A-980C-A8FE2EB9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9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82C12D-F5AD-6933-BCBC-9DA4549D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6B8A73-5CE1-F04A-4395-68888B18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0B815B-124E-E976-8908-0CC7CE4E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45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02C90-3324-ED85-FF59-EA638CFF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A013CF-CFD1-BDFE-FF9A-77C56B77D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059BEC-075C-0A01-252A-34F7E6417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505079-BC58-9970-1FD7-E49EE55F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1B7BBF-C1C1-F55A-BBEB-6CD58DC1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AFF7CD-C36F-AAB5-09B7-CB62D58C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425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467E5F-E776-ABDF-63E6-7BDD4986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AF4CD4-628F-3A0B-EA23-389F9253A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AAB3F2-1983-FEA9-5BE6-B1887E0D9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B3C5DB-7590-C569-BFE9-C0B725B0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CF49E3-7E29-BF8B-6778-1853A5A7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94F27C-9AED-E7F1-7B61-FE744527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6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64926-5EFF-8328-114F-4EDF316E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CD5A84-60B2-6439-ACC6-E98DF80DB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D8F9B0-FF39-A318-23BB-8F0193C5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439293-184B-0E83-EFB0-6F8254B2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0E197F-9AC7-CBA4-F745-B517F5F0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35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7FE7E9-9FCB-1214-D44E-8A1A988F1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087743-74B6-0512-49A4-DE9806CD5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C4E163-3C77-FED3-DC5A-DC877338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7A63B1-6C89-A73A-E92D-ABBBC22B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03A9F7-9E14-1DAA-C903-212AFAAE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45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4409ED9-96EA-9699-3D50-51CC53F2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74649A-88C3-AA27-1154-C7D7D2160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3E0C1C-743F-B6A3-CCD5-7F6008FBE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88F1A-99ED-403C-8F80-A743CB4F7D6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6724C8-AB68-66D3-06D0-98261845D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77442-6953-A650-DC0B-382CDD490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4B28B-CAE4-45D9-B67A-CB4442962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79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515019-C82E-217B-6633-BE4E1AE3951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E62C23-74E0-000C-49BC-0F54F5E01D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Haikyo Archive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8CA719-DE95-16DE-4D8E-341755630F7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AC29B4-5CA4-3051-CA50-6311C2B6E74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0A88FB9-D33D-7C72-CF1F-75B626D734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44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0B1D99-3BA7-E9EF-599E-2BE25C29FE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61BC78-02E0-A7A2-52C9-B192CE0A4EF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878B16-271B-5994-6942-CD26D142B87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Haikyo Archive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95AD11-DC7F-B2E4-E654-4F7E19D5527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B006808-698D-9EBC-76E6-4305F8DFFB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05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49719C-E7CE-C69E-5F5A-E514324FC68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B40704-543F-CE82-421A-CD0C9EA7327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E89D4B-BCE6-37B3-4221-C94EA2CF9B4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06277F-58FD-A1E9-E588-35169F66692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BDC1ACF-EC43-1180-1846-865A4063CC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68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A991D2-9B69-AAB8-88A8-D1AF839A0B7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41250F-649F-DC6F-BDEB-A528B04C67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E4F73F-8A63-D98E-D251-8A241FB6DC7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E45E5-8579-E273-FB00-ED368B247E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010A5E5-8611-A0FF-10F7-B57DBE18D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65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F51D3E-4260-13D7-304E-E0E37FCCFB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3DB130-C600-84AD-F791-7266E8A3E5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A68C94-635B-224F-2849-BA0B0B0528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F27DD3-1CC2-0545-BBBF-0CE96A7E29B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84444D0-C0B1-2DFB-EE24-94348BCAA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95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DBE921-21FB-5ECE-E051-11DF80C2E0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46A5F7-24DE-816F-211B-7BD34754D25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3EB5A6-1671-784B-7C82-9F15F7F7A13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https://syunnjack.dev/articles/haikyo-archive-map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2A640F-9DE7-BD5E-227A-58E7A1EEF2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7BB2216-1AE7-4297-7050-FF4C90BACE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7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2026-07-30T11:57:00Z</dcterms:created>
  <dcterms:modified xsi:type="dcterms:W3CDTF">2026-07-30T11:57:00Z</dcterms:modified>
</cp:coreProperties>
</file>