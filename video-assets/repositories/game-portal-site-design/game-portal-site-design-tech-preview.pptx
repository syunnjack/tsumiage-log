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a5376970a4447" /><Relationship Type="http://schemas.openxmlformats.org/officeDocument/2006/relationships/extended-properties" Target="/docProps/app.xml" Id="Reec405d9ae3947da" /><Relationship Type="http://schemas.openxmlformats.org/officeDocument/2006/relationships/officeDocument" Target="/ppt/presentation.xml" Id="R7f8a8cd4221f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73b98a6674c97"/>
  </p:sldMasterIdLst>
  <p:notesMasterIdLst>
    <p:notesMasterId xmlns:r="http://schemas.openxmlformats.org/officeDocument/2006/relationships" r:id="R788ae27421aa4ec7"/>
  </p:notesMasterIdLst>
  <p:sldIdLst>
    <p:sldId xmlns:r="http://schemas.openxmlformats.org/officeDocument/2006/relationships" id="256" r:id="R40f627849a184219"/>
    <p:sldId xmlns:r="http://schemas.openxmlformats.org/officeDocument/2006/relationships" id="257" r:id="R430bcde233b24a36"/>
    <p:sldId xmlns:r="http://schemas.openxmlformats.org/officeDocument/2006/relationships" id="258" r:id="Rfd50bfcea9464c04"/>
    <p:sldId xmlns:r="http://schemas.openxmlformats.org/officeDocument/2006/relationships" id="259" r:id="R8d2ce276a3b549af"/>
    <p:sldId xmlns:r="http://schemas.openxmlformats.org/officeDocument/2006/relationships" id="260" r:id="Rf8c937a7726341c0"/>
    <p:sldId xmlns:r="http://schemas.openxmlformats.org/officeDocument/2006/relationships" id="261" r:id="Rae8082bac19442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17e092c984448" /><Relationship Type="http://schemas.openxmlformats.org/officeDocument/2006/relationships/slideMaster" Target="/ppt/slideMasters/slideMaster1.xml" Id="Ra1373b98a6674c97" /><Relationship Type="http://schemas.openxmlformats.org/officeDocument/2006/relationships/notesMaster" Target="/ppt/notesMasters/notesMaster1.xml" Id="R788ae27421aa4ec7" /><Relationship Type="http://schemas.openxmlformats.org/officeDocument/2006/relationships/presProps" Target="/ppt/presProps.xml" Id="R749800734e534c61" /><Relationship Type="http://schemas.openxmlformats.org/officeDocument/2006/relationships/tableStyles" Target="/ppt/tableStyles.xml" Id="Rac410632b50e4e3e" /><Relationship Type="http://schemas.openxmlformats.org/officeDocument/2006/relationships/slide" Target="/ppt/slides/slide1.xml" Id="R40f627849a184219" /><Relationship Type="http://schemas.openxmlformats.org/officeDocument/2006/relationships/slide" Target="/ppt/slides/slide2.xml" Id="R430bcde233b24a36" /><Relationship Type="http://schemas.openxmlformats.org/officeDocument/2006/relationships/slide" Target="/ppt/slides/slide3.xml" Id="Rfd50bfcea9464c04" /><Relationship Type="http://schemas.openxmlformats.org/officeDocument/2006/relationships/slide" Target="/ppt/slides/slide4.xml" Id="R8d2ce276a3b549af" /><Relationship Type="http://schemas.openxmlformats.org/officeDocument/2006/relationships/slide" Target="/ppt/slides/slide5.xml" Id="Rf8c937a7726341c0" /><Relationship Type="http://schemas.openxmlformats.org/officeDocument/2006/relationships/slide" Target="/ppt/slides/slide6.xml" Id="Rae8082bac19442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b9e66a271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13d75a3754783" /><Relationship Type="http://schemas.openxmlformats.org/officeDocument/2006/relationships/notesMaster" Target="/ppt/notesMasters/notesMaster1.xml" Id="R06cbde4c09e7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ca90377706443d" /><Relationship Type="http://schemas.openxmlformats.org/officeDocument/2006/relationships/notesMaster" Target="/ppt/notesMasters/notesMaster1.xml" Id="Ra405469293ba48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689d13f3e54d1a" /><Relationship Type="http://schemas.openxmlformats.org/officeDocument/2006/relationships/notesMaster" Target="/ppt/notesMasters/notesMaster1.xml" Id="R68b1d44698dc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a7b4939fa24ffc" /><Relationship Type="http://schemas.openxmlformats.org/officeDocument/2006/relationships/notesMaster" Target="/ppt/notesMasters/notesMaster1.xml" Id="R47cd64a45bb0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e64a9a3fa34569" /><Relationship Type="http://schemas.openxmlformats.org/officeDocument/2006/relationships/notesMaster" Target="/ppt/notesMasters/notesMaster1.xml" Id="Rddc9c9a46b0d49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68daa4bf44c38" /><Relationship Type="http://schemas.openxmlformats.org/officeDocument/2006/relationships/notesMaster" Target="/ppt/notesMasters/notesMaster1.xml" Id="R8a197a55ab0e4a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今回は、Game Portal Site Designの技術構成を短く解説します。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Portal Site Designの設計と実装を記録したプロジェクト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https://github.com/syunnjack/game-portal-site-design</a:t>
            </a:r>
          </a:p>
          <a:p xmlns:a="http://schemas.openxmlformats.org/drawingml/2006/main">
            <a:r>
              <a:t>- https://syunnjack.dev/articles/game-portal-site-design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bfe514af2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e7a0b05bdc4f90" /><Relationship Type="http://schemas.openxmlformats.org/officeDocument/2006/relationships/slideLayout" Target="/ppt/slideLayouts/slideLayout1.xml" Id="R7b3104c5f4be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104c5f4be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66d04dcd94c4a" /><Relationship Type="http://schemas.openxmlformats.org/officeDocument/2006/relationships/notesSlide" Target="/ppt/notesSlides/notesSlide1.xml" Id="Rf68f262665d547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ccac317714aad" /><Relationship Type="http://schemas.openxmlformats.org/officeDocument/2006/relationships/notesSlide" Target="/ppt/notesSlides/notesSlide2.xml" Id="Rf121d8923cf84c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67775fc954c2e" /><Relationship Type="http://schemas.openxmlformats.org/officeDocument/2006/relationships/notesSlide" Target="/ppt/notesSlides/notesSlide3.xml" Id="R8cd30734d432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083948c914590" /><Relationship Type="http://schemas.openxmlformats.org/officeDocument/2006/relationships/notesSlide" Target="/ppt/notesSlides/notesSlide4.xml" Id="Rf171a68f48ca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e312a24a4468" /><Relationship Type="http://schemas.openxmlformats.org/officeDocument/2006/relationships/notesSlide" Target="/ppt/notesSlides/notesSlide5.xml" Id="Rf3d96342abbb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988a8226d4ecc" /><Relationship Type="http://schemas.openxmlformats.org/officeDocument/2006/relationships/notesSlide" Target="/ppt/notesSlides/notesSlide6.xml" Id="R706eabf2e98640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9DDF5-1BCC-45C9-B0A3-AE433C4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67DCE-2E3B-480F-AAAE-0B195C7B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5A4C90D-E84B-4530-9D3F-F425C17E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02C13655-1DA2-4349-8C07-B2EAEA1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7D545B-0329-418E-9B67-7A769FE4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Game Portal Site Designの技術解説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5F91492-BE96-440F-9905-FE9F443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F61E4498-A418-4D9A-8977-FC914435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1985055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3A0A4-18CA-401A-93F9-DE59A5AE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0FCC-913C-485D-8875-A865A26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DFD8B1B-E8DB-4A6F-B6B9-5F91CE1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B4261A0B-224C-4F87-BED3-3660C4A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2B5A8AF1-FCEE-42BD-AACA-FD14299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EB9A8-07DC-44BA-9B10-BC31630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D4128D5C-F59B-4BD9-82EC-024E87E8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Game Portal Site Designの設計と実装を記録したプロジェクト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211764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721D7-FFE7-4E88-A6A0-3D577DF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178E5-D73D-469C-ABDF-0C0C5A81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C24D813-2EF7-49A0-8549-E7E8EF50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22F3A9C-FA0F-4993-A95A-40F8A15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3EAB885E-37CF-444E-A928-C1782B3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1BE79-EA54-43E1-90B1-B2B7F862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540D213-A9DA-41FE-B1A5-B55A56E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730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4E7BF-8664-4A4C-B585-139D8D1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9B502-0932-4279-A631-5B4CE1A6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A605675F-3407-4029-8145-DB8B3464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67D8AFA-60B8-42EC-9B7A-1C88E028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C16B1B20-33D2-4F4A-A4E4-8F65B20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5CEF8-5D7E-4CC9-BC24-D034612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344A13EF-F820-4F3D-B3DE-AB71DE3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127501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006A9-3A04-4CD3-B492-1CC57D5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21DE-907B-4181-A5D7-E1A09D6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9801B294-D91C-4832-B4A3-4333AA6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A1FA401-57C2-41B8-B4D5-5386DBA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8E7F70E3-2E9D-43E8-8128-EF3CE46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B3E41-9B83-409B-B87C-F2C24FA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E0025696-A6FA-4EA0-A3CD-1E85F17F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703233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3DE4A-09AC-4B13-B7F0-548AF90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5A0F4-3516-4C03-B804-31C62ED5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6C96AF3-1CE1-49D0-BFB2-6D5C2A0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158B525-F664-4BB1-A80E-C7449DC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D5B2E98D-6095-4ABC-8900-BB2AB42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FC924-BCA3-4432-868A-C881597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6A7E511C-7101-4572-8A01-C64F51C5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https://syunnjack.dev/articles/game-portal-site-design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32607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2026-08-15T01:05:20.4100000Z</dcterms:created>
  <dcterms:modified xsi:type="dcterms:W3CDTF">2026-08-15T01:05:20.4160000Z</dcterms:modified>
</coreProperties>
</file>