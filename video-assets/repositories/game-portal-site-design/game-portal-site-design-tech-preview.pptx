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d6065c6e72493d" /><Relationship Type="http://schemas.openxmlformats.org/officeDocument/2006/relationships/extended-properties" Target="/docProps/app.xml" Id="R77ecc101b2d84ac6" /><Relationship Type="http://schemas.openxmlformats.org/officeDocument/2006/relationships/officeDocument" Target="/ppt/presentation.xml" Id="R3fa601e9a8134d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67484686f04322"/>
  </p:sldMasterIdLst>
  <p:notesMasterIdLst>
    <p:notesMasterId xmlns:r="http://schemas.openxmlformats.org/officeDocument/2006/relationships" r:id="R7cda44541cfb49b8"/>
  </p:notesMasterIdLst>
  <p:sldIdLst>
    <p:sldId xmlns:r="http://schemas.openxmlformats.org/officeDocument/2006/relationships" id="256" r:id="R9deea69ad0434289"/>
    <p:sldId xmlns:r="http://schemas.openxmlformats.org/officeDocument/2006/relationships" id="257" r:id="R965cf688e6894024"/>
    <p:sldId xmlns:r="http://schemas.openxmlformats.org/officeDocument/2006/relationships" id="258" r:id="Rca1962af8dfb4bf7"/>
    <p:sldId xmlns:r="http://schemas.openxmlformats.org/officeDocument/2006/relationships" id="259" r:id="Rb78e9496adf449b4"/>
    <p:sldId xmlns:r="http://schemas.openxmlformats.org/officeDocument/2006/relationships" id="260" r:id="Rb94f26cf660c4a97"/>
    <p:sldId xmlns:r="http://schemas.openxmlformats.org/officeDocument/2006/relationships" id="261" r:id="R547046efeada48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f0d84f63114b0d" /><Relationship Type="http://schemas.openxmlformats.org/officeDocument/2006/relationships/slideMaster" Target="/ppt/slideMasters/slideMaster1.xml" Id="Rf567484686f04322" /><Relationship Type="http://schemas.openxmlformats.org/officeDocument/2006/relationships/notesMaster" Target="/ppt/notesMasters/notesMaster1.xml" Id="R7cda44541cfb49b8" /><Relationship Type="http://schemas.openxmlformats.org/officeDocument/2006/relationships/presProps" Target="/ppt/presProps.xml" Id="R7f3c220192dd4daf" /><Relationship Type="http://schemas.openxmlformats.org/officeDocument/2006/relationships/tableStyles" Target="/ppt/tableStyles.xml" Id="R7744a55fd7d64df7" /><Relationship Type="http://schemas.openxmlformats.org/officeDocument/2006/relationships/slide" Target="/ppt/slides/slide1.xml" Id="R9deea69ad0434289" /><Relationship Type="http://schemas.openxmlformats.org/officeDocument/2006/relationships/slide" Target="/ppt/slides/slide2.xml" Id="R965cf688e6894024" /><Relationship Type="http://schemas.openxmlformats.org/officeDocument/2006/relationships/slide" Target="/ppt/slides/slide3.xml" Id="Rca1962af8dfb4bf7" /><Relationship Type="http://schemas.openxmlformats.org/officeDocument/2006/relationships/slide" Target="/ppt/slides/slide4.xml" Id="Rb78e9496adf449b4" /><Relationship Type="http://schemas.openxmlformats.org/officeDocument/2006/relationships/slide" Target="/ppt/slides/slide5.xml" Id="Rb94f26cf660c4a97" /><Relationship Type="http://schemas.openxmlformats.org/officeDocument/2006/relationships/slide" Target="/ppt/slides/slide6.xml" Id="R547046efeada48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3105ac1c914b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d414d4c730440b" /><Relationship Type="http://schemas.openxmlformats.org/officeDocument/2006/relationships/notesMaster" Target="/ppt/notesMasters/notesMaster1.xml" Id="R9efa607c2c9940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595d72c6554598" /><Relationship Type="http://schemas.openxmlformats.org/officeDocument/2006/relationships/notesMaster" Target="/ppt/notesMasters/notesMaster1.xml" Id="Rca9d3398a15a44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83ba5708f94072" /><Relationship Type="http://schemas.openxmlformats.org/officeDocument/2006/relationships/notesMaster" Target="/ppt/notesMasters/notesMaster1.xml" Id="R44a2703b81af4c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dfaafc308744ad" /><Relationship Type="http://schemas.openxmlformats.org/officeDocument/2006/relationships/notesMaster" Target="/ppt/notesMasters/notesMaster1.xml" Id="R17bf04053b6147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3c0718da7f4830" /><Relationship Type="http://schemas.openxmlformats.org/officeDocument/2006/relationships/notesMaster" Target="/ppt/notesMasters/notesMaster1.xml" Id="R9a936f11d60a43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efc2ed0379430c" /><Relationship Type="http://schemas.openxmlformats.org/officeDocument/2006/relationships/notesMaster" Target="/ppt/notesMasters/notesMaster1.xml" Id="R812a49c10e254e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今回は、Game Portal Site Designの技術構成を短く解説します。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https://github.com/syunnjack/game-portal-site-design</a:t>
            </a:r>
          </a:p>
          <a:p xmlns:a="http://schemas.openxmlformats.org/drawingml/2006/main">
            <a:r>
              <a:t>- https://syunnjack.dev/articles/game-portal-site-design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Game Portal Site Designの設計と実装を記録したプロジェクト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https://github.com/syunnjack/game-portal-site-design</a:t>
            </a:r>
          </a:p>
          <a:p xmlns:a="http://schemas.openxmlformats.org/drawingml/2006/main">
            <a:r>
              <a:t>- https://syunnjack.dev/articles/game-portal-site-design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https://github.com/syunnjack/game-portal-site-design</a:t>
            </a:r>
          </a:p>
          <a:p xmlns:a="http://schemas.openxmlformats.org/drawingml/2006/main">
            <a:r>
              <a:t>- https://syunnjack.dev/articles/game-portal-site-design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https://github.com/syunnjack/game-portal-site-design</a:t>
            </a:r>
          </a:p>
          <a:p xmlns:a="http://schemas.openxmlformats.org/drawingml/2006/main">
            <a:r>
              <a:t>- https://syunnjack.dev/articles/game-portal-site-design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https://github.com/syunnjack/game-portal-site-design</a:t>
            </a:r>
          </a:p>
          <a:p xmlns:a="http://schemas.openxmlformats.org/drawingml/2006/main">
            <a:r>
              <a:t>- https://syunnjack.dev/articles/game-portal-site-design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https://github.com/syunnjack/game-portal-site-design</a:t>
            </a:r>
          </a:p>
          <a:p xmlns:a="http://schemas.openxmlformats.org/drawingml/2006/main">
            <a:r>
              <a:t>- https://syunnjack.dev/articles/game-portal-site-design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71fb5f5eaf47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fc935574204deb" /><Relationship Type="http://schemas.openxmlformats.org/officeDocument/2006/relationships/slideLayout" Target="/ppt/slideLayouts/slideLayout1.xml" Id="R7af20450444f41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f20450444f41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ba56584b947f1" /><Relationship Type="http://schemas.openxmlformats.org/officeDocument/2006/relationships/notesSlide" Target="/ppt/notesSlides/notesSlide1.xml" Id="R9b496307309f4d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4c5feac924782" /><Relationship Type="http://schemas.openxmlformats.org/officeDocument/2006/relationships/notesSlide" Target="/ppt/notesSlides/notesSlide2.xml" Id="R78102458fb1d43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b746b059d4476" /><Relationship Type="http://schemas.openxmlformats.org/officeDocument/2006/relationships/notesSlide" Target="/ppt/notesSlides/notesSlide3.xml" Id="Rbe976c0945e641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836cd90b64402" /><Relationship Type="http://schemas.openxmlformats.org/officeDocument/2006/relationships/notesSlide" Target="/ppt/notesSlides/notesSlide4.xml" Id="R5228389e329446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fd041006c4a06" /><Relationship Type="http://schemas.openxmlformats.org/officeDocument/2006/relationships/notesSlide" Target="/ppt/notesSlides/notesSlide5.xml" Id="R6f1862cc5ed142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2c78200c24739" /><Relationship Type="http://schemas.openxmlformats.org/officeDocument/2006/relationships/notesSlide" Target="/ppt/notesSlides/notesSlide6.xml" Id="R93354b27f79f45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82320-0D5A-4CB2-85AF-9EA1104A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3550C-3DF7-4FFC-BD73-9E7071EB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13029EDA-2195-4BE8-9629-344CB9FC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B41D4DA0-5374-4419-AAA4-0777CE9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D0007BC-9081-4450-BFB2-093DC31D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Game Portal Site Designの技術解説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058D4263-76DB-4E5F-8298-BB50A001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98DD8FF2-810B-4449-8434-E9651378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14318348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FB7C8-EB9B-4679-85F8-8276A9BF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7E510-64A7-4DCA-A0F0-6F1F112A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DB240D08-C7B0-41C8-ACED-8028EE06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1962E82E-3DA3-4B2F-AAC7-DEA53B81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97541A94-B073-4060-9530-E6EA8D74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FCFFC-346D-421B-B0B7-D4A3A158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521ECC34-324E-4485-833A-CA65A82E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Game Portal Site Designの設計と実装を記録したプロジェクト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9491545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2C10A-4A30-4D93-8B46-0555ACF7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C472D-089D-48D9-BB96-44C41957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C7B97DDE-7C88-4F01-B5C6-556A64FB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7F84E1EE-D24F-4AB5-A82A-B45825D9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98465A39-8D88-4A24-B83C-7B06C485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3C535-66A5-4075-9801-08262E70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8EFB68DE-72E4-4A49-BC1D-8BFB93C4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20429277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C7307-B09A-4567-B941-D750CC5A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7B6E3-3EA6-456A-98D9-D5A8446D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CA446C53-C080-4F1E-9869-C8B2FFBE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5335FD49-35EB-4422-A1DE-3F4199EE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E1FC3AA0-C260-4300-84F0-72DD8B49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D88CB-C81D-4417-ABDA-C5BCAC08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7C5D62DD-FF21-4424-B022-01768502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3663329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F9955-9B67-45EE-9B6C-541B8BD7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84DB17-F992-4DFC-800A-BA60BA7E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660F9BA4-F11D-4B00-A0DC-DD152D7A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42976C56-409E-47F0-9882-A698BD56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647606C2-5450-419B-8A18-606BB50A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C9ECC-CE76-41D0-97CE-3E0DEA0A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29BDB012-B63E-4F26-874A-551650B6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3440601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8398D2-D269-497E-89E1-EFC0AE6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5AF10-AC40-4BE6-96D3-03CDBCCE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63E77E04-153C-409F-876D-652B293F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E229BB4C-052A-443A-821A-531DF084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67404579-544D-4F54-A15A-F9312EE0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61034-3C29-4C45-AD5D-E3546911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E3D2CD4C-4AD4-4210-BEEE-D7D21D26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https://syunnjack.dev/articles/game-portal-site-design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736391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2026-08-15T06:40:33.2790000Z</dcterms:created>
  <dcterms:modified xsi:type="dcterms:W3CDTF">2026-08-15T06:40:33.2790000Z</dcterms:modified>
</coreProperties>
</file>