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E510E27-C921-0E0C-9958-EEB98AEDA2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78EAFA7-851D-BCC7-DCA7-72D503DCCE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91FD3BC-DD80-967B-B156-0EDDBCEF1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BE10C-A21E-478E-B6B3-D393C448731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289F83A-CF0D-E313-B4D4-0A0922CC9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B015D2-CF5C-21A4-494F-DAC72852A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6F379-17DE-44B4-9186-B977EFFAAEA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552807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3F2FC0-AFA4-60A4-1918-E2225560C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8E9B816-3C33-1C7E-6D6F-6BD9B8546A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24573C8-B45D-A57E-3BB5-C1EC62F0C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BE10C-A21E-478E-B6B3-D393C448731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FE65240-74D7-E1CA-E4F8-FEFA36C38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CF43A6D-1050-E430-207F-E2D9354C9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6F379-17DE-44B4-9186-B977EFFAAEA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24813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BC42645-89CB-1F63-BBF4-BDB9A59CE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F366D48-FC15-16E1-DBA1-1A9B2CF230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806BCA0-13DA-AFED-21DD-E6C75C8A8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BE10C-A21E-478E-B6B3-D393C448731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56F6E7F-5E76-06DB-AB3C-B9BB7A039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DA052AD-5BF0-0CCC-DA4E-A9FACB379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6F379-17DE-44B4-9186-B977EFFAAEA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41248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779A185-866E-6B58-20AF-384FB81C1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9896E38-F742-E098-5C16-DC29CB4640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378ED18-6982-B354-339C-ED44DF6F2E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0101381-8652-220F-0CCA-40AEE613F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BE10C-A21E-478E-B6B3-D393C448731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6180151-4C2A-489D-95E3-8386E2DE3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9E2AE33-B6AA-0D98-AF28-AA48897D3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6F379-17DE-44B4-9186-B977EFFAAEA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0991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0D703E-7984-B270-FDFF-9C65D1A6C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32AE5C3-1E9D-DA1D-0C87-A82C5C8F9F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51C60AB-7161-6E3F-3817-EBD6F8E89A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69420ED-D42E-CC45-9D7F-ACAEC28F8C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A1887492-C012-1EF1-AFAC-5D9F41F7F5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D0EEB820-20A9-9662-3A12-4166E1123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BE10C-A21E-478E-B6B3-D393C448731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943DAA16-F0D1-9347-6466-0AAAAECE5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3EDF30B-2C5D-FDDF-45D6-DE55FF3C8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6F379-17DE-44B4-9186-B977EFFAAEA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9149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F9A8F4-C399-982D-C41F-2C6262B40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61ADEB6-F0E7-931A-F69E-6A49D476E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BE10C-A21E-478E-B6B3-D393C448731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920B49C-73F1-CC98-7B77-3C98D6F2C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3196F03-21AB-91B5-0907-A6FC9BE30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6F379-17DE-44B4-9186-B977EFFAAEA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77791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1B085EC-30E5-8611-02AC-91A35379E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BE10C-A21E-478E-B6B3-D393C448731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BA96EA2-E62F-8C5E-8765-3B207BED4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D720737-D168-38B1-A4E8-EE464D139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6F379-17DE-44B4-9186-B977EFFAAEA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10346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E0B63A-6989-7B36-FE84-D5EBEC53A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9ED5E78-A262-7BD8-3585-0B597ED90D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0F9CA7D-1C1E-73BE-6C73-70530BAABB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6B0483C-7F47-B0CA-0DC2-BD7E10600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BE10C-A21E-478E-B6B3-D393C448731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82F9242-D16E-764B-9A5B-BCDBD3D72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7A4C737-E432-6582-453D-16D53D950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6F379-17DE-44B4-9186-B977EFFAAEA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39945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33A7486-4A36-241D-D62A-0AC25DF01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49728B62-BCB7-D33A-57B9-90D226FBA4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3C435EC-61A8-4AE4-9C6D-EE19B820A9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D2EFF32-3881-FADC-32DA-389E36D6A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BE10C-A21E-478E-B6B3-D393C448731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C089EFD-3519-A1F4-C4B0-ACC73F1F6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FB5A7DC-C118-FA01-A2DA-B8A82E18A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6F379-17DE-44B4-9186-B977EFFAAEA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3380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6CEA75-D614-F97E-47BF-597AED76F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ED610E9-0F54-5243-F54D-6CC88A373D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C204AE7-63C8-7499-B29F-4E6BB8AA8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BE10C-A21E-478E-B6B3-D393C448731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0A3B998-A920-6630-3F05-E79E5017E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8F9E2C4-FC6E-06D3-453D-B56EEF55E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6F379-17DE-44B4-9186-B977EFFAAEA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33357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A93B5076-583C-220B-01AB-796237D53C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BE3DCD5-666C-A799-1BF5-8CE34DC9E5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23B851A-6ED9-A646-1C27-92F1C03A0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BE10C-A21E-478E-B6B3-D393C448731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60EF0B-AF32-0508-D2E9-10360925D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E60F937-621F-60F3-9FED-22FB92FD1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6F379-17DE-44B4-9186-B977EFFAAEA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58128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C8B09789-5B9D-7939-828E-6651A505A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FC23635-8C14-571F-B237-D5B57B121B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CD2AFB3-792E-129E-A527-45C4D2C559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BE10C-A21E-478E-B6B3-D393C448731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911E49A-8595-0ED7-D951-BDF62F02AC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1CD8306-E59F-9516-AFE3-21CF038614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76F379-17DE-44B4-9186-B977EFFAAEA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38856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3F506BB-6E21-F525-4C6D-CB75BDF79708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D445647-03E4-725F-0C0C-0055B4EFB2D9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Subsidy Alert Hub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BBC661F-2648-732E-4C67-E7971105E10F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1207416-FDE5-5C9C-BE29-A96039EA6618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2BB420DD-4920-09A2-D655-925FE521921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0993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70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963AE2D-25DE-E6BF-4E05-31FF863F277B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1D12C2A-6B53-B82A-DFAB-B79DC80B1B26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4FF74D4-D4BD-8FC8-7A56-AD3AD252C2DF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Subsidy Alert Hub 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補助金・助成金・自治体募集通知 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Repository Recommended repository name: subsidy alert hub Domain candidates Confirmed domain: subsidyalert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4768CF2-8A52-2009-23B1-668ECFEA4A6A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D24C13E8-0538-EDB0-CD3A-D5160892F8D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0232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4000"/>
    </mc:Choice>
    <mc:Fallback>
      <p:transition spd="slow" advTm="14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308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A62BA66-33E8-BE2F-473A-FE5D5FCE950E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DFC683A-B05B-00F5-FBD5-247BA83F197A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74B5B08-6143-22BF-4D0F-FD5361FFAC97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EFC0D40-0B41-B53D-C0DB-D3883F037024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15A0B8AF-1407-3CB9-8CA7-9E9CB968E88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0794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21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292E4ED-CD14-A363-16BF-01F2DC470649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5CBE8F2-0ABC-E78C-EF26-596113BCFFDE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8B9883D-A1FA-6A1E-BCAE-38599D74122C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index.html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package-lock.json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3726DF6-B4A5-E025-2C8C-B5709E2E6502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1FA107E3-D8E0-71D5-6F2F-F4A095E4328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9109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7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C87327F-3E29-C5EB-612D-79393FE48D6D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F211B4D-8480-F2F3-DC2F-3FCD03A11578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CA2C10A-9C13-B8FB-20B4-BBCE38FFB190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直近のコミットでは、実装の見直しと継続的な改善が行われました。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9DE7E29-9730-E482-64BE-431200470BFD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5A35D83B-0CB1-DD9D-7485-2F4617E2F90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4488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7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C2F36F9-3021-5DC3-519D-5F8976B2A1C9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AF7EB9B-88C2-A98B-D269-4FA289F17F9B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259E8DC-8BD0-E991-36D7-E51F58DDBCC1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https://syunnjack.dev/articles/subsidy-alert-hub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76E2F89-361A-2EA6-073A-D38D901F0B78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11249310-1241-BF55-B131-52719C42D3B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0053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187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2026-07-30T11:27:10Z</dcterms:created>
  <dcterms:modified xsi:type="dcterms:W3CDTF">2026-07-30T11:27:10Z</dcterms:modified>
</cp:coreProperties>
</file>