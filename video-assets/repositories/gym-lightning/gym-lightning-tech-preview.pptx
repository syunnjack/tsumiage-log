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4acc6d182cd4af8" /><Relationship Type="http://schemas.openxmlformats.org/officeDocument/2006/relationships/extended-properties" Target="/docProps/app.xml" Id="Reab8255e2dd54cec" /><Relationship Type="http://schemas.openxmlformats.org/officeDocument/2006/relationships/officeDocument" Target="/ppt/presentation.xml" Id="R2866512d381643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5c3b507e3014415"/>
  </p:sldMasterIdLst>
  <p:notesMasterIdLst>
    <p:notesMasterId xmlns:r="http://schemas.openxmlformats.org/officeDocument/2006/relationships" r:id="R4021c432f85b4571"/>
  </p:notesMasterIdLst>
  <p:sldIdLst>
    <p:sldId xmlns:r="http://schemas.openxmlformats.org/officeDocument/2006/relationships" id="256" r:id="R273a9abc24ed4b76"/>
    <p:sldId xmlns:r="http://schemas.openxmlformats.org/officeDocument/2006/relationships" id="257" r:id="Rf2117da779d14928"/>
    <p:sldId xmlns:r="http://schemas.openxmlformats.org/officeDocument/2006/relationships" id="258" r:id="R6a399d5bfaf840be"/>
    <p:sldId xmlns:r="http://schemas.openxmlformats.org/officeDocument/2006/relationships" id="259" r:id="Rcc539ac2f03746a8"/>
    <p:sldId xmlns:r="http://schemas.openxmlformats.org/officeDocument/2006/relationships" id="260" r:id="R929cb231381c4281"/>
    <p:sldId xmlns:r="http://schemas.openxmlformats.org/officeDocument/2006/relationships" id="261" r:id="R70b25936deab4c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80135ba5ab4fa5" /><Relationship Type="http://schemas.openxmlformats.org/officeDocument/2006/relationships/slideMaster" Target="/ppt/slideMasters/slideMaster1.xml" Id="Rd5c3b507e3014415" /><Relationship Type="http://schemas.openxmlformats.org/officeDocument/2006/relationships/notesMaster" Target="/ppt/notesMasters/notesMaster1.xml" Id="R4021c432f85b4571" /><Relationship Type="http://schemas.openxmlformats.org/officeDocument/2006/relationships/presProps" Target="/ppt/presProps.xml" Id="Refc0b3c941da453b" /><Relationship Type="http://schemas.openxmlformats.org/officeDocument/2006/relationships/tableStyles" Target="/ppt/tableStyles.xml" Id="Ra58e3cf508134682" /><Relationship Type="http://schemas.openxmlformats.org/officeDocument/2006/relationships/slide" Target="/ppt/slides/slide1.xml" Id="R273a9abc24ed4b76" /><Relationship Type="http://schemas.openxmlformats.org/officeDocument/2006/relationships/slide" Target="/ppt/slides/slide2.xml" Id="Rf2117da779d14928" /><Relationship Type="http://schemas.openxmlformats.org/officeDocument/2006/relationships/slide" Target="/ppt/slides/slide3.xml" Id="R6a399d5bfaf840be" /><Relationship Type="http://schemas.openxmlformats.org/officeDocument/2006/relationships/slide" Target="/ppt/slides/slide4.xml" Id="Rcc539ac2f03746a8" /><Relationship Type="http://schemas.openxmlformats.org/officeDocument/2006/relationships/slide" Target="/ppt/slides/slide5.xml" Id="R929cb231381c4281" /><Relationship Type="http://schemas.openxmlformats.org/officeDocument/2006/relationships/slide" Target="/ppt/slides/slide6.xml" Id="R70b25936deab4c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add8c936804a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70b50bd1b0473d" /><Relationship Type="http://schemas.openxmlformats.org/officeDocument/2006/relationships/notesMaster" Target="/ppt/notesMasters/notesMaster1.xml" Id="R2b3fac7c35544d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20559fd6d44755" /><Relationship Type="http://schemas.openxmlformats.org/officeDocument/2006/relationships/notesMaster" Target="/ppt/notesMasters/notesMaster1.xml" Id="R4d13faf612d8451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a771a38a174547" /><Relationship Type="http://schemas.openxmlformats.org/officeDocument/2006/relationships/notesMaster" Target="/ppt/notesMasters/notesMaster1.xml" Id="R7a49d4d1f4f340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17d68eb33d41a3" /><Relationship Type="http://schemas.openxmlformats.org/officeDocument/2006/relationships/notesMaster" Target="/ppt/notesMasters/notesMaster1.xml" Id="Red92aa096de84b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67f61ce1934d40" /><Relationship Type="http://schemas.openxmlformats.org/officeDocument/2006/relationships/notesMaster" Target="/ppt/notesMasters/notesMaster1.xml" Id="Redf0b7fb74864fa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b83dee49e354715" /><Relationship Type="http://schemas.openxmlformats.org/officeDocument/2006/relationships/notesMaster" Target="/ppt/notesMasters/notesMaster1.xml" Id="R2c7f15a6747546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今回は、Gym Lightningの技術構成を短く解説します。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https://github.com/syunnjack/gym-lightning</a:t>
            </a:r>
          </a:p>
          <a:p xmlns:a="http://schemas.openxmlformats.org/drawingml/2006/main">
            <a:r>
              <a:t>- https://syunnjack.dev/articles/gym-lightning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Gym Lightningの設計と実装を記録したプロジェクト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https://github.com/syunnjack/gym-lightning</a:t>
            </a:r>
          </a:p>
          <a:p xmlns:a="http://schemas.openxmlformats.org/drawingml/2006/main">
            <a:r>
              <a:t>- https://syunnjack.dev/articles/gym-lightning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https://github.com/syunnjack/gym-lightning</a:t>
            </a:r>
          </a:p>
          <a:p xmlns:a="http://schemas.openxmlformats.org/drawingml/2006/main">
            <a:r>
              <a:t>- https://syunnjack.dev/articles/gym-lightning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https://github.com/syunnjack/gym-lightning</a:t>
            </a:r>
          </a:p>
          <a:p xmlns:a="http://schemas.openxmlformats.org/drawingml/2006/main">
            <a:r>
              <a:t>- https://syunnjack.dev/articles/gym-lightning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https://github.com/syunnjack/gym-lightning</a:t>
            </a:r>
          </a:p>
          <a:p xmlns:a="http://schemas.openxmlformats.org/drawingml/2006/main">
            <a:r>
              <a:t>- https://syunnjack.dev/articles/gym-lightning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https://github.com/syunnjack/gym-lightning</a:t>
            </a:r>
          </a:p>
          <a:p xmlns:a="http://schemas.openxmlformats.org/drawingml/2006/main">
            <a:r>
              <a:t>- https://syunnjack.dev/articles/gym-lightning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6b17764174c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ce6aad596c4ccd" /><Relationship Type="http://schemas.openxmlformats.org/officeDocument/2006/relationships/slideLayout" Target="/ppt/slideLayouts/slideLayout1.xml" Id="R570d1248fb6f48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70d1248fb6f48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568bda33e14578" /><Relationship Type="http://schemas.openxmlformats.org/officeDocument/2006/relationships/notesSlide" Target="/ppt/notesSlides/notesSlide1.xml" Id="Ra49cdf1aa01048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ac072948d4dbf" /><Relationship Type="http://schemas.openxmlformats.org/officeDocument/2006/relationships/notesSlide" Target="/ppt/notesSlides/notesSlide2.xml" Id="R996a040d329340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a528546694964" /><Relationship Type="http://schemas.openxmlformats.org/officeDocument/2006/relationships/notesSlide" Target="/ppt/notesSlides/notesSlide3.xml" Id="R26a198e4db914ad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f693f2e7074f9b" /><Relationship Type="http://schemas.openxmlformats.org/officeDocument/2006/relationships/notesSlide" Target="/ppt/notesSlides/notesSlide4.xml" Id="R3af12b19aebd4d0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740e2f2144a45" /><Relationship Type="http://schemas.openxmlformats.org/officeDocument/2006/relationships/notesSlide" Target="/ppt/notesSlides/notesSlide5.xml" Id="R9f28971afb7547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8372c95de452e" /><Relationship Type="http://schemas.openxmlformats.org/officeDocument/2006/relationships/notesSlide" Target="/ppt/notesSlides/notesSlide6.xml" Id="Rb28b22a58acd4b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5FDCB-E92B-4378-8601-670629F8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55C2A-3420-4A1F-9627-4448468E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3DBD07AE-62FD-462B-A3CF-0E9AA8D4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2ECFE4ED-0105-495E-866A-53023FDE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43923B1-55A1-4D7F-AE08-DA1F375E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Gym Lightningの技術解説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CB3423A7-FD3D-4390-89A2-B958350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430EAF19-36A0-431C-B5F9-9D4626EE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21282367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9C9D2-B861-44C6-9FEA-0048DBD6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E0BF5-31B2-40A7-A540-4859C9876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8B60BE83-470A-4434-8F5F-0FFCD346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AB2A5F1B-AFCB-4554-848B-58482D94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A3415A95-4A00-4DF9-8FF6-C773AC6D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0B1C90-E157-4407-8A37-8F54E241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2503E342-7CDA-4522-9502-141AC83E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Gym Lightningの設計と実装を記録したプロジェクト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1704334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6B23E-FE74-4864-8ABB-5DC2A3AE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191FC-4621-4C1E-939A-DF848BDF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472A0A78-2CDE-4C40-9975-30596576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CE0B0B01-3593-45A7-BE51-AAA3C53E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CA6BEA77-EC3F-41B8-AE82-5F88AB02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324AAC-B917-4CD1-A1F3-1817CA71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ED8439AF-0CED-4C49-93F0-8E5113F74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5397999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579F83-CAC7-4212-9D27-DF96196B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7F1D4-0EE4-4116-81FD-D6567838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887634DC-F722-4349-A3AD-36B43523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BAA6E838-1D3F-4B58-B4C9-FE8E5469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FD8D36F5-8D41-40B8-AA71-33279C83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7FBF7-CDA8-4E12-9C4C-A327B496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038C30CE-0816-4EBB-9F61-7074D1109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15858661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F331FE-C8FD-412E-847F-DAE793A9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6F80A-F1D2-4463-B2E4-E229361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A6B48B22-B88A-459E-89E6-D12A0749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F7F415B2-BBFC-43B5-B445-9606CA8B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557BD7E7-D5D4-40AE-9136-DAD61156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C467F-9E18-4AE1-9C11-BE6952A3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64D52F11-5BC1-419C-8025-975F1589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592317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0E327-849D-4B62-AF55-7BDCB972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31A8E-1372-49B2-AD4C-18821B7C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89ADDFDA-5091-4F68-A8A3-8A9029C52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ECF3FC58-7F36-4518-9E9B-5881CB27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1DA7190E-3C2B-49D6-AA58-FB0396D55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CAAB87-9F5B-4B77-B953-6A4CB853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B6A81333-2310-4A1E-8DC8-6A2A187F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https://syunnjack.dev/articles/gym-lightning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10297537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2026-08-15T06:41:41.9820000Z</dcterms:created>
  <dcterms:modified xsi:type="dcterms:W3CDTF">2026-08-15T06:41:41.9820000Z</dcterms:modified>
</coreProperties>
</file>