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92a4e9f94784d4e" /><Relationship Type="http://schemas.openxmlformats.org/officeDocument/2006/relationships/extended-properties" Target="/docProps/app.xml" Id="R096aa19360b84d73" /><Relationship Type="http://schemas.openxmlformats.org/officeDocument/2006/relationships/officeDocument" Target="/ppt/presentation.xml" Id="R3d97ce4784ca4d2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d2bbfa654b44f93"/>
  </p:sldMasterIdLst>
  <p:notesMasterIdLst>
    <p:notesMasterId xmlns:r="http://schemas.openxmlformats.org/officeDocument/2006/relationships" r:id="R78881c609aa54993"/>
  </p:notesMasterIdLst>
  <p:sldIdLst>
    <p:sldId xmlns:r="http://schemas.openxmlformats.org/officeDocument/2006/relationships" id="256" r:id="Rbc2784124b5842c1"/>
    <p:sldId xmlns:r="http://schemas.openxmlformats.org/officeDocument/2006/relationships" id="257" r:id="R1341fbb4ce24406d"/>
    <p:sldId xmlns:r="http://schemas.openxmlformats.org/officeDocument/2006/relationships" id="258" r:id="R2deaed2a9f334732"/>
    <p:sldId xmlns:r="http://schemas.openxmlformats.org/officeDocument/2006/relationships" id="259" r:id="R6672931a5b06488c"/>
    <p:sldId xmlns:r="http://schemas.openxmlformats.org/officeDocument/2006/relationships" id="260" r:id="Re539d763f0c04600"/>
    <p:sldId xmlns:r="http://schemas.openxmlformats.org/officeDocument/2006/relationships" id="261" r:id="R085eb8d1544a440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c08bd2681374984" /><Relationship Type="http://schemas.openxmlformats.org/officeDocument/2006/relationships/slideMaster" Target="/ppt/slideMasters/slideMaster1.xml" Id="R0d2bbfa654b44f93" /><Relationship Type="http://schemas.openxmlformats.org/officeDocument/2006/relationships/notesMaster" Target="/ppt/notesMasters/notesMaster1.xml" Id="R78881c609aa54993" /><Relationship Type="http://schemas.openxmlformats.org/officeDocument/2006/relationships/presProps" Target="/ppt/presProps.xml" Id="Reb8eda3ed0e749ec" /><Relationship Type="http://schemas.openxmlformats.org/officeDocument/2006/relationships/tableStyles" Target="/ppt/tableStyles.xml" Id="R0975e16b8b6e444d" /><Relationship Type="http://schemas.openxmlformats.org/officeDocument/2006/relationships/slide" Target="/ppt/slides/slide1.xml" Id="Rbc2784124b5842c1" /><Relationship Type="http://schemas.openxmlformats.org/officeDocument/2006/relationships/slide" Target="/ppt/slides/slide2.xml" Id="R1341fbb4ce24406d" /><Relationship Type="http://schemas.openxmlformats.org/officeDocument/2006/relationships/slide" Target="/ppt/slides/slide3.xml" Id="R2deaed2a9f334732" /><Relationship Type="http://schemas.openxmlformats.org/officeDocument/2006/relationships/slide" Target="/ppt/slides/slide4.xml" Id="R6672931a5b06488c" /><Relationship Type="http://schemas.openxmlformats.org/officeDocument/2006/relationships/slide" Target="/ppt/slides/slide5.xml" Id="Re539d763f0c04600" /><Relationship Type="http://schemas.openxmlformats.org/officeDocument/2006/relationships/slide" Target="/ppt/slides/slide6.xml" Id="R085eb8d1544a440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7bbbebc8a774cd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a70595bf2974686" /><Relationship Type="http://schemas.openxmlformats.org/officeDocument/2006/relationships/notesMaster" Target="/ppt/notesMasters/notesMaster1.xml" Id="Rf29fa0a764d142a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a69dfcd5f7b4f67" /><Relationship Type="http://schemas.openxmlformats.org/officeDocument/2006/relationships/notesMaster" Target="/ppt/notesMasters/notesMaster1.xml" Id="R5633dbf7020d452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89636e5e0c7480e" /><Relationship Type="http://schemas.openxmlformats.org/officeDocument/2006/relationships/notesMaster" Target="/ppt/notesMasters/notesMaster1.xml" Id="R74d035221e5c4d4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25f77eb0ca143ce" /><Relationship Type="http://schemas.openxmlformats.org/officeDocument/2006/relationships/notesMaster" Target="/ppt/notesMasters/notesMaster1.xml" Id="Rc69d76ccb562486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60c85eb62844f15" /><Relationship Type="http://schemas.openxmlformats.org/officeDocument/2006/relationships/notesMaster" Target="/ppt/notesMasters/notesMaster1.xml" Id="R7242ae48208649e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48e3db91edd4007" /><Relationship Type="http://schemas.openxmlformats.org/officeDocument/2006/relationships/notesMaster" Target="/ppt/notesMasters/notesMaster1.xml" Id="R38897e7fde034d0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今回は、Gym Lightningの技術構成を短く解説します。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https://github.com/syunnjack/gym-lightning</a:t>
            </a:r>
          </a:p>
          <a:p xmlns:a="http://schemas.openxmlformats.org/drawingml/2006/main">
            <a:r>
              <a:t>- https://syunnjack.dev/articles/gym-lightning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Gym Lightningの設計と実装を記録したプロジェクト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https://github.com/syunnjack/gym-lightning</a:t>
            </a:r>
          </a:p>
          <a:p xmlns:a="http://schemas.openxmlformats.org/drawingml/2006/main">
            <a:r>
              <a:t>- https://syunnjack.dev/articles/gym-lightning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主な技術は未分類です。役割を分け、保守しやすい構成を目指しています。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https://github.com/syunnjack/gym-lightning</a:t>
            </a:r>
          </a:p>
          <a:p xmlns:a="http://schemas.openxmlformats.org/drawingml/2006/main">
            <a:r>
              <a:t>- https://syunnjack.dev/articles/gym-lightning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リポジトリでは、主要なソースファイルを中心に実装を確認できます。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https://github.com/syunnjack/gym-lightning</a:t>
            </a:r>
          </a:p>
          <a:p xmlns:a="http://schemas.openxmlformats.org/drawingml/2006/main">
            <a:r>
              <a:t>- https://syunnjack.dev/articles/gym-lightning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直近のコミットでは、実装の見直しと継続的な改善が行われました。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https://github.com/syunnjack/gym-lightning</a:t>
            </a:r>
          </a:p>
          <a:p xmlns:a="http://schemas.openxmlformats.org/drawingml/2006/main">
            <a:r>
              <a:t>- https://syunnjack.dev/articles/gym-lightning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詳しい設計とコミット履歴は、技術ブログ積み上げログの記事で紹介しています。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https://github.com/syunnjack/gym-lightning</a:t>
            </a:r>
          </a:p>
          <a:p xmlns:a="http://schemas.openxmlformats.org/drawingml/2006/main">
            <a:r>
              <a:t>- https://syunnjack.dev/articles/gym-lightning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f8478b94e6462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2ddc51aef494d45" /><Relationship Type="http://schemas.openxmlformats.org/officeDocument/2006/relationships/slideLayout" Target="/ppt/slideLayouts/slideLayout1.xml" Id="R0729c7684a284d9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729c7684a284d9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d5f568b3a942d8" /><Relationship Type="http://schemas.openxmlformats.org/officeDocument/2006/relationships/notesSlide" Target="/ppt/notesSlides/notesSlide1.xml" Id="R0d403b1ec13f473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d5df3558184b8f" /><Relationship Type="http://schemas.openxmlformats.org/officeDocument/2006/relationships/notesSlide" Target="/ppt/notesSlides/notesSlide2.xml" Id="Rb84cdc4773da4a0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4b41c0e3de40d9" /><Relationship Type="http://schemas.openxmlformats.org/officeDocument/2006/relationships/notesSlide" Target="/ppt/notesSlides/notesSlide3.xml" Id="R85c3bc0a7751405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e94c2b28654fba" /><Relationship Type="http://schemas.openxmlformats.org/officeDocument/2006/relationships/notesSlide" Target="/ppt/notesSlides/notesSlide4.xml" Id="Rf62887fca0f843d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862dbcd4c0487d" /><Relationship Type="http://schemas.openxmlformats.org/officeDocument/2006/relationships/notesSlide" Target="/ppt/notesSlides/notesSlide5.xml" Id="R4df77a4f473d40f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aab44e33884bc6" /><Relationship Type="http://schemas.openxmlformats.org/officeDocument/2006/relationships/notesSlide" Target="/ppt/notesSlides/notesSlide6.xml" Id="Re3272035090d488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1A5424-6CDD-4ED9-895D-3B45AB503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E97734-4E06-4F01-8CF9-5446F21C1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0">
            <a:extLst xmlns:a="http://schemas.openxmlformats.org/drawingml/2006/main">
              <a:ext uri="{FF2B5EF4-FFF2-40B4-BE49-F238E27FC236}">
                <a16:creationId xmlns:a16="http://schemas.microsoft.com/office/drawing/2014/main" id="{97F383A0-1AE1-4859-BCA2-C20A2F5CD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0">
            <a:extLst xmlns:a="http://schemas.openxmlformats.org/drawingml/2006/main">
              <a:ext uri="{FF2B5EF4-FFF2-40B4-BE49-F238E27FC236}">
                <a16:creationId xmlns:a16="http://schemas.microsoft.com/office/drawing/2014/main" id="{A4CDAF7F-4AC2-41EC-A210-869E044D2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01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EC851E82-92CA-4A48-B7BC-6B65C6F38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002C22"/>
                </a:solidFill>
              </a:defRPr>
            </a:pPr>
            <a:r>
              <a:rPr sz="4350" b="1">
                <a:solidFill>
                  <a:srgbClr val="002C22"/>
                </a:solidFill>
              </a:rPr>
              <a:t>Gym Lightningの技術解説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AB2FD87F-56A9-4E0A-9087-F02BBB320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8953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7534D"/>
                </a:solidFill>
              </a:defRPr>
            </a:pPr>
            <a:r>
              <a:rPr sz="1875">
                <a:solidFill>
                  <a:srgbClr val="57534D"/>
                </a:solidFill>
              </a:rPr>
              <a:t>設計・実装・コミットから学ぶ短時間の技術解説</a:t>
            </a:r>
          </a:p>
        </p:txBody>
      </p:sp>
      <p:sp>
        <p:nvSpPr>
          <p:cNvPr id="7" name="language">
            <a:extLst xmlns:a="http://schemas.openxmlformats.org/drawingml/2006/main">
              <a:ext uri="{FF2B5EF4-FFF2-40B4-BE49-F238E27FC236}">
                <a16:creationId xmlns:a16="http://schemas.microsoft.com/office/drawing/2014/main" id="{FB334A71-642E-4E3C-8FFC-B45C60780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E9A00"/>
                </a:solidFill>
              </a:defRPr>
            </a:pPr>
            <a:r>
              <a:rPr sz="1500" b="1">
                <a:solidFill>
                  <a:srgbClr val="FE9A00"/>
                </a:solidFill>
              </a:rPr>
              <a:t>未分類</a:t>
            </a:r>
          </a:p>
        </p:txBody>
      </p:sp>
    </p:spTree>
    <p:extLst>
      <p:ext uri="{BB962C8B-B14F-4D97-AF65-F5344CB8AC3E}">
        <p14:creationId xmlns:p14="http://schemas.microsoft.com/office/powerpoint/2010/main" val="7816804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A01807-B89E-49A4-9CE1-D7D1EA4B1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BED91C-7929-4041-AB9A-31F90063E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1">
            <a:extLst xmlns:a="http://schemas.openxmlformats.org/drawingml/2006/main">
              <a:ext uri="{FF2B5EF4-FFF2-40B4-BE49-F238E27FC236}">
                <a16:creationId xmlns:a16="http://schemas.microsoft.com/office/drawing/2014/main" id="{3D2789A7-E9C5-4654-850B-7A9297D07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1">
            <a:extLst xmlns:a="http://schemas.openxmlformats.org/drawingml/2006/main">
              <a:ext uri="{FF2B5EF4-FFF2-40B4-BE49-F238E27FC236}">
                <a16:creationId xmlns:a16="http://schemas.microsoft.com/office/drawing/2014/main" id="{797A2F42-6C49-4333-980E-16660FA2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02</a:t>
            </a:r>
          </a:p>
        </p:txBody>
      </p:sp>
      <p:sp>
        <p:nvSpPr>
          <p:cNvPr id="5" name="title-1">
            <a:extLst xmlns:a="http://schemas.openxmlformats.org/drawingml/2006/main">
              <a:ext uri="{FF2B5EF4-FFF2-40B4-BE49-F238E27FC236}">
                <a16:creationId xmlns:a16="http://schemas.microsoft.com/office/drawing/2014/main" id="{F08C504A-3801-4DC8-99ED-8517E9F0C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このプロジェクトは何を解決する？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E828DD-348C-42C4-861C-76999C21B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1">
            <a:extLst xmlns:a="http://schemas.openxmlformats.org/drawingml/2006/main">
              <a:ext uri="{FF2B5EF4-FFF2-40B4-BE49-F238E27FC236}">
                <a16:creationId xmlns:a16="http://schemas.microsoft.com/office/drawing/2014/main" id="{5FCC7635-A56F-4AA2-8667-C604BF1E1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Gym Lightningの設計と実装を記録したプロジェクト</a:t>
            </a:r>
          </a:p>
        </p:txBody>
      </p:sp>
    </p:spTree>
    <p:extLst>
      <p:ext uri="{BB962C8B-B14F-4D97-AF65-F5344CB8AC3E}">
        <p14:creationId xmlns:p14="http://schemas.microsoft.com/office/powerpoint/2010/main" val="12928110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B04B72-BDCB-4EC4-8FFA-EFACE557A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1285BA-9649-4D9B-87B2-6424D9B83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2">
            <a:extLst xmlns:a="http://schemas.openxmlformats.org/drawingml/2006/main">
              <a:ext uri="{FF2B5EF4-FFF2-40B4-BE49-F238E27FC236}">
                <a16:creationId xmlns:a16="http://schemas.microsoft.com/office/drawing/2014/main" id="{D56B182A-DBB9-4C36-A21A-593E82121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2">
            <a:extLst xmlns:a="http://schemas.openxmlformats.org/drawingml/2006/main">
              <a:ext uri="{FF2B5EF4-FFF2-40B4-BE49-F238E27FC236}">
                <a16:creationId xmlns:a16="http://schemas.microsoft.com/office/drawing/2014/main" id="{C3DC5EF6-E3FE-4FBF-A17A-19CC51735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03</a:t>
            </a:r>
          </a:p>
        </p:txBody>
      </p:sp>
      <p:sp>
        <p:nvSpPr>
          <p:cNvPr id="5" name="title-2">
            <a:extLst xmlns:a="http://schemas.openxmlformats.org/drawingml/2006/main">
              <a:ext uri="{FF2B5EF4-FFF2-40B4-BE49-F238E27FC236}">
                <a16:creationId xmlns:a16="http://schemas.microsoft.com/office/drawing/2014/main" id="{74D9C8F6-3492-4434-833B-83299E2C2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技術スタック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5EEE26-1F27-45F3-84F1-3E9772820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2">
            <a:extLst xmlns:a="http://schemas.openxmlformats.org/drawingml/2006/main">
              <a:ext uri="{FF2B5EF4-FFF2-40B4-BE49-F238E27FC236}">
                <a16:creationId xmlns:a16="http://schemas.microsoft.com/office/drawing/2014/main" id="{A19DC4FD-84AA-477A-B3BF-C74605DD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主要技術：未分類</a:t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役割を分け、保守しやすい構成を目指しています。</a:t>
            </a:r>
          </a:p>
        </p:txBody>
      </p:sp>
    </p:spTree>
    <p:extLst>
      <p:ext uri="{BB962C8B-B14F-4D97-AF65-F5344CB8AC3E}">
        <p14:creationId xmlns:p14="http://schemas.microsoft.com/office/powerpoint/2010/main" val="129926562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96CEB5-656E-4C59-9E3E-6B6E9E20A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F3AE31-748B-4A21-B28E-18D71E0F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3">
            <a:extLst xmlns:a="http://schemas.openxmlformats.org/drawingml/2006/main">
              <a:ext uri="{FF2B5EF4-FFF2-40B4-BE49-F238E27FC236}">
                <a16:creationId xmlns:a16="http://schemas.microsoft.com/office/drawing/2014/main" id="{461D5DE9-69F8-4D8F-B000-7067F8247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3">
            <a:extLst xmlns:a="http://schemas.openxmlformats.org/drawingml/2006/main">
              <a:ext uri="{FF2B5EF4-FFF2-40B4-BE49-F238E27FC236}">
                <a16:creationId xmlns:a16="http://schemas.microsoft.com/office/drawing/2014/main" id="{EBBF2FCF-4BE7-44E7-88D8-33A1ACB52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04</a:t>
            </a:r>
          </a:p>
        </p:txBody>
      </p:sp>
      <p:sp>
        <p:nvSpPr>
          <p:cNvPr id="5" name="title-3">
            <a:extLst xmlns:a="http://schemas.openxmlformats.org/drawingml/2006/main">
              <a:ext uri="{FF2B5EF4-FFF2-40B4-BE49-F238E27FC236}">
                <a16:creationId xmlns:a16="http://schemas.microsoft.com/office/drawing/2014/main" id="{EFC501A7-B281-4546-A8ED-B9B8C3EAA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リポジトリの読みどころ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66BBC4-8F6F-465E-9CAF-83038576F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3">
            <a:extLst xmlns:a="http://schemas.openxmlformats.org/drawingml/2006/main">
              <a:ext uri="{FF2B5EF4-FFF2-40B4-BE49-F238E27FC236}">
                <a16:creationId xmlns:a16="http://schemas.microsoft.com/office/drawing/2014/main" id="{5F159F40-3F90-484B-95FA-74551EC77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公開コード、README、コミット履歴から設計判断を確認できます。</a:t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主なファイル：主要なソースファイル</a:t>
            </a:r>
          </a:p>
        </p:txBody>
      </p:sp>
    </p:spTree>
    <p:extLst>
      <p:ext uri="{BB962C8B-B14F-4D97-AF65-F5344CB8AC3E}">
        <p14:creationId xmlns:p14="http://schemas.microsoft.com/office/powerpoint/2010/main" val="78827350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BA1C3F-4CF8-445A-8C4C-F8323C8E9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16CCF6-F762-41DE-B3A7-190C46020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4">
            <a:extLst xmlns:a="http://schemas.openxmlformats.org/drawingml/2006/main">
              <a:ext uri="{FF2B5EF4-FFF2-40B4-BE49-F238E27FC236}">
                <a16:creationId xmlns:a16="http://schemas.microsoft.com/office/drawing/2014/main" id="{9320A6F0-0AC2-4431-B773-0B771B9E5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4">
            <a:extLst xmlns:a="http://schemas.openxmlformats.org/drawingml/2006/main">
              <a:ext uri="{FF2B5EF4-FFF2-40B4-BE49-F238E27FC236}">
                <a16:creationId xmlns:a16="http://schemas.microsoft.com/office/drawing/2014/main" id="{88FE9C9A-A0D3-45C3-8140-345F2D8BD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05</a:t>
            </a:r>
          </a:p>
        </p:txBody>
      </p:sp>
      <p:sp>
        <p:nvSpPr>
          <p:cNvPr id="5" name="title-4">
            <a:extLst xmlns:a="http://schemas.openxmlformats.org/drawingml/2006/main">
              <a:ext uri="{FF2B5EF4-FFF2-40B4-BE49-F238E27FC236}">
                <a16:creationId xmlns:a16="http://schemas.microsoft.com/office/drawing/2014/main" id="{11E01D7E-9010-4708-9153-F2B6EA53C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コミットから分かる改善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80A133-138A-430B-8998-5DBF73439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4">
            <a:extLst xmlns:a="http://schemas.openxmlformats.org/drawingml/2006/main">
              <a:ext uri="{FF2B5EF4-FFF2-40B4-BE49-F238E27FC236}">
                <a16:creationId xmlns:a16="http://schemas.microsoft.com/office/drawing/2014/main" id="{F3978F44-A190-4319-BBD5-28E5C168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直近のコミットでは、実装の見直しと継続的な改善が行われました。</a:t>
            </a:r>
          </a:p>
        </p:txBody>
      </p:sp>
    </p:spTree>
    <p:extLst>
      <p:ext uri="{BB962C8B-B14F-4D97-AF65-F5344CB8AC3E}">
        <p14:creationId xmlns:p14="http://schemas.microsoft.com/office/powerpoint/2010/main" val="189295594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AE4755-B7D8-4B2C-9093-BDF12FC93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3F811E-24C8-476C-B763-BA5D50C1F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5">
            <a:extLst xmlns:a="http://schemas.openxmlformats.org/drawingml/2006/main">
              <a:ext uri="{FF2B5EF4-FFF2-40B4-BE49-F238E27FC236}">
                <a16:creationId xmlns:a16="http://schemas.microsoft.com/office/drawing/2014/main" id="{A07A43AC-2932-4538-BE16-4E2F19025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5">
            <a:extLst xmlns:a="http://schemas.openxmlformats.org/drawingml/2006/main">
              <a:ext uri="{FF2B5EF4-FFF2-40B4-BE49-F238E27FC236}">
                <a16:creationId xmlns:a16="http://schemas.microsoft.com/office/drawing/2014/main" id="{A5DAC82E-DBFA-4AF8-8509-6545BE2D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06</a:t>
            </a:r>
          </a:p>
        </p:txBody>
      </p:sp>
      <p:sp>
        <p:nvSpPr>
          <p:cNvPr id="5" name="title-5">
            <a:extLst xmlns:a="http://schemas.openxmlformats.org/drawingml/2006/main">
              <a:ext uri="{FF2B5EF4-FFF2-40B4-BE49-F238E27FC236}">
                <a16:creationId xmlns:a16="http://schemas.microsoft.com/office/drawing/2014/main" id="{DE349035-F8C2-4CA9-8C19-FD39C8CDD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詳しくは積み上げログへ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308C08-BF35-427F-B0D6-ACF8164D1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5">
            <a:extLst xmlns:a="http://schemas.openxmlformats.org/drawingml/2006/main">
              <a:ext uri="{FF2B5EF4-FFF2-40B4-BE49-F238E27FC236}">
                <a16:creationId xmlns:a16="http://schemas.microsoft.com/office/drawing/2014/main" id="{707C87C4-2CDD-4AF0-ACB7-378189EF4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記事： https://syunnjack.dev/articles/gym-lightning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学び、作り、振り返る開発記録。</a:t>
            </a:r>
          </a:p>
        </p:txBody>
      </p:sp>
    </p:spTree>
    <p:extLst>
      <p:ext uri="{BB962C8B-B14F-4D97-AF65-F5344CB8AC3E}">
        <p14:creationId xmlns:p14="http://schemas.microsoft.com/office/powerpoint/2010/main" val="5349228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2026-08-15T01:06:05.2580000Z</dcterms:created>
  <dcterms:modified xsi:type="dcterms:W3CDTF">2026-08-15T01:06:05.2600000Z</dcterms:modified>
</coreProperties>
</file>