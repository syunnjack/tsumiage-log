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9067BC-959E-F991-0694-9C8286C368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9C3407D-E69F-DC19-E7B6-F28277DE0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8C463E-6A88-819D-2C28-35A33A79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A8C9D0-E287-A188-43C3-938E2D87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8C3AA9-7FED-C399-273E-44FB6517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98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0048D9-14A4-96CD-48FB-F62518AC6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2F31FE-5A51-314A-59FE-8FF04A8A4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E914DB-14A7-560F-7AC9-0D62F56DD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8FB38B-CED2-53A0-6537-2D8F58EC3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5FBA5D-364A-AECA-87D9-AA4E2CE47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185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6AAA45-D909-692D-3314-8FC80D591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D2E229-2761-2F42-2C14-F933A43DD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107BA3-D88E-ED30-4A95-C517863F9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95AD15-229B-2375-B9B1-E5CC15BD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9B1EC3-D26A-14B8-87F3-B96627C0B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5619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3A31AF-AC53-344A-5498-8C33E069B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04D432-DBB3-51D9-2B53-9FC6A8B59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DD5B0F-76D7-1E0C-F2ED-74A47CF22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3B782F7-28D2-E0BC-371E-F8DF0148D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0AB464-A512-8956-544A-DF3E4313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5C5040-F802-46ED-9B67-7D52B98E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17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9BDD4F-2A87-CB98-EC84-E97EBDC5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476D08-A5A6-D307-08A8-7C8ED7640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5B086D6-E4DC-F0B0-3131-457F0ABFD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C7F4326-940C-4942-20BB-3DC90513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684F363-3387-CFCF-74C1-43B26A5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204385-CE9C-4955-B292-DA52932E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EE7ABDD-8809-979A-C1A2-BB7D73909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D1B3C46-7F62-D9F5-2010-0023B7A8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843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667A01-BB69-5968-B0C6-CBEC3E718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6CE0424-DAF2-076E-1135-DC50FE31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FE31172-7F4F-663A-7A35-49462F74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D0C027-9E84-8FC4-37BC-E48BD2F0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291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2A33196-B6A2-0DB8-72CB-F3B0BE7E9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E3225C0-645C-518B-FB8F-7AC4045A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585BB77-5E0B-C133-18DA-E84A08BAC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770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050398-BF80-613E-C992-AC005F08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9DCEE9-A979-B2EC-36B0-97481B839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702F588-9143-8EE3-6B2E-DCAC3F81B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D0F1E7-E591-554F-321A-61F5C511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AC66AC-A35F-1F57-9411-DBE694E7E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94FDCE-8C04-5420-5F60-96B506DF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4829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C00179-749D-AF3F-C017-1A0D858B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BE3B1E2-8236-DE14-B6F0-29FF6C268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DE27A4-FE4D-3CAA-BD57-B1482B03C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B14479-9BF7-0F81-2769-C5D1832B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60B46E-6157-6D40-6483-F07A918A4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F3F30D-3498-2559-3715-572BF57B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330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B2A4F-ECA6-2D22-B8E7-999F7EC9C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290D4FF-9F1A-BDBE-5988-B683ABB0F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BC8CFF-2479-F29A-D7CE-D9F47827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FF5F77-5B62-9C17-BA12-9D2E3027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CC6FFC-D3C8-1A15-7456-975B3FBA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30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8C4A40-6607-30BE-ADEB-1D6D78359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B9823D-9CF6-37B1-09C6-B82CDB9BA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9A94EB-6318-CE47-6CD8-AC934B3F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39E8B09-788E-E5DB-D22A-F6AE0E57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C7D27A-04DA-D74F-1EF5-225D0F36E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4843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47FC45-6745-2ACD-396C-F90AFE5F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C6E850-2D66-263E-1C93-5354A281C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C164F0-0D6B-D8CE-2159-9AFE48648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4B534-BFFE-470C-9B0C-27419DE961B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ADED4A-044D-4DB5-CAA7-273FD1807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BF2213-7EFC-3CF4-5B63-EF1CCF052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B0818-224C-4B82-94AC-1BF6F60DC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3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DBD3F90-C3A4-2039-2B74-4D3B7221E57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FC46E8-E828-869C-6F24-233D60B29E5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Miseoshi App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28FDAF-F31E-DFD5-CB43-707805DAB1B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45D1D8-E117-AE10-B70F-4EBE5DFE432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B540949-2E58-605E-3326-B0515A834B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55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DFEFE0-E549-9710-5F8C-0DA009C90FD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E956D6-07F1-D295-5AD6-D66D7C914D5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BFFAE17-3EC8-1854-B70C-9D4C1A06BA9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miseoshi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お店とファンが来店後もつながる、業態横断型のモバイル会員アプリ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MVP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9171A7-8F56-C919-A7FE-47B4E14403F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E5B21D1-3BEA-1405-E9D6-24F3BE2FC4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238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6071BF-2286-A6C9-B1E3-295BBF282F4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0CC7D4-262E-6E87-8E11-C316FD5A537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AE4056-602C-B14C-D52B-8F799F915A0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F25479-97BF-3817-7633-DBA9FFD907D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56C9708-FA1D-80FF-AC2C-7C4EC29D7A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7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9B9930-0DFA-0566-3F50-7E12262062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D557AD-95E4-9182-27FF-2C12036B58C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974431-F3B9-7D2B-3868-25D461D9541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28A375-43CF-8913-1C5B-469096A41CC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53E89FD-9551-4584-D47B-AD8EDCCAC7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AF5400C-0FC7-1899-943E-88B43D849FE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1D4FA67-3774-CF7D-E3AB-F68ACA5C257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01C1A1-D866-0A73-9C33-74B1789989F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1D7543-9BBB-9BC7-5372-9F1709929A1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F57D54F2-444A-23F0-6F26-C66389262B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44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FAA122-4ED4-3A77-7494-ABBE0FB356F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5AC6B6-F036-E91C-B877-3BA98C70DFB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1DD194-0C15-800D-020A-BA67EC48F10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https://syunnjack.dev/articles/miseoshi-app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30C80FB-E2EE-D0E5-F885-7426F5B2EC3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38695C5-5F3B-800B-7F7A-9A32E5811D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27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2026-07-30T11:11:06Z</dcterms:created>
  <dcterms:modified xsi:type="dcterms:W3CDTF">2026-07-30T11:11:06Z</dcterms:modified>
</cp:coreProperties>
</file>