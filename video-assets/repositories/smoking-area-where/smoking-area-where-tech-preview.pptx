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5c0158257145ea" /><Relationship Type="http://schemas.openxmlformats.org/officeDocument/2006/relationships/extended-properties" Target="/docProps/app.xml" Id="R8fb85fc6991f4cd5" /><Relationship Type="http://schemas.openxmlformats.org/officeDocument/2006/relationships/officeDocument" Target="/ppt/presentation.xml" Id="R92cfa65b90d040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d5ce0f0a4d4aba"/>
  </p:sldMasterIdLst>
  <p:notesMasterIdLst>
    <p:notesMasterId xmlns:r="http://schemas.openxmlformats.org/officeDocument/2006/relationships" r:id="Ra3aec63ff17841f1"/>
  </p:notesMasterIdLst>
  <p:sldIdLst>
    <p:sldId xmlns:r="http://schemas.openxmlformats.org/officeDocument/2006/relationships" id="256" r:id="R66be3271021f4649"/>
    <p:sldId xmlns:r="http://schemas.openxmlformats.org/officeDocument/2006/relationships" id="257" r:id="R35851860cc0a4fca"/>
    <p:sldId xmlns:r="http://schemas.openxmlformats.org/officeDocument/2006/relationships" id="258" r:id="R9475e01443904925"/>
    <p:sldId xmlns:r="http://schemas.openxmlformats.org/officeDocument/2006/relationships" id="259" r:id="Rfeb27783b1c6448d"/>
    <p:sldId xmlns:r="http://schemas.openxmlformats.org/officeDocument/2006/relationships" id="260" r:id="R65725c71a3c84867"/>
    <p:sldId xmlns:r="http://schemas.openxmlformats.org/officeDocument/2006/relationships" id="261" r:id="R0c0d1f2139f941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3b74882cf24d16" /><Relationship Type="http://schemas.openxmlformats.org/officeDocument/2006/relationships/slideMaster" Target="/ppt/slideMasters/slideMaster1.xml" Id="Rcfd5ce0f0a4d4aba" /><Relationship Type="http://schemas.openxmlformats.org/officeDocument/2006/relationships/notesMaster" Target="/ppt/notesMasters/notesMaster1.xml" Id="Ra3aec63ff17841f1" /><Relationship Type="http://schemas.openxmlformats.org/officeDocument/2006/relationships/presProps" Target="/ppt/presProps.xml" Id="R801e4dc1811d4951" /><Relationship Type="http://schemas.openxmlformats.org/officeDocument/2006/relationships/tableStyles" Target="/ppt/tableStyles.xml" Id="R3d00cf92cb6e4510" /><Relationship Type="http://schemas.openxmlformats.org/officeDocument/2006/relationships/slide" Target="/ppt/slides/slide1.xml" Id="R66be3271021f4649" /><Relationship Type="http://schemas.openxmlformats.org/officeDocument/2006/relationships/slide" Target="/ppt/slides/slide2.xml" Id="R35851860cc0a4fca" /><Relationship Type="http://schemas.openxmlformats.org/officeDocument/2006/relationships/slide" Target="/ppt/slides/slide3.xml" Id="R9475e01443904925" /><Relationship Type="http://schemas.openxmlformats.org/officeDocument/2006/relationships/slide" Target="/ppt/slides/slide4.xml" Id="Rfeb27783b1c6448d" /><Relationship Type="http://schemas.openxmlformats.org/officeDocument/2006/relationships/slide" Target="/ppt/slides/slide5.xml" Id="R65725c71a3c84867" /><Relationship Type="http://schemas.openxmlformats.org/officeDocument/2006/relationships/slide" Target="/ppt/slides/slide6.xml" Id="R0c0d1f2139f941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32520e34c848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eaedb8115e441b" /><Relationship Type="http://schemas.openxmlformats.org/officeDocument/2006/relationships/notesMaster" Target="/ppt/notesMasters/notesMaster1.xml" Id="R2d4259e2a0f342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2a316cb92b40c6" /><Relationship Type="http://schemas.openxmlformats.org/officeDocument/2006/relationships/notesMaster" Target="/ppt/notesMasters/notesMaster1.xml" Id="R5b9c508ffc4341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f26bb9c033423b" /><Relationship Type="http://schemas.openxmlformats.org/officeDocument/2006/relationships/notesMaster" Target="/ppt/notesMasters/notesMaster1.xml" Id="Rf9c18520c7704d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a6d69857d74881" /><Relationship Type="http://schemas.openxmlformats.org/officeDocument/2006/relationships/notesMaster" Target="/ppt/notesMasters/notesMaster1.xml" Id="R31f6b6aa02b141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ee9940ec1a4d30" /><Relationship Type="http://schemas.openxmlformats.org/officeDocument/2006/relationships/notesMaster" Target="/ppt/notesMasters/notesMaster1.xml" Id="Rf3472a3675634d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592bd5696f4196" /><Relationship Type="http://schemas.openxmlformats.org/officeDocument/2006/relationships/notesMaster" Target="/ppt/notesMasters/notesMaster1.xml" Id="Rb50d49634e414d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今回は、Smoking Area Whereの技術構成を短く解説します。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https://github.com/syunnjack/smoking-area-where</a:t>
            </a:r>
          </a:p>
          <a:p xmlns:a="http://schemas.openxmlformats.org/drawingml/2006/main">
            <a:r>
              <a:t>- https://syunnjack.dev/articles/smoking-area-where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Smoking Area Whereは、Blade、PHP、JavaScriptを中心に設計・実装したプロジェクトです。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https://github.com/syunnjack/smoking-area-where</a:t>
            </a:r>
          </a:p>
          <a:p xmlns:a="http://schemas.openxmlformats.org/drawingml/2006/main">
            <a:r>
              <a:t>- https://syunnjack.dev/articles/smoking-area-where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主な技術はBlade・PHP・JavaScript・CSS・Procfileです。役割を分け、保守しやすい構成を目指しています。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https://github.com/syunnjack/smoking-area-where</a:t>
            </a:r>
          </a:p>
          <a:p xmlns:a="http://schemas.openxmlformats.org/drawingml/2006/main">
            <a:r>
              <a:t>- https://syunnjack.dev/articles/smoking-area-where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リポジトリでは、Procfile、README.md、appを中心に実装を確認できます。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https://github.com/syunnjack/smoking-area-where</a:t>
            </a:r>
          </a:p>
          <a:p xmlns:a="http://schemas.openxmlformats.org/drawingml/2006/main">
            <a:r>
              <a:t>- https://syunnjack.dev/articles/smoking-area-where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直近のコミットでは、新機能の追加と実装強化が行われました。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https://github.com/syunnjack/smoking-area-where</a:t>
            </a:r>
          </a:p>
          <a:p xmlns:a="http://schemas.openxmlformats.org/drawingml/2006/main">
            <a:r>
              <a:t>- https://syunnjack.dev/articles/smoking-area-where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https://github.com/syunnjack/smoking-area-where</a:t>
            </a:r>
          </a:p>
          <a:p xmlns:a="http://schemas.openxmlformats.org/drawingml/2006/main">
            <a:r>
              <a:t>- https://syunnjack.dev/articles/smoking-area-where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e2d5069cc740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d06970d4b744a8" /><Relationship Type="http://schemas.openxmlformats.org/officeDocument/2006/relationships/slideLayout" Target="/ppt/slideLayouts/slideLayout1.xml" Id="R742965ba44c14e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2965ba44c14e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5e8fdd4e140ef" /><Relationship Type="http://schemas.openxmlformats.org/officeDocument/2006/relationships/notesSlide" Target="/ppt/notesSlides/notesSlide1.xml" Id="Rfaa2da623ae146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8cf783ae241d2" /><Relationship Type="http://schemas.openxmlformats.org/officeDocument/2006/relationships/notesSlide" Target="/ppt/notesSlides/notesSlide2.xml" Id="R57d236a594dd47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d74bb6ccd430c" /><Relationship Type="http://schemas.openxmlformats.org/officeDocument/2006/relationships/notesSlide" Target="/ppt/notesSlides/notesSlide3.xml" Id="R197a336cb2d34c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ad4bea2264020" /><Relationship Type="http://schemas.openxmlformats.org/officeDocument/2006/relationships/notesSlide" Target="/ppt/notesSlides/notesSlide4.xml" Id="R5fd713b5e6b943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db80418994998" /><Relationship Type="http://schemas.openxmlformats.org/officeDocument/2006/relationships/notesSlide" Target="/ppt/notesSlides/notesSlide5.xml" Id="R06e3b7d9779041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f6eb785fc48d8" /><Relationship Type="http://schemas.openxmlformats.org/officeDocument/2006/relationships/notesSlide" Target="/ppt/notesSlides/notesSlide6.xml" Id="R079b6cda5ae847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F69D3-FE31-4F4F-9607-7E4EFF43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CDFF8-BA53-481B-BC81-6358B263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D8D12DE6-474B-4F13-AE54-A3503A93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5AECB7A5-3072-4DE4-8788-562C653A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F49CD2E-A7B2-442E-A830-8300E4A8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Smoking Area Whereの技術解説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5ADE2BD4-51F5-4DFB-83B3-F3D20B4C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63471E09-10B6-41BF-96AD-E2C7FF43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Blade・PHP・JavaScript・CSS・Procfile</a:t>
            </a:r>
          </a:p>
        </p:txBody>
      </p:sp>
    </p:spTree>
    <p:extLst>
      <p:ext uri="{BB962C8B-B14F-4D97-AF65-F5344CB8AC3E}">
        <p14:creationId xmlns:p14="http://schemas.microsoft.com/office/powerpoint/2010/main" val="13832875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563F8-7CBF-408B-BF6C-0CF82C28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9BE3D-CB86-4F59-8F29-3E807BF1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7516BFB6-0D3D-4351-B649-441E9B2F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4F4CB30E-4B4E-4B9E-B741-0154AC85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E3A287D5-C656-4D30-9969-C941B4AA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3DBD2-81FC-41C4-8444-9DBAFFDD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E93E0537-9B10-4F7D-BECD-3DA808C2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Smoking Area Whereは、Blade、PHP、JavaScriptを中心に設計・実装したプロジェクトです。</a:t>
            </a:r>
          </a:p>
        </p:txBody>
      </p:sp>
    </p:spTree>
    <p:extLst>
      <p:ext uri="{BB962C8B-B14F-4D97-AF65-F5344CB8AC3E}">
        <p14:creationId xmlns:p14="http://schemas.microsoft.com/office/powerpoint/2010/main" val="6986261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7109E-9812-4D62-B1A1-3CBAC06C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41223-C360-4424-8C26-FE938B9C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9D598964-2F13-4087-B2CF-12605F09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B6796A05-40EC-4566-BC63-361127BF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42990E85-524C-445E-8791-D7D81F25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1CE50-A8D8-41FA-8E63-4D98CFA1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2977F151-82C2-4735-ACE7-6341844E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主要技術：Blade・PHP・JavaScript・CSS・Procfile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9358128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27426-FB7F-40AA-A6A7-84FF0B23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571D6-25B7-46ED-985E-8C2D005D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F903B5B8-2750-4468-BAAA-212E362A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EBA15186-2367-4316-998C-2EAE040F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DDB62DFB-74AC-4BED-9D98-30FBFEEF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B96F1-F854-4C7E-8DD2-5129C3E5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59E10003-6899-4356-8A8A-3A3378DD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主なファイル：Procfile、README.md、app</a:t>
            </a:r>
          </a:p>
        </p:txBody>
      </p:sp>
    </p:spTree>
    <p:extLst>
      <p:ext uri="{BB962C8B-B14F-4D97-AF65-F5344CB8AC3E}">
        <p14:creationId xmlns:p14="http://schemas.microsoft.com/office/powerpoint/2010/main" val="337837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D5C72-C1D2-4C76-977F-CF98189F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A8CB0-D8E1-40BA-B152-E8B500D7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5A847256-F99F-4EB9-84E9-B02AF16C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F9BD6132-FEA4-491B-85A4-E97D231F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4B632179-5D62-40BE-82A9-2EF39205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1E86E-237D-4A42-B991-75253A0A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3FCFBEEB-4303-4E80-9A78-87C8D452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直近のコミットでは、新機能の追加と実装強化が行われました。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20294615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27002-5DD5-473F-BCA1-AD8592A2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3C4B8-79FD-4D77-9655-C30D89FE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C2273FE7-EF64-4504-8182-95553985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7D7E3D85-07C1-472A-971A-2519DC7A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0B26356E-633E-4B40-A464-4E398323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4D383-4786-4F9C-BD7A-0F91A79A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15F374A0-E4E4-4602-B751-74570AF7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https://syunnjack.dev/articles/smoking-area-where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2339437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2026-08-12T15:37:36.5940000Z</dcterms:created>
  <dcterms:modified xsi:type="dcterms:W3CDTF">2026-08-12T15:37:36.5950000Z</dcterms:modified>
</coreProperties>
</file>