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FC4AEB-6A93-1856-A792-5BF31F846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25C6619-7558-0FC2-526F-FA7333311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1E520B-5289-F5E3-D288-CCCA1B035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7AAA8A-101D-789C-712D-E16DC6AA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B8BCF6-B499-E396-9231-E0B39DA2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02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AC9CE2-5B8C-97D4-9AF4-5CFCD718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6DB0E8-5549-D2FA-BC5A-FA0D7C5BE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C3686D-D07B-79D4-3D02-8D03754F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1CBE68-777E-C0DF-CB22-4D48D7D8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FF6C58-B141-53B7-0044-C6199D2A5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454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18674-36DF-741D-37EC-4C058C7B2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A5932E-CF3E-5696-4D1A-940EC877E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A92EFC-3EA8-5C18-16A1-4F5F8AD79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3C6F54-25D1-11D9-8A82-8F459740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759C5C-D8A0-E327-490D-1E4BD3D3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6326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CCE2FD-994E-339A-11A8-1BD9A3C7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6A6EF0-ADE9-A2C9-169E-A3158E350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7C6BCC4-E48C-4F5C-A498-9F35DB9EE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08B764-771B-FC4E-0F68-0C0F0406F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8D2582-B6D6-A7B5-330B-6F9CEFDC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40A071-05BE-0881-ABC9-0281AB9C0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91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2756A-2D9F-DB49-B5F3-126D1EA2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F1550D-27CE-EB9B-167F-E793BF19D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31888B-F90D-222C-1DCC-0F665AD01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22199C-0637-49E1-0235-C66EABD24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30EB90-464F-4D66-04B4-E119C483E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95BDB40-8D07-BE4C-D7BD-6BFE3716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F09C396-28F3-1EBE-48FF-B6F24F2C3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8413EAA-DD69-B184-B663-5EA99CFB5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721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01406C-C81B-75D1-323E-F6EFE0DD5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2066E5-9A9D-48D1-5DF3-161E82D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87B612-6188-CD2D-0184-A03A258E3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F6F7E4-76B7-45DF-1648-59B011D0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0601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CC41ED7-5670-3776-5C09-61B7A006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A364D1C-7B87-3350-BA4B-48DB392FC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899933-A8B9-4107-11EE-D6DF421E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21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E4F51D-AA91-64D2-C259-7537FAC8A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E93D72-365E-ED6B-583C-B16E2AC99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B7270E-A744-C0D6-D614-0BFBACEF7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AB3C56-33AE-E2FF-2C2F-CCBE6DC6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E5EC7E-B3DB-048A-CBC8-471B09112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AAF0AB-87B2-4E67-0CC9-9D6BC24E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07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586745-4AB1-23CA-41D4-B0A23059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7E35E58-4924-8218-75A3-2054A54FF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A24060-5242-1DBE-10FB-04012057F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2B638D-9DD0-8EAD-3C5D-12D2C7210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AB0C2A-42AC-7D91-B0FC-2E0C2BD7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AD20A4-A5B9-EFDD-D4CD-6B76F265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0175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9550F3-19C6-E192-BF5E-4BA5FDA6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14DF0D-5450-C415-73A0-73A80E44D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038786-8379-EBC7-9EE6-0E2F6828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CD45DA-F4FB-9078-4084-4BFC3536B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CEE5CD-CA9C-DE30-7C94-D340D0B4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32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F968072-2518-D5CA-F34A-A486ABA93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168B38-5013-9EC6-E729-268ED8367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DE2FFE-C6B9-1360-9DF8-5B4FF7BB8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9029EB-320A-9F4F-80F8-EB4B56E7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43DCE5-1F4F-B3A6-6911-F24A8DD5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300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219EF6D-3910-BA4F-4C57-767A33F0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7FB14F-3128-800B-79B3-68CCA79A7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CADC8D-348D-C1FB-0E50-527FF9E054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3D321-9D72-4F5C-805B-BCC046E366F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274E58-4EBD-B295-89B3-5C5AC73DD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E947DC-E5F4-2BA6-6FFF-5F4F3040D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0496C-795B-448C-A3CC-3E5AB02010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29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4A38ED-56FC-2CA2-6625-3B333FDA82B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5D783D-60AC-0AE4-19AD-227C342ED19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Choice Compass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9C02BE-6755-A611-F3A5-A4334721C33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976023-F586-8D33-4BA9-ECFF83635DB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F938625-2C71-375E-426A-ABEE94E2DA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24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29B5F4-D989-C08F-5CEF-FF26F9562C4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6401E6-DECF-FC61-720B-0E35F81D154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CFD3A9-97B1-9DF4-22B7-025EC7C0DFD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Choice Compass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6FCE10A-4DC4-769B-714E-60060ADB648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EB11E2B-2E05-1602-DE91-B782851C1B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67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DC37100-BF18-F99D-4FD8-9C9C1807414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E8BEFF-3F91-8E4E-0F70-0CF983CEF2C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DD6A82F-A7D4-C8C7-EAE9-A7B9D1B90F5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D0CC472-4FB8-C2C0-04A5-154342E43FB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F9053FA-F8C9-4317-89EB-D16E9C58C2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14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7CE91E-E966-C1D6-20B5-8DDCAA9D8AA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8E6148-E5DB-C92A-509E-053995A5B16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61D0B57-6AB9-26F5-758F-AA0322A1449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21CDD7-27F5-D113-9364-BFF66CB24BA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F749B4D-B21D-C3DA-E0C7-C954935903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244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068D7B-BFD7-9636-5AD3-25F28686AD1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DC7A46-E800-4587-E8F1-8476E7F3650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84C265-5622-CB16-E6CE-73B430A9180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3C39F9-CAA6-9DFD-2A04-AE0AE5C61E1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C4EA7C0-F94B-0D49-E15A-3CDA5E1033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16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9391AA-876D-3A1B-0BA7-6CD3EEB7B45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278D041-8326-0774-24E2-2783C9A3FBA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FA08C4-09EC-1E27-505A-826FB9575CD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https://syunnjack.dev/articles/choice-compass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FC9FFF-16A6-D1BD-9F28-D155BE3EC6F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BDF79AA-FBBF-D9F8-2B1A-7C61B1097A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4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2026-07-30T11:15:37Z</dcterms:created>
  <dcterms:modified xsi:type="dcterms:W3CDTF">2026-07-30T11:15:37Z</dcterms:modified>
</cp:coreProperties>
</file>