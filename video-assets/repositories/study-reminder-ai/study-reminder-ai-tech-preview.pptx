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D1BBF5-AF07-9EA8-D284-6139A2548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3BA2FB-8E9C-F925-0558-292212234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83A618-3F23-56EA-0A3B-25F5ECDF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451EF9-70A2-3C30-5CB4-36FA06C8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519902-1342-3644-E92D-08D0BC71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805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143EC1-6623-8800-F98E-DE7D2FC9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063019-C7CC-CCB6-446F-95BCEEC4B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E0BCEB-B583-E51D-E7F9-2B155718B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EEB27B-C709-1B3D-B499-51BB42C3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F5AF6A-C1C8-169E-573D-51BCA990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61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F9825D-9882-C809-D4AC-F4AA1E539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9F7203-34A0-7B71-8E11-4C3F72C29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E1D4C6-4B71-B403-1A9F-65E18400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9CBEE4-5430-B4C2-E98F-3CDA85C1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578CA3-588E-F20B-F6CA-E1981BF6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9621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DFABC0-2484-AD89-72B9-F62CCB6A1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5F105B-037A-CB77-F961-C3DCC1D42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12EFCD-8FE5-5E92-D68B-D1DA24DEA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2DF0A6-7465-E38B-0D4C-903FF191A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4B79E4-FF29-F231-A753-D011C3F0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22A9CD-34E2-A454-63B1-2AB38D98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1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6600F4-1EC8-C5FF-EB2E-95805D778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61E36F-61D6-3B46-892B-A502CDDAB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25B00F8-3547-3632-A089-7BFDE9EB6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24FA199-E8A5-AEC8-B92C-4938C75955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F7489B-F468-46F4-5D1C-59D80E836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F8267B0-E698-623E-3D2D-FF6BEFB8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C9E3681-1B99-3A14-F4AE-24D1ED33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7941A4-F244-A18A-6F98-37A4113C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07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AF14D-44A7-1B00-16EC-9CE9A1EA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E1CD8CF-153A-F4CF-FA46-98480DAFA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FBF79E-62D6-315B-5895-9D8DAC5F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A21ED97-5595-CD17-BDD1-993B8D34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00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BC30A56-A486-E416-0100-F6416043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63C5302-0DC3-B671-B23A-DE5FDFF60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9A592A9-CE0A-F12B-FABC-0CD2BF81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52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FC1D30-7E59-794C-A282-981FB94F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66798E-2702-C682-686B-9F209B5CD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536DFC-383A-4626-1B49-232C0F2ED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5DD940-C81A-C07C-E708-A3C1F877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AEBAB1-6190-BDC0-9B92-C118F6CB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BC38D2-0871-24A7-3A3A-051981A7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587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13964-728C-7E2D-661B-B74E84A0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F6D0E92-051F-FF8C-A392-33539BE36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1EE929-598D-F136-6B58-789E55011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9C385E-2695-2189-4434-2392DDCEF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68972B-6641-630E-2C0E-27ED26A42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497F30-C5B5-1D03-E981-6EE441B3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24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742764-08D3-57AD-0B30-67115801E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29AE7F-DA38-B164-861C-0151AA0F2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D3AA67-8613-3E49-B285-814255C6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612500-D220-9BEA-EEE1-731A1351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BF84EC-F213-410E-F238-11599173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43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84B6347-8CE9-D942-D4F6-02105B3C6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89FD8C-A054-E283-9C10-1895AA0F5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A1CF08-9B0A-34E6-FA35-50C37E07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559448-0B8F-D149-351B-32D86589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56D5D5-D875-EAD4-2729-65BE5907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710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59B559F-FAB8-7454-A924-24FF1192F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C9C1AF-24DA-2958-915F-63A644C79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BCAFE2-79DD-43CF-F83A-319AA0403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3EAE5-BCC3-44E8-A4A9-507A19F8838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B6C441-9713-AB27-4728-0F615F8ED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1AD105-908F-BC0C-42B6-43FB0DC83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D5B9E-33E3-4401-B5F2-B5E32A6F96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40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1F3CEEF-372B-A092-6B62-CCB72B2566C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21BC7E3-2F31-F412-5CBD-18ACDEC5FF3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Study Reminder Ai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5DEC96-8B9C-2886-D9C1-2A24A1EBF23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5BE0AE8-A994-52AF-C410-9EFD59F1EBD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3BAE6F78-B9DD-2257-E00F-2B265088CC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22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0A49526-6443-A03A-3856-58629ACDDDC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BB2C43-00C0-9071-D621-5DF1E8F4E80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70DB6A-BEF9-4B98-BEF7-BBCB7614175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Study Reminder AI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資格試験の一問一答・学習リマインド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study reminder ai Domain candidates Confirmed domain: studyreminder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4122C8-3F56-CCE9-35E0-32E8294C5B9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3A6A9A7C-4160-6126-0980-35D45592F6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349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93E68C-CE35-F5C6-3CE2-390D6CABEEC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02CE5F-1FF1-6796-57CC-770557351D6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04E12A-C848-D7BF-F844-FEF30408743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6D9A699-1B8D-F84D-EB7F-ED8531ABD4A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A8B9458-A194-D174-F1FF-C21CD5A5F1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85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4AC724-BF1F-5D4C-4650-EFDD7C34A5D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A144D9-5931-F959-B2F6-A9A2CA7CC77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4ABD143-DEB3-1BC9-5D81-FEE83C79647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3ECC8E4-656A-1F37-55FA-520A598DCC7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7F38C78-6FCA-B87D-544C-4936CB445F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7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C8434BF-E30D-12C2-A993-70C4296B372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FC8493-24E6-B58F-B54D-0D506E342D2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EAA3F8-37AA-58A9-0D1B-F4799072541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225C43-2E12-9EF5-374C-1F6234ED5FE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B8CB94C1-FB3A-9CEB-C8E3-306FA47B68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328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E5124D-55F0-50B8-F94F-F48CCF303A8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5EA2A9C-28BC-0726-1B8F-800FABED938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F34917-2DC5-4EFB-3E81-86ADBBEED55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https://syunnjack.dev/articles/study-reminder-ai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116FC9-1396-AF95-D0A9-CC69DB65168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B3A3FEF-FF0E-373E-F7F3-43DFEE0024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05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2026-07-30T11:34:11Z</dcterms:created>
  <dcterms:modified xsi:type="dcterms:W3CDTF">2026-07-30T11:34:11Z</dcterms:modified>
</cp:coreProperties>
</file>