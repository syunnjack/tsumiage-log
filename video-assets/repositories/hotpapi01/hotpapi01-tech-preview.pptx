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802045-85EB-D9D3-2833-9834F1AFB1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5741435-0A92-D010-CC72-8CD364F29B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ED6AB9-7889-D495-475F-2EC2467D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B3AB71-E836-82C8-18FF-B913B694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9E6905-B991-9308-14AD-227104A39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29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BCAFDE-ECA7-1EE6-0866-426C9E1B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F7439-8D69-7C46-9B72-090EA5970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FE6B20-C591-F4CF-A7E2-337655362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B14826-C1B5-0AB7-1309-2E7BD10C1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6323D-B308-EA80-64F9-9D8ECCDD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4170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41367A-CC4C-76E9-323F-02DD9D012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540D1F-F22C-BD88-CECD-1BA005CABF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30773D-CD1E-1EA8-5D96-F97181243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A206176-C551-D568-4B3A-4E78D026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CF292-9B56-B03D-4179-BC34DC6D4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872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1ED3D6-EC73-4A81-1F4A-F6A42FEC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ADBDE5-88DF-CCE2-712E-EFA8EC5DF4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EA12772-B881-0057-9503-A4334AA37C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F9E157-F21F-C8C3-36A8-C09E86DF1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01C808D-F9BA-795D-A9F9-A1F3F499E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EEB47F1-108E-EA8B-CB6E-EDB180F14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8456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7AE673-98C7-C653-7E92-6A9851D3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791036-A431-CF45-7B5A-7314294F9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42269F-EB85-8541-9C4D-3CDB35C08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D583FD0-3559-FEC0-964C-0F81FBACF2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4F3202C-F294-B00B-0C82-33853D3D20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2DFB202-86FB-9EB1-BBCE-D75B1C3C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FCC9F62-86FE-C28F-48FC-B1D805E2C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F1FD415-6331-85FA-E4CC-808F789F1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8167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0E1913-5948-AEC5-82CE-192E9F184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455BC25-DB4E-DCC5-DEDD-9E8B50D32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2C76B9A-8199-9331-6A72-57C1EC313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414555B-9682-295D-674A-EE8BE8BE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444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A2CCC98-0009-6A67-116B-1BDB649C6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E06BEAD-93D9-A0A3-C4CF-6043C6681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FE567B4-9AFF-F929-CE63-F50C8556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0106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8D7254-1D9C-B203-5949-ED2404F2C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AF4BB0-398B-944F-DA59-C32F81A19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8B3461-A04B-087E-D37B-96C9C77F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66918A3-98D1-8FD0-5874-C8AC65DD9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289D56-C64A-FED8-254A-BF5A95D91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844AD0-AD1B-1790-DFCA-4347AA2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778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1303B6-2D4D-18E4-9F06-C39182791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E83F24A-F74A-BAAD-6240-A12204BF36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4C6A07-14E4-ACCD-BAEA-B89150756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79F4392-453B-59D6-CAA4-0C441E9A4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22AC7E-9A11-70A7-2DEC-B84573047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B051D0B-2182-2D7F-2CBE-0F8D67378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3410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C5EB94-BABD-C772-858E-30E2714B6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F33CB7-1CD3-DE90-F17D-7D21CC67E0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ADEC19-DF06-661F-0434-21DA5B672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7FFDB1-6C8B-D34C-5D01-7FEE44C42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56E32C-D1F2-1F50-C8D7-9A91C4F4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7227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8DE2BC-70BC-78A9-030A-153BE0CE38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25E983-3095-DC72-4F9A-0BC32C8F1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A59ADF-D31F-04A5-B1DE-E16D724E7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0A99524-135B-025A-E782-A24D62DCE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095785-9787-5B7E-FC6F-227C8555B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9641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659F855-F114-9E07-2647-9BBF4EC1A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3CD4FB6-8804-4724-258F-BB8150CE5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40220-10D0-32C6-9F6B-33C8F90D3D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E45F56-CE77-4E74-8606-E77503B817B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E55801-955D-7FFA-612E-5A8850704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AD0264-0DE0-66AE-0830-1930EB5B0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C0EA4-A78B-42AF-AA75-2A56FB8ECF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14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0F9909-F6E9-34B2-D65E-CE5F2B41742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CFC28EF-B41A-969E-F3A3-617E38532F2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HotpAPI01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D26912E-B48E-1986-3102-7BB7E8C342C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4F2F78-CFB8-1E4A-3FD9-70608BC6A12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C8616E7-54B9-1691-1EB9-01CD086365B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624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5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844AFA-BEEB-CC36-9115-9ECE4BC3A2F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DBA0B3-7B22-3CCB-50AA-869FF81C7E0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493716-A48E-66CA-01E9-F159F455665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HotpAPI01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275EB2-7B43-7E4D-A7A9-DC9D4EC7169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66D7EF0-2048-CC63-6141-137320D2C7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319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FD6C93-6861-2751-4CFF-57E65B7E599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AD5CBF8-4135-0765-7502-7C506D096F5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70E56DB-A08F-48EE-54BE-28FED9F3F9D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C#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BAF5D3-7ACA-17C9-30CE-25D7532C40F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AA5CA01-CD78-7E91-8070-9F396E3DB62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12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8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DCC928A-2FE6-099D-5796-DE2FA76230E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1D92EE-0B8E-B2D7-1797-1B0B7DA9F1E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33208B-D33D-A3E0-2D74-AD7A5C5FBA3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hotpAPI01.sln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hotpAPI01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D99A25-7C6A-B439-96FD-38086F2B3F1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CA31BD1-4D73-5440-2B5B-935F124390C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1061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2AA9EA-9829-D6F5-A482-800BDCA0DD3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711E395-A283-E02D-7625-02FFD679773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098E50-4565-5AE8-DEA6-27578836EB5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直近のコミットでは、不具合修正と安定性向上が行われました。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8A4CD4-7B8B-8375-0318-635723C568A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FC57A62-B5EA-2DE7-91BD-D39C02A82E9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0262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B026F30-3E47-0BF4-8A2C-A5F86FD3443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DFF4154-675D-8622-C7F7-D8DDEEF5288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A02B94-BF48-D166-0459-B5862C6EEEED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https://syunnjack.dev/articles/hotpapi01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26027D-CEA8-8FBD-0898-D3EB56BC377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017E1B5-F600-B0BB-B80C-BD052DF03FB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2046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2026-07-30T12:20:26Z</dcterms:created>
  <dcterms:modified xsi:type="dcterms:W3CDTF">2026-07-30T12:20:27Z</dcterms:modified>
</cp:coreProperties>
</file>