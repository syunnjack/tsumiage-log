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03a5e333884964" /><Relationship Type="http://schemas.openxmlformats.org/officeDocument/2006/relationships/extended-properties" Target="/docProps/app.xml" Id="Ra79aa25424e04ffb" /><Relationship Type="http://schemas.openxmlformats.org/officeDocument/2006/relationships/officeDocument" Target="/ppt/presentation.xml" Id="R6de1e15c894541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2d5d4f2e0d4cae"/>
  </p:sldMasterIdLst>
  <p:notesMasterIdLst>
    <p:notesMasterId xmlns:r="http://schemas.openxmlformats.org/officeDocument/2006/relationships" r:id="R711d5d51fb0c49b0"/>
  </p:notesMasterIdLst>
  <p:sldIdLst>
    <p:sldId xmlns:r="http://schemas.openxmlformats.org/officeDocument/2006/relationships" id="256" r:id="R8e04adfdaf554d4f"/>
    <p:sldId xmlns:r="http://schemas.openxmlformats.org/officeDocument/2006/relationships" id="257" r:id="R9d87b6b82bea4b28"/>
    <p:sldId xmlns:r="http://schemas.openxmlformats.org/officeDocument/2006/relationships" id="258" r:id="R76800665dee34ae1"/>
    <p:sldId xmlns:r="http://schemas.openxmlformats.org/officeDocument/2006/relationships" id="259" r:id="Rc7fff6885686442b"/>
    <p:sldId xmlns:r="http://schemas.openxmlformats.org/officeDocument/2006/relationships" id="260" r:id="R6f7b75b919c349ca"/>
    <p:sldId xmlns:r="http://schemas.openxmlformats.org/officeDocument/2006/relationships" id="261" r:id="Rd38a9cf8a95c44c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a04d9681ba493a" /><Relationship Type="http://schemas.openxmlformats.org/officeDocument/2006/relationships/slideMaster" Target="/ppt/slideMasters/slideMaster1.xml" Id="R492d5d4f2e0d4cae" /><Relationship Type="http://schemas.openxmlformats.org/officeDocument/2006/relationships/notesMaster" Target="/ppt/notesMasters/notesMaster1.xml" Id="R711d5d51fb0c49b0" /><Relationship Type="http://schemas.openxmlformats.org/officeDocument/2006/relationships/presProps" Target="/ppt/presProps.xml" Id="R2089c8d20a5148c1" /><Relationship Type="http://schemas.openxmlformats.org/officeDocument/2006/relationships/tableStyles" Target="/ppt/tableStyles.xml" Id="Rd4f30261fe2544c1" /><Relationship Type="http://schemas.openxmlformats.org/officeDocument/2006/relationships/slide" Target="/ppt/slides/slide1.xml" Id="R8e04adfdaf554d4f" /><Relationship Type="http://schemas.openxmlformats.org/officeDocument/2006/relationships/slide" Target="/ppt/slides/slide2.xml" Id="R9d87b6b82bea4b28" /><Relationship Type="http://schemas.openxmlformats.org/officeDocument/2006/relationships/slide" Target="/ppt/slides/slide3.xml" Id="R76800665dee34ae1" /><Relationship Type="http://schemas.openxmlformats.org/officeDocument/2006/relationships/slide" Target="/ppt/slides/slide4.xml" Id="Rc7fff6885686442b" /><Relationship Type="http://schemas.openxmlformats.org/officeDocument/2006/relationships/slide" Target="/ppt/slides/slide5.xml" Id="R6f7b75b919c349ca" /><Relationship Type="http://schemas.openxmlformats.org/officeDocument/2006/relationships/slide" Target="/ppt/slides/slide6.xml" Id="Rd38a9cf8a95c44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4ea80c66f944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d8dbf953ca459d" /><Relationship Type="http://schemas.openxmlformats.org/officeDocument/2006/relationships/notesMaster" Target="/ppt/notesMasters/notesMaster1.xml" Id="R6e24f75b30d94d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bd30e864734292" /><Relationship Type="http://schemas.openxmlformats.org/officeDocument/2006/relationships/notesMaster" Target="/ppt/notesMasters/notesMaster1.xml" Id="Rd6dfdd0fe17c46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6963feb2de41a5" /><Relationship Type="http://schemas.openxmlformats.org/officeDocument/2006/relationships/notesMaster" Target="/ppt/notesMasters/notesMaster1.xml" Id="Rf26c6ff7c9eb4a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732b379a8d48fa" /><Relationship Type="http://schemas.openxmlformats.org/officeDocument/2006/relationships/notesMaster" Target="/ppt/notesMasters/notesMaster1.xml" Id="R0a1cd1c4119f4b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10286310f34570" /><Relationship Type="http://schemas.openxmlformats.org/officeDocument/2006/relationships/notesMaster" Target="/ppt/notesMasters/notesMaster1.xml" Id="R8cde98e305d443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2886800a3f4d62" /><Relationship Type="http://schemas.openxmlformats.org/officeDocument/2006/relationships/notesMaster" Target="/ppt/notesMasters/notesMaster1.xml" Id="Rc8c314df4e3943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今回は、HotpAPI01の技術構成を短く解説します。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https://github.com/syunnjack/hotpAPI01</a:t>
            </a:r>
          </a:p>
          <a:p xmlns:a="http://schemas.openxmlformats.org/drawingml/2006/main">
            <a:r>
              <a:t>- https://syunnjack.dev/articles/hotpapi01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HotpAPI01の設計と実装を記録したプロジェクト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https://github.com/syunnjack/hotpAPI01</a:t>
            </a:r>
          </a:p>
          <a:p xmlns:a="http://schemas.openxmlformats.org/drawingml/2006/main">
            <a:r>
              <a:t>- https://syunnjack.dev/articles/hotpapi01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主な技術はC#です。役割を分け、保守しやすい構成を目指しています。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https://github.com/syunnjack/hotpAPI01</a:t>
            </a:r>
          </a:p>
          <a:p xmlns:a="http://schemas.openxmlformats.org/drawingml/2006/main">
            <a:r>
              <a:t>- https://syunnjack.dev/articles/hotpapi01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リポジトリでは、主要なソースファイルを中心に実装を確認できます。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https://github.com/syunnjack/hotpAPI01</a:t>
            </a:r>
          </a:p>
          <a:p xmlns:a="http://schemas.openxmlformats.org/drawingml/2006/main">
            <a:r>
              <a:t>- https://syunnjack.dev/articles/hotpapi01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直近のコミットでは、実装の見直しと継続的な改善が行われました。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https://github.com/syunnjack/hotpAPI01</a:t>
            </a:r>
          </a:p>
          <a:p xmlns:a="http://schemas.openxmlformats.org/drawingml/2006/main">
            <a:r>
              <a:t>- https://syunnjack.dev/articles/hotpapi01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https://github.com/syunnjack/hotpAPI01</a:t>
            </a:r>
          </a:p>
          <a:p xmlns:a="http://schemas.openxmlformats.org/drawingml/2006/main">
            <a:r>
              <a:t>- https://syunnjack.dev/articles/hotpapi01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fd626467894d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7512bda6964247" /><Relationship Type="http://schemas.openxmlformats.org/officeDocument/2006/relationships/slideLayout" Target="/ppt/slideLayouts/slideLayout1.xml" Id="Re2355f2df24b42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355f2df24b42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278f12a3004002" /><Relationship Type="http://schemas.openxmlformats.org/officeDocument/2006/relationships/notesSlide" Target="/ppt/notesSlides/notesSlide1.xml" Id="R026e3755b6fc4c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2dd3d739e4cdb" /><Relationship Type="http://schemas.openxmlformats.org/officeDocument/2006/relationships/notesSlide" Target="/ppt/notesSlides/notesSlide2.xml" Id="R7c1ac6a9b1cb49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0a639ff704562" /><Relationship Type="http://schemas.openxmlformats.org/officeDocument/2006/relationships/notesSlide" Target="/ppt/notesSlides/notesSlide3.xml" Id="R769a81a52c534b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e66d412114915" /><Relationship Type="http://schemas.openxmlformats.org/officeDocument/2006/relationships/notesSlide" Target="/ppt/notesSlides/notesSlide4.xml" Id="R29d4396d064b48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a6c7c84424ed0" /><Relationship Type="http://schemas.openxmlformats.org/officeDocument/2006/relationships/notesSlide" Target="/ppt/notesSlides/notesSlide5.xml" Id="R801128708c4544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e96e299725492a" /><Relationship Type="http://schemas.openxmlformats.org/officeDocument/2006/relationships/notesSlide" Target="/ppt/notesSlides/notesSlide6.xml" Id="R1017a915561544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C96F6C-C755-4C24-A27C-254622A2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411C5F-EDC9-447F-93EE-5806F9AE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59659A68-BB8A-48F4-8F4C-156DE0A8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4CDBED6C-CFAD-4624-BBB4-AAD0D17C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B6DA91B-A3D3-4DCF-9BDD-D64D316F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HotpAPI01の技術解説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CA3FCF96-37F2-436D-82B4-961A3BFF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AF353FFD-A6DA-4D5B-901F-755456E0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C#</a:t>
            </a:r>
          </a:p>
        </p:txBody>
      </p:sp>
    </p:spTree>
    <p:extLst>
      <p:ext uri="{BB962C8B-B14F-4D97-AF65-F5344CB8AC3E}">
        <p14:creationId xmlns:p14="http://schemas.microsoft.com/office/powerpoint/2010/main" val="9080365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4B8232-AECD-45EE-A6FE-589529E1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AB3055-E1A7-4B90-8AAE-D5BCF7D6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47F8BB13-F409-4C64-9DDA-5D918035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F1DBFB52-3F8A-4DE7-8958-59C931DE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B83CE26C-E2AD-486B-94CD-0D831943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0369B-290A-483F-B7E8-A71C4001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0EA9553E-78B5-4CB3-9574-378527A5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HotpAPI01の設計と実装を記録したプロジェクト</a:t>
            </a:r>
          </a:p>
        </p:txBody>
      </p:sp>
    </p:spTree>
    <p:extLst>
      <p:ext uri="{BB962C8B-B14F-4D97-AF65-F5344CB8AC3E}">
        <p14:creationId xmlns:p14="http://schemas.microsoft.com/office/powerpoint/2010/main" val="11401858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7A7053-D9E8-4972-B09A-F69DEB1C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22279B-A62E-4584-B8E2-E6AFDB75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23186ED3-C1AA-4A64-A533-4B1D37D7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23CC2EB1-0DE7-4CF5-9A7C-DA98ECEE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2A9442C0-0B70-403A-AA26-C1FBA7F2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147D00-197E-4E8E-9E2F-3ADF6417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7A65D5F2-2D78-4CA7-BC9D-376A1FF7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主要技術：C#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10133162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637CEB-1A03-4FC9-8683-CF7C7979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6CA710-E799-4EE7-9D96-A44EE34D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5D12771B-9BFD-4DB7-80C6-AB40BC6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A41C6975-1FBB-4EE4-BDCA-FE93631E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2094F61A-E948-45D6-9C0A-71D927BC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A5C9A3-0899-448B-8FFD-7FAA65A4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AC9FDE70-0B5D-44EE-8B70-0BC81DE0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主なファイル：主要なソースファイル</a:t>
            </a:r>
          </a:p>
        </p:txBody>
      </p:sp>
    </p:spTree>
    <p:extLst>
      <p:ext uri="{BB962C8B-B14F-4D97-AF65-F5344CB8AC3E}">
        <p14:creationId xmlns:p14="http://schemas.microsoft.com/office/powerpoint/2010/main" val="13975921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0773E-4832-49F0-A35D-26CBA418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367DC7-AAD7-4252-9464-90F8E44D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3DD94E11-6B3F-4AB3-BFB0-F5DC1072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719664C9-F8F3-4DDA-91D9-337DCFCD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474E5FF2-75B2-40B6-9042-516EEE93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B45DD0-CA7D-4FFA-BEE5-7F4BB39E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446727E6-33EF-4CED-943F-E6FBB5FC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直近のコミットでは、実装の見直しと継続的な改善が行われました。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15799504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23464C-F1B9-44C4-B76D-F4069351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81C8D-E5AF-4129-B7F0-CB81692B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F05C9CB8-5355-454A-AC8B-93E879E3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1435FF9F-456D-4843-B6EB-0E790745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FCDC63DD-E480-40C0-A312-17A66EE0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A849A-4E65-4CE4-8C87-0B295275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4BBE44DF-F4A0-4246-B5DB-A6F33625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https://syunnjack.dev/articles/hotpapi01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6758664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2026-08-12T15:26:18.9960000Z</dcterms:created>
  <dcterms:modified xsi:type="dcterms:W3CDTF">2026-08-12T15:26:18.9960000Z</dcterms:modified>
</coreProperties>
</file>