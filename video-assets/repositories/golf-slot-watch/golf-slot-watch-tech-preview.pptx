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0CA74F-77C4-0DFC-EBA6-4BD6D6745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6AA1D3E-562D-E245-2B49-B706FA3A8B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AB1EFB-2732-4C56-BF49-DAFF67768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3E876-12E6-481F-AFC2-4CDD1ED7560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416661-083B-1FF8-F1A2-414F5602A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DFE31A-C066-0C2E-1E64-1ED529241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395C7-852E-49DF-A71F-C4CC8EDD2D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441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2C9A3F-F90C-DC6E-C45A-C550E1C6F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7BF149-57F7-D67A-87A3-AE73C9E56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1C1982-4E15-E058-75FD-F180BB9F5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3E876-12E6-481F-AFC2-4CDD1ED7560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71F6E7-B043-FF1A-CA0C-83FB06E93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7AE915-90BB-380F-3958-5FF3F9D1C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395C7-852E-49DF-A71F-C4CC8EDD2D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0299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AEE531-A691-54A6-7B92-B6A1F2300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377F84-03F6-E40D-CCAA-EFF8F5B93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09B2A4-B0EB-6348-B6C1-8F76D7120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3E876-12E6-481F-AFC2-4CDD1ED7560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7F77EF-6A1C-E30D-201E-CBB115594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834799-2C3D-F301-1B4F-2FCC42B80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395C7-852E-49DF-A71F-C4CC8EDD2D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2365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8A4F2D-8701-9AE5-4AB0-BDAF4F118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A1E0B5-AD4C-C040-9675-D5A480A3E8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4E16F18-2050-B3F4-F4C8-201AAE5386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1E7528B-2D57-3265-B60E-8E9F53566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3E876-12E6-481F-AFC2-4CDD1ED7560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91FDBF-6713-C53E-7351-343E760F5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55A28CE-6A87-65DE-5059-597DAE005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395C7-852E-49DF-A71F-C4CC8EDD2D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959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C9972C-B271-A6C5-B368-15F71FC44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CF13A66-83C2-F53D-BE41-E91937E96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3E4F0EC-33C8-E011-153C-00BDDACFD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04050F7-0DF5-7767-2479-613BCCCF0B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6361290-DE77-AEA1-9175-EA9010FC56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A4CE3B3-AF3F-05D0-ACB6-D489DE0E2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3E876-12E6-481F-AFC2-4CDD1ED7560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A56E1DA-4F94-3E37-E26D-52A30310E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FE0BF86-BD32-7DA7-1429-E4A7B7C9E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395C7-852E-49DF-A71F-C4CC8EDD2D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2946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51A308-DE99-3326-0A71-93A7F2684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358B89D-4E7B-B52F-290D-15D835A9B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3E876-12E6-481F-AFC2-4CDD1ED7560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A6AC4AC-646B-33CD-CBA5-47652BACE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7C41163-CD0B-C6A5-B908-25A3AB180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395C7-852E-49DF-A71F-C4CC8EDD2D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6891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006D14E-5944-E4C2-C41B-3BC2BF792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3E876-12E6-481F-AFC2-4CDD1ED7560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09D2AC2-399F-1385-787A-FC49CDFC8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8CCCCE-65B8-0FE8-E36F-CDA9A4B09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395C7-852E-49DF-A71F-C4CC8EDD2D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074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DDF2C0-FE33-B1CA-3146-F71702FC9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831D051-3599-F2AB-6F3F-D5A769228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2178E30-1F66-BDA9-4479-DD496ADD0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E5AE541-092A-5308-EBF3-DF78F2E63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3E876-12E6-481F-AFC2-4CDD1ED7560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21C777C-A76A-5079-DE5E-1E90CC78F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9548526-ED2B-A0DB-446D-C9DAF0959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395C7-852E-49DF-A71F-C4CC8EDD2D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5419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D4E887-C63F-F1C2-D43D-3E625D18A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E5D68B6-D881-FD53-DF13-FCE89B297C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733A1D-E36E-9E97-8183-E267A9E3FD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0EA35BB-4563-1672-1FEE-1A61C0AE5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3E876-12E6-481F-AFC2-4CDD1ED7560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66E88DF-5986-0795-3CE2-9C28EBB4B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BC65FE7-CB88-6514-EC26-1333908B9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395C7-852E-49DF-A71F-C4CC8EDD2D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9843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CF3024-D2EE-AC0E-715A-3AB05015C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0A86716-66F0-9D7E-448C-B702C2AEB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2E3517-8750-11D4-0718-468E5CC94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3E876-12E6-481F-AFC2-4CDD1ED7560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7F0631-414C-913D-BD03-19C35C92D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651AE6-C1D4-1061-C0C3-A20CC59C8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395C7-852E-49DF-A71F-C4CC8EDD2D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9388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B40BE29-0196-69AF-D2E8-A5FD430111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041669E-0BC0-B779-BE36-9FDD8A4092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7727F2-6DF2-F95C-B08C-2FA9DE36B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3E876-12E6-481F-AFC2-4CDD1ED7560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0E941F-98AA-660C-5494-BC65D36BB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62630E-13E7-C137-7D60-C4BA01998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395C7-852E-49DF-A71F-C4CC8EDD2D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2800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3124C4B-39B3-73EA-288A-EA9E0A06B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8110B66-7A38-35AE-4FC6-C97B5434B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C113C1-F0C9-F3BB-2937-B3A47F7157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3E876-12E6-481F-AFC2-4CDD1ED7560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5C6C82-3947-66A1-5EC9-BEFC56C92C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8908C7-2C0A-4F88-DFC4-97B2FF44A2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395C7-852E-49DF-A71F-C4CC8EDD2D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8120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013501B-958D-556D-55CB-CE92B2943B2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E54A8B0-693C-ECB5-2268-95B6A2946B1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Golf Slot Watch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AAD0461-0EC8-0989-B708-37A08BB31BE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51EC80B-7DC4-943D-9EF4-C6E6D1FD568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5312B5F1-B163-6F30-23F1-BDF927AD6FB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885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9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ABD0EAC-53D8-D323-F16B-77A13FAD66D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344F0EC-CD28-CC46-2858-7FE1FB75175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41708C3-0D06-FA8E-FE83-3E6D94775FA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Golf Slot Watch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ゴルフ場空き枠・安値・天気通知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golf slot watch Domain candidates Confirmed domain: golfslot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740288F-FA50-9E78-842A-F4B46DF81B7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AC39BA42-28B9-8301-648B-54E0471E474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005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7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9C758A1-E60F-1629-B6DE-172AB5E4046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E55D7B2-B79B-6A70-4E14-A9F0757020E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F3E5627-6A3A-5BA9-F3BD-C7C6ABA70B61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D908545-B405-928D-8352-078FE4702FF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99B4192B-4860-59EF-22EB-050FDA99A8F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194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789B435-E899-8B1F-ABD4-7F18CF475AB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93FDFA7-2D4E-A79B-918E-184D06C1262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7946C7C-C17E-B4D3-C2BB-8606AD9ADE0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EAFA794-087A-FB3A-1C91-79236B7DBFF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64D0811F-FED2-15B8-09A7-C34DEF4265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866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8310FA6-14F8-F0E9-50F2-7E490B7C444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2152D5F-293C-EA57-7253-3C6D3435558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7FE06D7-96D9-DBAD-1237-5B0F4826F3B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2464F02-942F-8851-75D3-6D049F18DFF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4C9A40BC-ED72-83FA-9AFD-F4EE6604B9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930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9760285-8DDF-0426-E4E0-2131E87AD13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09F49A9-D10C-433C-02CA-8B4ABCED82C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352BA24-9CC3-645F-36CD-0E16EFD31FAB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https://syunnjack.dev/articles/golf-slot-watch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9B4AD0F-5985-42F6-ED76-A747921089F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11AF5F0E-C290-775C-7476-BDF63A0F692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102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2026-07-30T11:39:30Z</dcterms:created>
  <dcterms:modified xsi:type="dcterms:W3CDTF">2026-07-30T11:39:31Z</dcterms:modified>
</cp:coreProperties>
</file>