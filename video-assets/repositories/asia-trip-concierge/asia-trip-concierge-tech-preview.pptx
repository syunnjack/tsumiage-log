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C288E7-A404-ACE3-E62F-5D837E8E7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82D8205-D7B7-71A0-6B78-FC87B3117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C1EF15-F0E6-E48B-CF65-8AB12274E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6ECF-70C3-4720-9FAD-C606738E0B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6C48AE-5B94-F537-7759-A161FD9B4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0E8EED-70D1-8EAB-4D47-990022E8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E0-3434-4105-ABB8-872BEE615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8223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FDC23C-315A-49FA-1017-4AD6D09C1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04DB42-4325-6417-659C-14C02166D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EB0862-B19C-8FB0-8F83-1BAF63FCC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6ECF-70C3-4720-9FAD-C606738E0B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565266-7C8F-DAC3-6A60-4EA76D1A5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CE9223-7618-6AA5-3F73-6D21F9CF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E0-3434-4105-ABB8-872BEE615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8761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D04D98-A529-AD19-53A5-45031579D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28C484-A5CE-3528-4BF4-D2DDBFD52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80A22B-0770-B72A-8BC7-0E9438A9F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6ECF-70C3-4720-9FAD-C606738E0B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F6E036-BA71-4606-B673-CF9ABA9F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B81FBE-8ACC-AF24-1AA8-2AAC1C3C3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E0-3434-4105-ABB8-872BEE615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973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95218F-51C9-3014-6D76-A1A455B5E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FFB634-8EEF-1058-FE98-27989D8DE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60F5779-E50E-3C6D-E5F7-3C40C8174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7434C6E-F07C-21EC-6F17-021114A47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6ECF-70C3-4720-9FAD-C606738E0B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DCDE68-9533-D4AA-EBA3-354BE4720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8C8EF2-22F5-272F-1056-298D6A4B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E0-3434-4105-ABB8-872BEE615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775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78DAF4-D359-E5E3-B409-9C96F41EF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0C5E25-D369-6F3C-EABD-B03D01139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DC04ED3-34A6-94DC-BD40-57DBCC6358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3025EE-A9FC-AE10-0041-31FB4596B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C7F0B2B-B06E-4D67-8C89-D4D87D7EF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9EDC5D2-7E03-B7CE-58DF-C67518AFA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6ECF-70C3-4720-9FAD-C606738E0B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C9FA29E-DB6B-EE68-DCA7-A668E0685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B275F73-2E9D-7659-C812-53EAED11D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E0-3434-4105-ABB8-872BEE615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6751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92D7CF-9689-61E5-9A93-1634A36F1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485A39C-D2B5-74A3-9888-96D6E5D3D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6ECF-70C3-4720-9FAD-C606738E0B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1603244-7A5F-897E-B0F8-83E3EFFCD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6A95A0F-C88D-2D05-EC6B-A2E83ADC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E0-3434-4105-ABB8-872BEE615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541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48AD77F-2FF9-1E26-F7E7-CE1C43BEA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6ECF-70C3-4720-9FAD-C606738E0B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4B72A6B-2F1B-7435-442B-AA56E7A8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DD0251-13DF-2746-2580-E378B212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E0-3434-4105-ABB8-872BEE615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124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5328FE-4D28-0A0A-8D5E-96B1B4854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00838F-5449-17C1-D989-791788FE9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11A930-5F91-915F-7007-A0DDC5DBA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EBC62E-68E6-1C9A-AD4D-BCA384EDB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6ECF-70C3-4720-9FAD-C606738E0B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CF1E5F-FBBD-157D-ED80-7742BB5C2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170D2D-212F-EDA3-8302-AA8D2D091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E0-3434-4105-ABB8-872BEE615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627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321CCA-B38B-A483-9A3A-50832B15B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EA15C76-A83A-5C11-1ED2-774FC0228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AF9111-45C1-F248-9496-8A43D135E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FF7A6F-E641-4D1F-B7DF-0F872FF38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6ECF-70C3-4720-9FAD-C606738E0B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59DB3D-A912-23CF-E32D-3920A3E54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8F7970-CB12-CD45-36AF-FD49E3793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E0-3434-4105-ABB8-872BEE615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2740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1B14C2-F17F-E262-F4B9-236945581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0AA110E-F6BE-11B5-7DF4-897E27E04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E247F1-4B9F-FBDC-67D8-ABA6543B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6ECF-70C3-4720-9FAD-C606738E0B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BCFC93-310C-6DF1-F46E-B87D8C1AE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54DC47-CD37-02E8-D0ED-32E9C7A60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E0-3434-4105-ABB8-872BEE615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6887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819863E-B08F-3FF1-D92F-67248D6BD7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0B8BC13-7CB7-D9BB-D250-823F3DFD2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1A4E39-58C4-92DD-30EF-1B914FAA7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6ECF-70C3-4720-9FAD-C606738E0B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6B4085-FE21-B2CF-7151-FF3C4FE16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1BB22F-3133-231E-4022-C7AB0653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E0-3434-4105-ABB8-872BEE615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1366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FF1D94B-0344-D0C1-7C71-2E7404E9B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149AB65-B7FC-4A9A-0A17-610288D2C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2DA0DC-78F5-6F91-6EBA-179E3586E2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56ECF-70C3-4720-9FAD-C606738E0B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014145-04ED-C73A-5313-45E1C678D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39B308-8050-D7B4-1085-D1B1F8288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F2CE0-3434-4105-ABB8-872BEE615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0918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3E20BDD-E391-214B-87EB-3BCC7B947A2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4BCC21B-25CD-D9AF-3413-6394D01A115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Asia Trip Concierge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B29E4ED-395D-0893-E6ED-78B8E1A1389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35AD2F5-EB2B-EAE9-E63D-54275707F80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ED82DDDE-48E0-7BF9-6868-7BB40A40D1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420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AC42D48-4C84-33A5-B922-2C40FE66EA9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A8ED9BC-5868-3DD0-023D-5D7F310FABC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9E04D75-60F2-99C8-9E07-3CAB8E44260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Asia Trip Concierge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323374E-8C0F-B87B-3D0D-DAC95352849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1E917497-C00C-1AF9-C5F9-BDBFCBA6E7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65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1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AC16864-AE3E-FEA6-A001-A58F1B34A0E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F7E84F-DC88-5034-6C1F-A75AAF56A06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BA77AE4-472B-A7B4-9B84-556D36BAAE3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4E3F7ED-F311-9511-16BE-4C3E433F9B8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09AEA53F-37F7-3EEC-B4C4-E0D9C04005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643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EDBA95A-C88B-94AC-C867-0290AA97476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E4B6D1C-7B79-B0BB-BEAC-24BF16C2249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9F8E5FE-24C6-03A1-691E-5E4D5D66C1A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B168F0E-A2EF-802B-127E-69E6FCA2840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30AE103D-0B8F-A77C-01D2-2789A89726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59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443567A-5350-87F1-4791-895E0DD3E74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96C68A3-75D1-9991-6C14-286D0597C6E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EF95F40-68FA-FE7C-ED01-D40BB70F364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73329C-0D68-922F-863C-3EA5491A43E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AF8A498C-DADE-FA4C-B4AB-3DDE9013CA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2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2B8901E-8923-56FB-7986-F079E9646D5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513F0CB-D35F-F9F1-AF31-09106F7E1A3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086458-D3EB-7A0F-61F6-FA2341482EC9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https://syunnjack.dev/articles/asia-trip-concierge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729853-E579-8799-AB87-ADE2C13DABE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9156A1B-30DF-2822-4A79-1C631C1276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63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2026-07-30T11:17:46Z</dcterms:created>
  <dcterms:modified xsi:type="dcterms:W3CDTF">2026-07-30T11:17:46Z</dcterms:modified>
</cp:coreProperties>
</file>