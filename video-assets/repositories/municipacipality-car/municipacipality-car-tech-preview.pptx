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ce3f1fd6f34d3d" /><Relationship Type="http://schemas.openxmlformats.org/officeDocument/2006/relationships/extended-properties" Target="/docProps/app.xml" Id="R84db24872e284f78" /><Relationship Type="http://schemas.openxmlformats.org/officeDocument/2006/relationships/officeDocument" Target="/ppt/presentation.xml" Id="R6c75dc0939ea40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59dec7ed15476c"/>
  </p:sldMasterIdLst>
  <p:notesMasterIdLst>
    <p:notesMasterId xmlns:r="http://schemas.openxmlformats.org/officeDocument/2006/relationships" r:id="R0904b6a645ce48db"/>
  </p:notesMasterIdLst>
  <p:sldIdLst>
    <p:sldId xmlns:r="http://schemas.openxmlformats.org/officeDocument/2006/relationships" id="256" r:id="R7b69fb9debf64de1"/>
    <p:sldId xmlns:r="http://schemas.openxmlformats.org/officeDocument/2006/relationships" id="257" r:id="Rb41066c30ec44b3b"/>
    <p:sldId xmlns:r="http://schemas.openxmlformats.org/officeDocument/2006/relationships" id="258" r:id="R38bb5158d8ef4e58"/>
    <p:sldId xmlns:r="http://schemas.openxmlformats.org/officeDocument/2006/relationships" id="259" r:id="R6a18794d5e094cc1"/>
    <p:sldId xmlns:r="http://schemas.openxmlformats.org/officeDocument/2006/relationships" id="260" r:id="Ra023f6f0a8494360"/>
    <p:sldId xmlns:r="http://schemas.openxmlformats.org/officeDocument/2006/relationships" id="261" r:id="R8d420b73ab5143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ed58a8da574a3d" /><Relationship Type="http://schemas.openxmlformats.org/officeDocument/2006/relationships/slideMaster" Target="/ppt/slideMasters/slideMaster1.xml" Id="Re159dec7ed15476c" /><Relationship Type="http://schemas.openxmlformats.org/officeDocument/2006/relationships/notesMaster" Target="/ppt/notesMasters/notesMaster1.xml" Id="R0904b6a645ce48db" /><Relationship Type="http://schemas.openxmlformats.org/officeDocument/2006/relationships/presProps" Target="/ppt/presProps.xml" Id="R5cca2574ee2f4f86" /><Relationship Type="http://schemas.openxmlformats.org/officeDocument/2006/relationships/tableStyles" Target="/ppt/tableStyles.xml" Id="Rfbf340a7d55c4a1c" /><Relationship Type="http://schemas.openxmlformats.org/officeDocument/2006/relationships/slide" Target="/ppt/slides/slide1.xml" Id="R7b69fb9debf64de1" /><Relationship Type="http://schemas.openxmlformats.org/officeDocument/2006/relationships/slide" Target="/ppt/slides/slide2.xml" Id="Rb41066c30ec44b3b" /><Relationship Type="http://schemas.openxmlformats.org/officeDocument/2006/relationships/slide" Target="/ppt/slides/slide3.xml" Id="R38bb5158d8ef4e58" /><Relationship Type="http://schemas.openxmlformats.org/officeDocument/2006/relationships/slide" Target="/ppt/slides/slide4.xml" Id="R6a18794d5e094cc1" /><Relationship Type="http://schemas.openxmlformats.org/officeDocument/2006/relationships/slide" Target="/ppt/slides/slide5.xml" Id="Ra023f6f0a8494360" /><Relationship Type="http://schemas.openxmlformats.org/officeDocument/2006/relationships/slide" Target="/ppt/slides/slide6.xml" Id="R8d420b73ab5143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b9dca16cc340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3e87e67788440e" /><Relationship Type="http://schemas.openxmlformats.org/officeDocument/2006/relationships/notesMaster" Target="/ppt/notesMasters/notesMaster1.xml" Id="R9470604b805f47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62daf9a59a4d71" /><Relationship Type="http://schemas.openxmlformats.org/officeDocument/2006/relationships/notesMaster" Target="/ppt/notesMasters/notesMaster1.xml" Id="Rac046fe0cab241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3e94cb1ba84129" /><Relationship Type="http://schemas.openxmlformats.org/officeDocument/2006/relationships/notesMaster" Target="/ppt/notesMasters/notesMaster1.xml" Id="R9059989b5c0548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85256ae5de49d7" /><Relationship Type="http://schemas.openxmlformats.org/officeDocument/2006/relationships/notesMaster" Target="/ppt/notesMasters/notesMaster1.xml" Id="R38eddcc9400e47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3cb80ef89b4cfa" /><Relationship Type="http://schemas.openxmlformats.org/officeDocument/2006/relationships/notesMaster" Target="/ppt/notesMasters/notesMaster1.xml" Id="R9286730aa8624a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e0c38ce2b1431c" /><Relationship Type="http://schemas.openxmlformats.org/officeDocument/2006/relationships/notesMaster" Target="/ppt/notesMasters/notesMaster1.xml" Id="R56cae97910a44e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今回は、Municipacipality Carの技術構成を短く解説します。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https://github.com/syunnjack/municipacipality-car</a:t>
            </a:r>
          </a:p>
          <a:p xmlns:a="http://schemas.openxmlformats.org/drawingml/2006/main">
            <a:r>
              <a:t>- https://syunnjack.dev/articles/municipacipality-car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Municipacipality Carは、JavaScript、CSS、HTMLを中心に設計・実装したプロジェクトです。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https://github.com/syunnjack/municipacipality-car</a:t>
            </a:r>
          </a:p>
          <a:p xmlns:a="http://schemas.openxmlformats.org/drawingml/2006/main">
            <a:r>
              <a:t>- https://syunnjack.dev/articles/municipacipality-car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主な技術はJavaScript・CSS・HTMLです。役割を分け、保守しやすい構成を目指しています。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https://github.com/syunnjack/municipacipality-car</a:t>
            </a:r>
          </a:p>
          <a:p xmlns:a="http://schemas.openxmlformats.org/drawingml/2006/main">
            <a:r>
              <a:t>- https://syunnjack.dev/articles/municipacipality-car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リポジトリでは、README.md、index.html、package-lock.jsonを中心に実装を確認できます。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https://github.com/syunnjack/municipacipality-car</a:t>
            </a:r>
          </a:p>
          <a:p xmlns:a="http://schemas.openxmlformats.org/drawingml/2006/main">
            <a:r>
              <a:t>- https://syunnjack.dev/articles/municipacipality-car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https://github.com/syunnjack/municipacipality-car</a:t>
            </a:r>
          </a:p>
          <a:p xmlns:a="http://schemas.openxmlformats.org/drawingml/2006/main">
            <a:r>
              <a:t>- https://syunnjack.dev/articles/municipacipality-car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https://github.com/syunnjack/municipacipality-car</a:t>
            </a:r>
          </a:p>
          <a:p xmlns:a="http://schemas.openxmlformats.org/drawingml/2006/main">
            <a:r>
              <a:t>- https://syunnjack.dev/articles/municipacipality-car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407a7e1d1343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ee79640890446f" /><Relationship Type="http://schemas.openxmlformats.org/officeDocument/2006/relationships/slideLayout" Target="/ppt/slideLayouts/slideLayout1.xml" Id="R23b15f6dd81d4d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b15f6dd81d4d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517f36990482b" /><Relationship Type="http://schemas.openxmlformats.org/officeDocument/2006/relationships/notesSlide" Target="/ppt/notesSlides/notesSlide1.xml" Id="R5329b4f5bf5c47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bf81e7e614eb2" /><Relationship Type="http://schemas.openxmlformats.org/officeDocument/2006/relationships/notesSlide" Target="/ppt/notesSlides/notesSlide2.xml" Id="Rd97b2912242648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f8b4f9b014952" /><Relationship Type="http://schemas.openxmlformats.org/officeDocument/2006/relationships/notesSlide" Target="/ppt/notesSlides/notesSlide3.xml" Id="R733a74495bb344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c4168ca87491c" /><Relationship Type="http://schemas.openxmlformats.org/officeDocument/2006/relationships/notesSlide" Target="/ppt/notesSlides/notesSlide4.xml" Id="R2f43b5d4040049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d81498340457a" /><Relationship Type="http://schemas.openxmlformats.org/officeDocument/2006/relationships/notesSlide" Target="/ppt/notesSlides/notesSlide5.xml" Id="Racc846364a1f49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04f8718334776" /><Relationship Type="http://schemas.openxmlformats.org/officeDocument/2006/relationships/notesSlide" Target="/ppt/notesSlides/notesSlide6.xml" Id="R483065350aa644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F9ED7-6BE2-491E-BFCA-AA0094E0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074F8-4066-41DC-AC31-6D5F9321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1378E3A2-1E0D-4C62-97F0-D4076D5A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55E0B88D-A371-4E7B-84F9-66A017A1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C6DEAA1-5CDA-411D-94B5-3C87E232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Municipacipality Carの技術解説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7C70EA0E-7714-432E-BBE7-2B4F624F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92426DB1-9B5F-4399-B764-07369C39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JavaScript・CSS・HTML</a:t>
            </a:r>
          </a:p>
        </p:txBody>
      </p:sp>
    </p:spTree>
    <p:extLst>
      <p:ext uri="{BB962C8B-B14F-4D97-AF65-F5344CB8AC3E}">
        <p14:creationId xmlns:p14="http://schemas.microsoft.com/office/powerpoint/2010/main" val="321755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87C467-B656-4ED6-A3D6-A591E55F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056C8-92FF-49AB-BCE4-43C7A507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AE10107B-4909-410B-AAB1-8E01900C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452F54A2-584E-4B46-BE35-A0FB74FD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A4BC4062-305C-4400-9F7E-0D0A4924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9E2DB-D67D-4B2C-881C-50F0FBC2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F85CEDCD-6AAE-4959-937D-28D99C86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Municipacipality Carは、JavaScript、CSS、HTMLを中心に設計・実装したプロジェクトです。</a:t>
            </a:r>
          </a:p>
        </p:txBody>
      </p:sp>
    </p:spTree>
    <p:extLst>
      <p:ext uri="{BB962C8B-B14F-4D97-AF65-F5344CB8AC3E}">
        <p14:creationId xmlns:p14="http://schemas.microsoft.com/office/powerpoint/2010/main" val="9885506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3B041-79D2-4542-BF08-4B7ED8C2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D62BB-DB78-4DDA-BE16-D1E758F0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B897FA5A-6A24-4ACA-8558-1FB66FCE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31FA6A3C-5AFA-4F9D-9EA1-76DC31B2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A1C20A5A-1403-430F-BF01-85D460CE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A4D6A-32F5-4FDE-A881-4ACE3DFA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29461D8F-3B5E-4E66-A13A-55155BC1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主要技術：JavaScript・CSS・HTML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2263896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95EA1D-7A0E-4F71-98BE-81E948A7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0E5B5-E692-404E-9E0A-ADBF8A5E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15DA8D3F-85D1-4C32-B804-ABA31C0B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4DED8C55-20C1-4A84-851E-0CB288E6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88AB70C7-4029-4195-8ADD-2E157544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AAD98-2976-4845-BC50-F0A2B200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CDF578D5-71AE-4058-8838-7C1416EE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主なファイル：README.md、index.html、package-lock.json</a:t>
            </a:r>
          </a:p>
        </p:txBody>
      </p:sp>
    </p:spTree>
    <p:extLst>
      <p:ext uri="{BB962C8B-B14F-4D97-AF65-F5344CB8AC3E}">
        <p14:creationId xmlns:p14="http://schemas.microsoft.com/office/powerpoint/2010/main" val="9403463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A86D9-F773-40AD-A163-4B1F7BA2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25DA3-04E2-4D18-A493-47AFD276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D6A82F30-7352-4844-A474-E769B5BD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B4112C9C-4468-4A44-ACDA-AAA18FC8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EE6DA440-9A45-419E-9FBD-1EB1AF29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E8B24-C4BB-414E-B232-3CB1A0FB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FC23864F-3B53-4140-8D6B-B5274F3E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20869630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FD359-53CA-4157-8786-50D701F9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149E2-2655-4415-8C6F-64832980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AF54BBA4-F3CA-46D9-8943-8FBED054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22168DB5-3869-4B44-8425-4AA98ED4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37402DDE-9D89-45EF-9CC3-20CD52BF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AA226-AF92-4A1A-8596-FF3094FA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123015FE-8358-4C28-92B9-FF2C2785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https://syunnjack.dev/articles/municipacipality-car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1058505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2026-08-03T23:14:32.8830000Z</dcterms:created>
  <dcterms:modified xsi:type="dcterms:W3CDTF">2026-08-03T23:14:32.8830000Z</dcterms:modified>
</coreProperties>
</file>