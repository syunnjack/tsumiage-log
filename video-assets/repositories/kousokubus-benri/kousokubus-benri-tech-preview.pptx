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67A52-5517-ED41-9F42-A13946C1B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8D9631-23F7-BEFD-26FC-72216996B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65026D-3AA2-EB6C-1773-6ABC7979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C28CD1-BBA5-0CD4-F868-75565295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7DCDA-AAB9-B5E8-761A-6CA75972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11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E31BA-CDCE-8AC0-B3D6-D6B2AE2F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7CFAD2-2FCD-A989-7BD3-F8C6BD604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D6819-ABC8-2A86-0782-D7C55A66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0F445D-8E11-AB0F-CF5B-BA9388F2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7C9052-0244-302E-06E3-98BFDCFA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60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47ADD-8167-2BB6-818E-928D8CDC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F6B023-888B-52F7-69D3-A01FCA47F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0CF897-38D1-A412-0F10-C0AC665B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1C35FA-8881-85A5-7F4C-CF5014EA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D68E0A-33CE-4529-F744-5CCCE0CD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8208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7C9FB-A09E-3929-0D63-B48AB72D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D28C39-7DE4-9D07-A8D7-6EDFB7DE3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3C2D30-35D4-70EE-4C43-47BBAD75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EB7E61-8109-B0E1-CD62-EC311374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F71918-D0B9-ECED-5553-D0D28944D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0238D8-0397-C70F-DEB4-1226DAA7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6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CEA0CC-AD46-6DE3-75C3-382C0142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F238C8-0553-851F-6333-00706F817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3BC233-0EB5-6420-34D8-14E3F8909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433088-DA2F-D2E1-004A-90C787B50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C1895D-4044-DB85-08F8-2613EC9A9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98DED8-5C50-8551-734E-223712A2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839DE1-26E5-5916-14D3-1F6489AE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D1C54D-3E4C-0949-8622-11160B25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56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3B1AC6-F5E8-5061-473A-0ABEE3F7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62DDBE-6975-E0A8-6033-84371F95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3EF4E1-BF24-5C70-381B-870B71E1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BF7F65-B8CC-D803-9A42-776A6C27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99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51A041-DE78-D6F8-BC37-E9957CFE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B965B80-FA73-55E9-3D63-BBEC13D5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42EA54-03DD-B36B-8A98-8DFA52A2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5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83C8C-A22D-37BD-1873-E0991629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253D2E-7084-F645-022B-AF179599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26F052-F47A-6128-3AAB-1113436EA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6E7888-44B4-29DF-7145-8D4C7B92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9527B5-1759-CCB0-48A8-DAA50CAC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B5C2ED-8733-274F-A555-85705264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98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6C8DA-ED19-3B60-7F84-94D9A280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E4E19D-016F-59F9-C93E-65882371B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703201-6658-7FCD-CE6B-4CF066E9F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04F62C-F755-4FE9-5F92-F47108A8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16D45A-C84D-CEAB-4F43-FFCEA35C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B5D5E5-FABD-4932-F6C7-B8376A9E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22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BF7313-F55A-77A2-BE6F-C8291197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EC1570-ADD8-C732-C1F7-457BAE34A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23C7F2-EA58-B1DE-1F7A-CCD76CF7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09C801-F12F-DA22-2833-1917D030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D21149-9E30-10DE-C5D1-9BDDD3DD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3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50D780B-CE39-8D89-AB4D-AEC2FAFF1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204EC4-DA54-CB3F-B052-EFC2A7A07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6950D1-AD1D-3FA3-9205-6CDC3135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99C9FC-4FFF-75D1-136C-8A3CE801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77119D-CB9A-65FB-CE1F-7F53447B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328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C6E761-DACD-EDAC-0DC7-A325B6E8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68AA63-16F7-4462-7C0D-2FC32C4F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ADA75-31AE-6780-EF58-28244DCE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9271-2879-4650-B868-CBCA2F53BE8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6C56F6-39FA-455D-30E9-822D1E7E6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850809-49C5-3045-30B5-A692F7A23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F8350-FBB8-444A-8AAA-EF9D8FF0E1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05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8EC240D-D49C-1419-C6C0-77F88225310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02088B-F949-3AE8-FF85-4BF444BB7B3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Kousokubus Benri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CE6C11-693F-BBB2-6595-CBE2F11596E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C1897D-94C3-D4CF-1583-353C512A69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6218CE7-B7F8-4804-33F9-FF0AC5A182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62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5BADAD-685C-4302-3025-4ABBB0789B3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6E024B-34F5-E6B1-E9E9-2CC49E72915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5B7E41-6A0A-2578-BC92-FF2997D4145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Kousokubus Benri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AC3317-BC60-A76D-A2EF-D9B95F1FD54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D276E62-F5EE-68D7-7156-9D8E2A0232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6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79DC18-FADB-2ECD-96F3-35404055CB0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C57C1B-0FA5-FA71-AA10-A45243F31A2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EA3E61-318E-1A5D-885B-CE8D3C2F636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106374-03B4-FB84-D029-718A4728A65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23519B8-2CF2-D16D-89D5-C2EC5C0359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81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6F3028-2B1A-D7E4-60C9-5B921F7DF2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69C114-8BCB-F579-B1AF-91E657DEE13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4DCF64-00C4-BE9B-8855-D3AD6E998B3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789A23-21D9-1795-D49F-40CD7A908C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20F9116-302C-B6C6-1E53-5B01E7AD14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64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5A94BB-93E0-B308-95A6-55A74F60547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7AAEAB-F511-6DEB-222D-66EA66B4BE7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964B56-694C-3FB2-4C35-6727B6A6AA1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2AE98E-C6AB-3524-0AB7-4E1EEBD2DB9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ADC5230-9919-B7C8-82D7-7C8F605B3C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41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8F5C62-8FFE-92F6-E909-F2E9A66A0C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1BE62B-D880-1750-7EB1-0E6EB75B032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72D0AC-C4A9-8FC0-62A8-DCF26F428B7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https://syunnjack.dev/articles/kousokubus-benri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6902BD-F529-D7CD-7FAA-D40DC79BD5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B81B7AC-DE8E-263E-33A6-ECB3857D33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43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2026-07-30T11:02:22Z</dcterms:created>
  <dcterms:modified xsi:type="dcterms:W3CDTF">2026-07-30T11:02:23Z</dcterms:modified>
</cp:coreProperties>
</file>