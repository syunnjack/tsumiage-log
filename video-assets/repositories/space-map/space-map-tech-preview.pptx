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C4DCB4-1AD0-DE74-8053-357BC237B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EC8646-A2D2-63DB-BF44-0E6F6DE3C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44A9F4-4131-4721-C9D1-CB320F953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2AD03-1C48-40E9-888F-4BAB1BDD10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AE6468-4E84-E604-F0F5-E9869D010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62CD4B-3D43-32CA-62CE-4A86ABC6F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2B7F-83D0-4B6E-A23A-67B351E85F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22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4DED7-1E0F-2930-630E-22518841D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5F1D59-9BED-7C0D-7CB6-864A70D6C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FDC03C-1199-6FD2-36E9-BE968FDD7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2AD03-1C48-40E9-888F-4BAB1BDD10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FCCF65-B6ED-99A8-6173-B4D822BF2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A473D4-4DCC-2765-D764-444A3DB4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2B7F-83D0-4B6E-A23A-67B351E85F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19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D37BB2-40FD-B069-7AE7-D58D58B5C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6672D8-D7E2-B2A5-84A6-3A19BFF70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A54146-39D5-845F-063D-37ED9A8AB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2AD03-1C48-40E9-888F-4BAB1BDD10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E4BC64-62E8-E7AB-BCAB-65392F670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B07D7F-A985-9070-282A-B559D0017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2B7F-83D0-4B6E-A23A-67B351E85F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0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027AC5-26A0-DB0E-5BC8-0D7CB9A2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5C2F3E-BA0F-0B6D-27FC-536EF4A7A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F9835B-3276-3AE7-19B1-08C0E1B22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181F59-30B0-504E-CDCA-D80DA17BC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2AD03-1C48-40E9-888F-4BAB1BDD10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BE61EA-3EBB-574A-4CEE-BDDDAFE2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7DEBF9-8DE3-157E-3E62-822736AB7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2B7F-83D0-4B6E-A23A-67B351E85F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7108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7F2C66-3498-4606-EB30-9678F745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7B2605-B962-DB83-0369-A2E03151A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C923E2-5B47-F872-0D5D-167F81235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18CD3D7-2BA3-E749-11E0-B69D194A7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FF8C3DD-EC8F-2D0B-6F55-F832634C3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246A297-387F-0976-ED44-5BAAB1F73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2AD03-1C48-40E9-888F-4BAB1BDD10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ADAD7FC-125F-0A2D-E560-11E82D263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62D6B7F-CD57-8FD2-9B6E-173E5895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2B7F-83D0-4B6E-A23A-67B351E85F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5974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A8A676-0136-F526-FAF0-9C39D13DE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4AD618B-0B28-06AA-6284-BAD73632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2AD03-1C48-40E9-888F-4BAB1BDD10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140DA75-ADF3-B8D7-579F-A3AEF1C9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D84AE09-E6A1-2C64-676A-479E4DF0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2B7F-83D0-4B6E-A23A-67B351E85F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2162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8A48CAF-365B-0C27-FAC0-193292DE9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2AD03-1C48-40E9-888F-4BAB1BDD10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FC8E3F5-84DF-41C7-7D5F-6353E6555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57A8BC-FF27-1767-F0A8-E065D5EC5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2B7F-83D0-4B6E-A23A-67B351E85F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2459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7E772D-3C02-9B84-21EC-7997B847A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0EA26F-E1F7-DFD4-514E-E67022CC5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65E65A-3A03-7359-20AC-7741596DF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C965425-810C-19DB-99A7-1F179BB37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2AD03-1C48-40E9-888F-4BAB1BDD10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1A6F9B-1CF3-BF66-91D2-AF7105DE0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22A3295-04E3-F317-3B1C-27F3DED3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2B7F-83D0-4B6E-A23A-67B351E85F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4469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CB22A2-0DF9-CB89-7214-A60FD1C27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A3E7141-98E9-9691-485A-B893D8C98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A0A4407-320F-FF55-2956-6395ED83E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C1AE45-B7F1-7682-829F-C53A2A3C8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2AD03-1C48-40E9-888F-4BAB1BDD10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61C658-DE34-9ECC-1390-16C035E26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42CBFF-5F62-CA25-2D44-D39EE71E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2B7F-83D0-4B6E-A23A-67B351E85F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210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8C8B10-10CA-E7E9-F4BE-E2972BB6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DA5D1F-2B76-CBF7-A26E-FBA566C5E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5EB96C-0909-DD10-536D-AAAE24D74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2AD03-1C48-40E9-888F-4BAB1BDD10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8EC0DE-D45A-AF62-2D51-14625DE3D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DC66A7-9585-C405-ECFA-ABBF47AB5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2B7F-83D0-4B6E-A23A-67B351E85F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069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15BECB3-510B-0DC1-F535-784C3A106B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2BDC72A-1685-6508-3115-5A1744C3B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EE800C-9E5E-4FD1-92CA-4091CD175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2AD03-1C48-40E9-888F-4BAB1BDD10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BFABFA-E01D-1E5E-623A-3CB2ACBF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870531-7B61-69C1-74AC-013689EBF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2B7F-83D0-4B6E-A23A-67B351E85F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5868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F509B2B-E5F5-E167-450D-FF5152336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287092-8606-FFDE-8DC7-98DDB6EE3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6036F2-DC86-B3EF-8430-926B57109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2AD03-1C48-40E9-888F-4BAB1BDD10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31EEBD-85F3-8619-170F-CA7DC15A7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13C8BC-4C38-E5E7-B7B2-E8C14E595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B2B7F-83D0-4B6E-A23A-67B351E85F5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7549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6208085-91D4-9D24-3C3E-D582C1E0FEA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9E8801-9ACF-6CE0-A4C2-8FE1452E6F6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Space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275D82-5993-4F79-2C51-BEDF3BD645C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02D7B4-23F6-CF19-3B1C-10310B631E1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D1F3FBD5-A8A2-FD60-0D93-CEF1DFCE1A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4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CDB697-50F8-EFAF-5CF9-73EBEF45199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08FD22D-8249-5DEA-0931-86E291A1C31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BDB6D9-C10A-65CF-8023-7FA8CA2EACA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Space Map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68F062-F337-634A-8EFE-1919AF42AD6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CEC2F1D6-D41D-1223-A7A6-D5E6B11EDD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08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B4E00D0-A1B3-E21D-3483-5517065EAD6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385B447-82BB-B254-B695-B4301627FB4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0E2094F-279E-46CF-6522-96E2396BFAE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D64892-7025-90CC-A01B-C363E296EC0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AB7F111B-01CD-4FCC-73C1-58FFDC7EF6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96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28AD52A-E834-7DCA-6398-B1C8522F25B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30B3280-3588-8B11-4B4E-AA48E29C758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B47912-715C-1941-43B1-82EC346AA60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8CB1D57-548A-2468-E886-BE83561B051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40B504C2-BD26-833A-B743-929C1F10E5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59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76505DF-3DBC-491E-B410-895D1E4F5FF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36CA1CA-C735-625D-E78D-31E6F551B90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BC078E-B62F-ECE0-5523-337D7BF4883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CB4743E-510E-C531-AD39-73E7D1B2AA9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5B22DEB8-7B72-A56E-0BCE-8F13A3759D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76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E5B914-8F66-EAA4-1C3B-CE4EC0289A3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DB90B5-25DD-DCD0-2364-E1A38197475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519C983-352A-9554-F538-3D5D7358555B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https://syunnjack.dev/articles/space-map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73A2AA2-0E8A-C35D-3DE0-0ED4179B6FB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33A251B1-AABC-5953-DF4E-C73B720EFC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86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2026-07-30T12:55:59Z</dcterms:created>
  <dcterms:modified xsi:type="dcterms:W3CDTF">2026-07-30T12:55:59Z</dcterms:modified>
</cp:coreProperties>
</file>