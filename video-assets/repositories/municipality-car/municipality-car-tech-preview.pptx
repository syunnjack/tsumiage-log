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8e97c7ae9e47c2" /><Relationship Type="http://schemas.openxmlformats.org/officeDocument/2006/relationships/extended-properties" Target="/docProps/app.xml" Id="R1179ff4979b943ef" /><Relationship Type="http://schemas.openxmlformats.org/officeDocument/2006/relationships/officeDocument" Target="/ppt/presentation.xml" Id="R42e1126cfff0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90566c79484bb5"/>
  </p:sldMasterIdLst>
  <p:notesMasterIdLst>
    <p:notesMasterId xmlns:r="http://schemas.openxmlformats.org/officeDocument/2006/relationships" r:id="R5b8f657d1b91411b"/>
  </p:notesMasterIdLst>
  <p:sldIdLst>
    <p:sldId xmlns:r="http://schemas.openxmlformats.org/officeDocument/2006/relationships" id="256" r:id="R224e08ba07c947e6"/>
    <p:sldId xmlns:r="http://schemas.openxmlformats.org/officeDocument/2006/relationships" id="257" r:id="Rf4b4b05454424bf4"/>
    <p:sldId xmlns:r="http://schemas.openxmlformats.org/officeDocument/2006/relationships" id="258" r:id="Raf9a78a28e924fe8"/>
    <p:sldId xmlns:r="http://schemas.openxmlformats.org/officeDocument/2006/relationships" id="259" r:id="R86818b66c8874cee"/>
    <p:sldId xmlns:r="http://schemas.openxmlformats.org/officeDocument/2006/relationships" id="260" r:id="Rfb354b96ad194b12"/>
    <p:sldId xmlns:r="http://schemas.openxmlformats.org/officeDocument/2006/relationships" id="261" r:id="Rfc249a07fc3a4f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a23522aa04302" /><Relationship Type="http://schemas.openxmlformats.org/officeDocument/2006/relationships/slideMaster" Target="/ppt/slideMasters/slideMaster1.xml" Id="R5d90566c79484bb5" /><Relationship Type="http://schemas.openxmlformats.org/officeDocument/2006/relationships/notesMaster" Target="/ppt/notesMasters/notesMaster1.xml" Id="R5b8f657d1b91411b" /><Relationship Type="http://schemas.openxmlformats.org/officeDocument/2006/relationships/presProps" Target="/ppt/presProps.xml" Id="Re76bd7c088d74b4d" /><Relationship Type="http://schemas.openxmlformats.org/officeDocument/2006/relationships/tableStyles" Target="/ppt/tableStyles.xml" Id="R4c380158f39549af" /><Relationship Type="http://schemas.openxmlformats.org/officeDocument/2006/relationships/slide" Target="/ppt/slides/slide1.xml" Id="R224e08ba07c947e6" /><Relationship Type="http://schemas.openxmlformats.org/officeDocument/2006/relationships/slide" Target="/ppt/slides/slide2.xml" Id="Rf4b4b05454424bf4" /><Relationship Type="http://schemas.openxmlformats.org/officeDocument/2006/relationships/slide" Target="/ppt/slides/slide3.xml" Id="Raf9a78a28e924fe8" /><Relationship Type="http://schemas.openxmlformats.org/officeDocument/2006/relationships/slide" Target="/ppt/slides/slide4.xml" Id="R86818b66c8874cee" /><Relationship Type="http://schemas.openxmlformats.org/officeDocument/2006/relationships/slide" Target="/ppt/slides/slide5.xml" Id="Rfb354b96ad194b12" /><Relationship Type="http://schemas.openxmlformats.org/officeDocument/2006/relationships/slide" Target="/ppt/slides/slide6.xml" Id="Rfc249a07fc3a4f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682d1872dc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e8fa120fd4373" /><Relationship Type="http://schemas.openxmlformats.org/officeDocument/2006/relationships/notesMaster" Target="/ppt/notesMasters/notesMaster1.xml" Id="Rb929533cb90f42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68a7d8d944b5c" /><Relationship Type="http://schemas.openxmlformats.org/officeDocument/2006/relationships/notesMaster" Target="/ppt/notesMasters/notesMaster1.xml" Id="Rb2b403cc09ce4b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fbde7534c46dd" /><Relationship Type="http://schemas.openxmlformats.org/officeDocument/2006/relationships/notesMaster" Target="/ppt/notesMasters/notesMaster1.xml" Id="R36fd9053becf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58001a6ebc47f3" /><Relationship Type="http://schemas.openxmlformats.org/officeDocument/2006/relationships/notesMaster" Target="/ppt/notesMasters/notesMaster1.xml" Id="R6d5b5e459b75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5060e63a346fe" /><Relationship Type="http://schemas.openxmlformats.org/officeDocument/2006/relationships/notesMaster" Target="/ppt/notesMasters/notesMaster1.xml" Id="Rc9fc5e383539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9ec9a12ea49d1" /><Relationship Type="http://schemas.openxmlformats.org/officeDocument/2006/relationships/notesMaster" Target="/ppt/notesMasters/notesMaster1.xml" Id="Rff7116e76fd5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今回は、Municipality Carの技術構成を短く解説します。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https://github.com/syunnjack/municipality-car</a:t>
            </a:r>
          </a:p>
          <a:p xmlns:a="http://schemas.openxmlformats.org/drawingml/2006/main">
            <a:r>
              <a:t>- https://syunnjack.dev/articles/municipality-car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Municipality Carの設計と実装を記録したプロジェクト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https://github.com/syunnjack/municipality-car</a:t>
            </a:r>
          </a:p>
          <a:p xmlns:a="http://schemas.openxmlformats.org/drawingml/2006/main">
            <a:r>
              <a:t>- https://syunnjack.dev/articles/municipality-car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https://github.com/syunnjack/municipality-car</a:t>
            </a:r>
          </a:p>
          <a:p xmlns:a="http://schemas.openxmlformats.org/drawingml/2006/main">
            <a:r>
              <a:t>- https://syunnjack.dev/articles/municipality-car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https://github.com/syunnjack/municipality-car</a:t>
            </a:r>
          </a:p>
          <a:p xmlns:a="http://schemas.openxmlformats.org/drawingml/2006/main">
            <a:r>
              <a:t>- https://syunnjack.dev/articles/municipality-car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https://github.com/syunnjack/municipality-car</a:t>
            </a:r>
          </a:p>
          <a:p xmlns:a="http://schemas.openxmlformats.org/drawingml/2006/main">
            <a:r>
              <a:t>- https://syunnjack.dev/articles/municipality-car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https://github.com/syunnjack/municipality-car</a:t>
            </a:r>
          </a:p>
          <a:p xmlns:a="http://schemas.openxmlformats.org/drawingml/2006/main">
            <a:r>
              <a:t>- https://syunnjack.dev/articles/municipality-car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6ccfe0b5d4a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57bacb01c74126" /><Relationship Type="http://schemas.openxmlformats.org/officeDocument/2006/relationships/slideLayout" Target="/ppt/slideLayouts/slideLayout1.xml" Id="R1bc837a19b9d42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837a19b9d42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059a6bd844ae5" /><Relationship Type="http://schemas.openxmlformats.org/officeDocument/2006/relationships/notesSlide" Target="/ppt/notesSlides/notesSlide1.xml" Id="R599050038db341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70d45b09f45cc" /><Relationship Type="http://schemas.openxmlformats.org/officeDocument/2006/relationships/notesSlide" Target="/ppt/notesSlides/notesSlide2.xml" Id="R5532da34cb18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e7be520504105" /><Relationship Type="http://schemas.openxmlformats.org/officeDocument/2006/relationships/notesSlide" Target="/ppt/notesSlides/notesSlide3.xml" Id="R2c0edc4fe8bd47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9c4f47c3f402a" /><Relationship Type="http://schemas.openxmlformats.org/officeDocument/2006/relationships/notesSlide" Target="/ppt/notesSlides/notesSlide4.xml" Id="Rbd65320de1c64f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07ece628d41d3" /><Relationship Type="http://schemas.openxmlformats.org/officeDocument/2006/relationships/notesSlide" Target="/ppt/notesSlides/notesSlide5.xml" Id="R0a6a05a1ff72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1f4a24d484728" /><Relationship Type="http://schemas.openxmlformats.org/officeDocument/2006/relationships/notesSlide" Target="/ppt/notesSlides/notesSlide6.xml" Id="R3d08245fcdf145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1219D-D1C3-4E0A-AB85-F34F8DFA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B2607-0F36-4D88-9728-41F5F11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E81166BC-802F-4F35-99ED-D6260056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63483B44-1A67-4AB1-B2F8-D1598C5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50F88F-8BC6-4B04-9FEB-FF6CAAC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Municipality Carの技術解説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7D94351-459F-49EA-A011-CB8FA84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8D71348F-6217-4287-998D-A64D431F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423193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6BA07-FC83-46DF-AF43-2494DC86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9E90E-5FC7-41CC-BDDC-115729F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3B3E3256-962D-4C1C-8835-E31C96D9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F068356-446D-4CE5-9735-354535FA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555E87E9-E689-4B71-9A6D-92C3E609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85E5B-60F2-40F5-904A-D780A0C7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C4167EE4-4029-49E6-A2D0-EB8D140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Municipality Carの設計と実装を記録したプロジェクト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338901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A16EC-BC4D-414B-8CDE-4E2C8FA6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1F874-BAAA-4CBB-834C-67E806D3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8E7E931C-9D44-4932-9257-031C78F9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212C4F1-E719-4911-AF12-249D8B2C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E2CE3272-C430-4BB2-A432-94CB386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DDC14-B12A-4090-B6AA-7563F2D5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3B01A34-B014-4767-94A5-29B02F99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9293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18487-ABF2-42D0-8D30-8F03EC6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E8DE8-F78D-4E75-8181-881DBC1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BFC65E03-C9DC-4353-9367-FB5B5CA1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56FD7B7-81C0-4B75-A0EA-BD3E3947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33B6DA4C-B2CF-4F35-B820-FEB3734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473D5-B672-4CF6-9810-2D0457FE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3B995C5A-B94D-4893-87A2-780C8768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30013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745D7-9C8F-41F1-8FE1-438EF564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BDEA8-14E5-43F6-9BB5-5BD898F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0985C1DD-30B2-4F6E-80FD-59E1165C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33DCBE2-E499-464F-AF29-A3FBA535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181ABB80-1BB2-4FB6-A9DE-0357498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06F2F-F0B3-4689-B874-433E028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51478D7B-9136-4285-8402-F5929B1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380178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ACAA-6C0D-4EE4-9F71-F24C3335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41CF3-C7B7-41C5-991C-85A5FAF2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0E1AA16E-E66E-4B4C-9784-200D501D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6B38AFF-0A6F-42BF-86D9-8069D073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F0EF78CA-3DFA-423F-A506-C58C1F02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6E86B-EFD1-48E5-890F-FFD6B48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8A591651-2330-4ABF-9916-603F150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https://syunnjack.dev/articles/municipality-car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498906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2026-08-15T19:06:16.7120000Z</dcterms:created>
  <dcterms:modified xsi:type="dcterms:W3CDTF">2026-08-15T19:06:16.7120000Z</dcterms:modified>
</coreProperties>
</file>