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AF04B-91A1-FDC8-5BD5-CA925AC46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9563EA5-7D71-9FB2-3086-21733483B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183439-6DF0-8174-4D30-98327078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11CF9F-2285-89FE-1C27-87FCF3A7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B9E540-23B6-14D7-175F-10F5D53F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29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0679F-8E40-610C-B5D8-2EBCC3CB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2D26B9-286D-556B-0B56-B4732635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3C5A43-488C-E186-DC28-7C343C38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7E7623-ACAF-7DE7-A2BC-6DECE6BF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F95303-55A6-ED8F-9723-8286AB8B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850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7C549-3EF2-3B3A-F5DE-01A7FEF4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4343B4-C019-98C0-78FD-63C8E6E5B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3F1191-1732-57E7-3102-18B1F0F2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37AEE2-4603-FC81-430B-A32FD3DE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E74472-D6BF-9DE1-3F6A-361420C5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6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E5A54-9570-4F98-7124-BCBAFE50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E3DF4C-BFCB-D826-F720-11EEAE16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821E92-7FBC-4D09-C632-E64ED65C4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0EA04E-4EA9-83F1-094A-139AA81C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AE3FD2-DF51-922F-757D-631D4CAA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C53735-E919-4216-CD01-A48F4E6F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594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5F7008-18E2-C0B7-5526-8C0CCA35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E5613-8F5E-40E0-7C4A-D11DD089A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91F5A8-D8C9-ED5D-1184-9C353E27C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2BC9E4-C9B3-9126-C2E4-3167DA414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41255F8-3A4C-3044-9ED5-C2654EE40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48052D0-4259-20CF-285D-E60AFF4B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0141B8-9C8F-FB8C-9F53-E7BEAADC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6E84AA-45BB-A1B0-5C63-59C67136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53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A0241D-D372-ED69-9DE7-7A8561AE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47341D-F0B3-1FC9-76AD-5742F9F9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C3B2DF-4ECC-3424-B188-21A83A30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FE80BC-0D6D-C041-CB90-0C46D159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90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284ACB-8088-23CD-F14C-8534BA67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126355-F20C-B52F-6027-774006E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6E8F96-1B1F-21F7-4F8A-A450907B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4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F7D0D-2148-705B-4296-D4311F6C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BA7F2F-320F-EC3E-AF25-BFDF58FFB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794B88-A6D4-38DA-6A3F-6B30C7003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3D37D1-6D18-77D2-9E96-D524CE1D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56518C-33F9-E5C5-8865-D55DEC1C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B89BDF-1D08-BD4D-391D-818546F6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40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34A25-0E67-1BEE-8373-0249DFB8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F2F524-BCF9-EF10-55F8-38BB5C7A0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3B1FF8-67D4-947D-E941-654FB3B73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E4AD42-C0B8-46EC-6D69-4EA7F94D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4058F2-0619-90E9-D1FF-935CB31A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BEC15F-48A1-EDC9-F6DA-284D0A0C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52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FD54E-397D-B1F3-9F14-3855571D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94C13F-BB70-C7AA-2B14-9D806949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10E7F9-27D9-566C-B39F-ABAFB954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0A7B6A-C597-DF97-1188-58C43B14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03ABC4-0333-7CE0-8CCD-88528DFB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77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C3AF06D-A71C-7B31-837A-84303B84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8EC43D-31BF-A607-756B-82299166D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F917DE-24C6-DB26-1827-746F0AB7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6D9816-D9EB-C2BE-B5CF-1C69BB46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54DFAA-7E2B-D49F-7C5B-8C3827A2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97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94EA1E-7870-68BD-D6AB-2CC1AE30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DFDA33-C559-F235-1ADF-3A2DAB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4448B5-0353-72DA-E9D5-D3776534D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AB5B6-4AF6-43E0-B791-96E07B70AB5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C7B00E-9F54-AEA8-D678-763B78002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2455B9-BD0A-81AF-9B66-F1D06594F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755AD-8A0F-43D9-9541-8FD2B9F110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976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9801AC-D650-5C53-3C96-3DB97D5BD5C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C13438-60B0-2D0D-CA5F-70AB718EF25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Content Brief Engine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9B0378-F66D-CF20-829B-FB8538095E0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60F1FF-85B9-30E6-DF87-AE16E1BB1E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F04EE87-1D86-6F15-238D-B559569F8D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38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E900DF-1944-A9BB-F58F-B6B33E0A16F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04678F-2C00-5B94-D9E0-B08F517CD4C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F5C25F-5554-9CE7-F96A-5A3EF79FDA8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Content Brief Engine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8BFFD1-9727-5EF2-8657-7D76663B4C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9120661-E33F-DDDE-ED97-AC7852F3EA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57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746DBC-383F-AEC2-E1D9-7C431C890E5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9AD75D-78F2-5BCE-1CA5-0C0DE59CF2C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EE10AA-42F0-EF9D-F021-13197CC9E00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712674-358A-00EF-53D6-0D9B876768A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CF786B0-16C4-9C97-9B62-06BBA40C84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56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3AB1B3-C63A-2B44-F2C5-01C30B151A1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99652F-B60A-EC63-B92F-35D1CE8CA94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53D375-561F-0CCE-8E7D-4B906DE6C2A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6AB9CA-E47A-060B-17B2-844039C9DB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F6AFB63-4E17-4BDE-0D8A-61F5D15F49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27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D7D8F8-6AD2-365C-5B5F-1CD7D855A6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BB0B07-8BF2-1EE0-9095-3095DC40830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0264BE-B9ED-4B09-7967-CD21C702CDB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4B9A32-E94F-8972-2338-088ECD8AF66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A8EE220-88BE-9214-35C6-1FCFC47B90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13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C947D1-2582-925F-B901-E1CBBB652D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368D7D-5219-575F-52B9-C03B11EFCA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668690-FB27-837E-4913-E09BBCA2EF9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https://syunnjack.dev/articles/content-brief-engine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DE6EEC-AF50-1F75-BE5C-4F4A2140B7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1F8CEAC-A97A-E67F-224D-AE5D2C67D5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33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2026-07-30T11:22:49Z</dcterms:created>
  <dcterms:modified xsi:type="dcterms:W3CDTF">2026-07-30T11:22:49Z</dcterms:modified>
</cp:coreProperties>
</file>