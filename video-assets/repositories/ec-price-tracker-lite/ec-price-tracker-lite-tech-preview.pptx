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058ac646ca42e5" /><Relationship Type="http://schemas.openxmlformats.org/officeDocument/2006/relationships/extended-properties" Target="/docProps/app.xml" Id="R98fad53c672d45e2" /><Relationship Type="http://schemas.openxmlformats.org/officeDocument/2006/relationships/officeDocument" Target="/ppt/presentation.xml" Id="R1383b5324ad44a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8c0dc813f141aa"/>
  </p:sldMasterIdLst>
  <p:notesMasterIdLst>
    <p:notesMasterId xmlns:r="http://schemas.openxmlformats.org/officeDocument/2006/relationships" r:id="R8e2c49342e924c94"/>
  </p:notesMasterIdLst>
  <p:sldIdLst>
    <p:sldId xmlns:r="http://schemas.openxmlformats.org/officeDocument/2006/relationships" id="256" r:id="R21bb2c6a42c14d19"/>
    <p:sldId xmlns:r="http://schemas.openxmlformats.org/officeDocument/2006/relationships" id="257" r:id="R853f5660147b4065"/>
    <p:sldId xmlns:r="http://schemas.openxmlformats.org/officeDocument/2006/relationships" id="258" r:id="R73467a42d68846fb"/>
    <p:sldId xmlns:r="http://schemas.openxmlformats.org/officeDocument/2006/relationships" id="259" r:id="Rb26c8a304fe446c0"/>
    <p:sldId xmlns:r="http://schemas.openxmlformats.org/officeDocument/2006/relationships" id="260" r:id="Rf377f83fc1744a6b"/>
    <p:sldId xmlns:r="http://schemas.openxmlformats.org/officeDocument/2006/relationships" id="261" r:id="Rd0d403b1eaab49f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19aa6024a14c50" /><Relationship Type="http://schemas.openxmlformats.org/officeDocument/2006/relationships/slideMaster" Target="/ppt/slideMasters/slideMaster1.xml" Id="R858c0dc813f141aa" /><Relationship Type="http://schemas.openxmlformats.org/officeDocument/2006/relationships/notesMaster" Target="/ppt/notesMasters/notesMaster1.xml" Id="R8e2c49342e924c94" /><Relationship Type="http://schemas.openxmlformats.org/officeDocument/2006/relationships/presProps" Target="/ppt/presProps.xml" Id="Rf31e4374fd4a4582" /><Relationship Type="http://schemas.openxmlformats.org/officeDocument/2006/relationships/tableStyles" Target="/ppt/tableStyles.xml" Id="Rd0700e3019454da3" /><Relationship Type="http://schemas.openxmlformats.org/officeDocument/2006/relationships/slide" Target="/ppt/slides/slide1.xml" Id="R21bb2c6a42c14d19" /><Relationship Type="http://schemas.openxmlformats.org/officeDocument/2006/relationships/slide" Target="/ppt/slides/slide2.xml" Id="R853f5660147b4065" /><Relationship Type="http://schemas.openxmlformats.org/officeDocument/2006/relationships/slide" Target="/ppt/slides/slide3.xml" Id="R73467a42d68846fb" /><Relationship Type="http://schemas.openxmlformats.org/officeDocument/2006/relationships/slide" Target="/ppt/slides/slide4.xml" Id="Rb26c8a304fe446c0" /><Relationship Type="http://schemas.openxmlformats.org/officeDocument/2006/relationships/slide" Target="/ppt/slides/slide5.xml" Id="Rf377f83fc1744a6b" /><Relationship Type="http://schemas.openxmlformats.org/officeDocument/2006/relationships/slide" Target="/ppt/slides/slide6.xml" Id="Rd0d403b1eaab49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2170f7e11d42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c60c18c35e4122" /><Relationship Type="http://schemas.openxmlformats.org/officeDocument/2006/relationships/notesMaster" Target="/ppt/notesMasters/notesMaster1.xml" Id="Rdf07bc13ebed42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0079dd7612468e" /><Relationship Type="http://schemas.openxmlformats.org/officeDocument/2006/relationships/notesMaster" Target="/ppt/notesMasters/notesMaster1.xml" Id="Rfd8d73a416ed4c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6724de7bf240b4" /><Relationship Type="http://schemas.openxmlformats.org/officeDocument/2006/relationships/notesMaster" Target="/ppt/notesMasters/notesMaster1.xml" Id="R777603f4baf84c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e111ab02304b08" /><Relationship Type="http://schemas.openxmlformats.org/officeDocument/2006/relationships/notesMaster" Target="/ppt/notesMasters/notesMaster1.xml" Id="R8812cdf50f714a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04382b947740b1" /><Relationship Type="http://schemas.openxmlformats.org/officeDocument/2006/relationships/notesMaster" Target="/ppt/notesMasters/notesMaster1.xml" Id="Rb67cdfde38d24e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9f97eb4887493a" /><Relationship Type="http://schemas.openxmlformats.org/officeDocument/2006/relationships/notesMaster" Target="/ppt/notesMasters/notesMaster1.xml" Id="R6023e41fd88f4b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今回は、Ec Price Tracker Liteの技術構成を短く解説します。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https://github.com/syunnjack/ec-price-tracker-lite</a:t>
            </a:r>
          </a:p>
          <a:p xmlns:a="http://schemas.openxmlformats.org/drawingml/2006/main">
            <a:r>
              <a:t>- https://syunnjack.dev/articles/ec-price-tracker-lite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軽量ECサイト価格トラッカー（Python・CSV履歴出力）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https://github.com/syunnjack/ec-price-tracker-lite</a:t>
            </a:r>
          </a:p>
          <a:p xmlns:a="http://schemas.openxmlformats.org/drawingml/2006/main">
            <a:r>
              <a:t>- https://syunnjack.dev/articles/ec-price-tracker-lite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主な技術はPythonです。役割を分け、保守しやすい構成を目指しています。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https://github.com/syunnjack/ec-price-tracker-lite</a:t>
            </a:r>
          </a:p>
          <a:p xmlns:a="http://schemas.openxmlformats.org/drawingml/2006/main">
            <a:r>
              <a:t>- https://syunnjack.dev/articles/ec-price-tracker-lite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リポジトリでは、主要なソースファイルを中心に実装を確認できます。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https://github.com/syunnjack/ec-price-tracker-lite</a:t>
            </a:r>
          </a:p>
          <a:p xmlns:a="http://schemas.openxmlformats.org/drawingml/2006/main">
            <a:r>
              <a:t>- https://syunnjack.dev/articles/ec-price-tracker-lite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直近のコミットでは、構成の更新と保守性の改善が行われました。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https://github.com/syunnjack/ec-price-tracker-lite</a:t>
            </a:r>
          </a:p>
          <a:p xmlns:a="http://schemas.openxmlformats.org/drawingml/2006/main">
            <a:r>
              <a:t>- https://syunnjack.dev/articles/ec-price-tracker-lite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詳しい設計とコミット履歴は、技術ブログ積み上げログの記事で紹介しています。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https://github.com/syunnjack/ec-price-tracker-lite</a:t>
            </a:r>
          </a:p>
          <a:p xmlns:a="http://schemas.openxmlformats.org/drawingml/2006/main">
            <a:r>
              <a:t>- https://syunnjack.dev/articles/ec-price-tracker-lite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ba928d02d444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4da0fc4ba64b8c" /><Relationship Type="http://schemas.openxmlformats.org/officeDocument/2006/relationships/slideLayout" Target="/ppt/slideLayouts/slideLayout1.xml" Id="Rab61d22a4b3545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61d22a4b3545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bdb698a67d4144" /><Relationship Type="http://schemas.openxmlformats.org/officeDocument/2006/relationships/notesSlide" Target="/ppt/notesSlides/notesSlide1.xml" Id="R206cde6edb6c42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c5b685e1b34828" /><Relationship Type="http://schemas.openxmlformats.org/officeDocument/2006/relationships/notesSlide" Target="/ppt/notesSlides/notesSlide2.xml" Id="R060cf125a1404b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1365bc8782409d" /><Relationship Type="http://schemas.openxmlformats.org/officeDocument/2006/relationships/notesSlide" Target="/ppt/notesSlides/notesSlide3.xml" Id="R9cadf92aeb824a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f3129b352240c9" /><Relationship Type="http://schemas.openxmlformats.org/officeDocument/2006/relationships/notesSlide" Target="/ppt/notesSlides/notesSlide4.xml" Id="Rf971bee94f614f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9018224e2d4ab7" /><Relationship Type="http://schemas.openxmlformats.org/officeDocument/2006/relationships/notesSlide" Target="/ppt/notesSlides/notesSlide5.xml" Id="Rcb805cca7fd946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418de0e27941fa" /><Relationship Type="http://schemas.openxmlformats.org/officeDocument/2006/relationships/notesSlide" Target="/ppt/notesSlides/notesSlide6.xml" Id="R590c5bcbf2734ad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1C9BD-1685-4D61-82A1-4923A454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937673-EF72-41FA-97BA-415CE0CC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0">
            <a:extLst xmlns:a="http://schemas.openxmlformats.org/drawingml/2006/main">
              <a:ext uri="{FF2B5EF4-FFF2-40B4-BE49-F238E27FC236}">
                <a16:creationId xmlns:a16="http://schemas.microsoft.com/office/drawing/2014/main" id="{7C93DDCE-08CE-4A6C-A20E-10883834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19053F60-1E38-43A4-9883-ED372140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099B5E0-9BDE-4806-AD4A-823B7821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2C22"/>
                </a:solidFill>
              </a:defRPr>
            </a:pPr>
            <a:r>
              <a:rPr sz="4350" b="1">
                <a:solidFill>
                  <a:srgbClr val="002C22"/>
                </a:solidFill>
              </a:rPr>
              <a:t>Ec Price Tracker Liteの技術解説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606023B7-DA47-41D6-A82C-45C5FD0F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7534D"/>
                </a:solidFill>
              </a:defRPr>
            </a:pPr>
            <a:r>
              <a:rPr sz="1875">
                <a:solidFill>
                  <a:srgbClr val="57534D"/>
                </a:solidFill>
              </a:rPr>
              <a:t>設計・実装・コミットから学ぶ短時間の技術解説</a:t>
            </a:r>
          </a:p>
        </p:txBody>
      </p:sp>
      <p:sp>
        <p:nvSpPr>
          <p:cNvPr id="7" name="language">
            <a:extLst xmlns:a="http://schemas.openxmlformats.org/drawingml/2006/main">
              <a:ext uri="{FF2B5EF4-FFF2-40B4-BE49-F238E27FC236}">
                <a16:creationId xmlns:a16="http://schemas.microsoft.com/office/drawing/2014/main" id="{7DC1E40F-B1EA-4685-858A-E4865215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E9A00"/>
                </a:solidFill>
              </a:defRPr>
            </a:pPr>
            <a:r>
              <a:rPr sz="1500" b="1">
                <a:solidFill>
                  <a:srgbClr val="FE9A00"/>
                </a:solidFill>
              </a:rPr>
              <a:t>Python</a:t>
            </a:r>
          </a:p>
        </p:txBody>
      </p:sp>
    </p:spTree>
    <p:extLst>
      <p:ext uri="{BB962C8B-B14F-4D97-AF65-F5344CB8AC3E}">
        <p14:creationId xmlns:p14="http://schemas.microsoft.com/office/powerpoint/2010/main" val="9252824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864065-CF03-428F-A2C8-228D9BA7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28F449-82B1-4BF5-A7DC-7900713E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1">
            <a:extLst xmlns:a="http://schemas.openxmlformats.org/drawingml/2006/main">
              <a:ext uri="{FF2B5EF4-FFF2-40B4-BE49-F238E27FC236}">
                <a16:creationId xmlns:a16="http://schemas.microsoft.com/office/drawing/2014/main" id="{FFDAFBBA-E5D7-47C0-8510-48488949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1">
            <a:extLst xmlns:a="http://schemas.openxmlformats.org/drawingml/2006/main">
              <a:ext uri="{FF2B5EF4-FFF2-40B4-BE49-F238E27FC236}">
                <a16:creationId xmlns:a16="http://schemas.microsoft.com/office/drawing/2014/main" id="{9B6A744D-9763-41E6-9841-20104E05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02</a:t>
            </a:r>
          </a:p>
        </p:txBody>
      </p:sp>
      <p:sp>
        <p:nvSpPr>
          <p:cNvPr id="5" name="title-1">
            <a:extLst xmlns:a="http://schemas.openxmlformats.org/drawingml/2006/main">
              <a:ext uri="{FF2B5EF4-FFF2-40B4-BE49-F238E27FC236}">
                <a16:creationId xmlns:a16="http://schemas.microsoft.com/office/drawing/2014/main" id="{113D7F6F-92F5-4F42-9697-69509D70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このプロジェクトは何を解決する？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B5E623-34FC-409F-9B12-8F836EA3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D3C444EF-0BE3-4923-97A0-7F0B9701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軽量ECサイト価格トラッカー（Python・CSV履歴出力）</a:t>
            </a:r>
          </a:p>
        </p:txBody>
      </p:sp>
    </p:spTree>
    <p:extLst>
      <p:ext uri="{BB962C8B-B14F-4D97-AF65-F5344CB8AC3E}">
        <p14:creationId xmlns:p14="http://schemas.microsoft.com/office/powerpoint/2010/main" val="10990598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D55737-0392-48DC-9914-2A6DBE39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C18659-5F82-4198-A4A7-8EBAE988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2">
            <a:extLst xmlns:a="http://schemas.openxmlformats.org/drawingml/2006/main">
              <a:ext uri="{FF2B5EF4-FFF2-40B4-BE49-F238E27FC236}">
                <a16:creationId xmlns:a16="http://schemas.microsoft.com/office/drawing/2014/main" id="{0B6C19A7-9A7E-4E03-B8B4-6DE88A03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8A91342E-61DF-4E15-9084-E3A33243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03</a:t>
            </a:r>
          </a:p>
        </p:txBody>
      </p:sp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6CB38C69-0D12-4611-85C4-BE5CBB7D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技術スタック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F2F74C-7210-4A6B-A468-423DBF13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6E40CAAC-9FB7-4DC5-919C-79307FAC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主要技術：Python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役割を分け、保守しやすい構成を目指しています。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1680322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583BEC-EB4B-419C-94E0-AFDB6B79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4E6670-8726-49A3-B896-49DDB023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3">
            <a:extLst xmlns:a="http://schemas.openxmlformats.org/drawingml/2006/main">
              <a:ext uri="{FF2B5EF4-FFF2-40B4-BE49-F238E27FC236}">
                <a16:creationId xmlns:a16="http://schemas.microsoft.com/office/drawing/2014/main" id="{4C1F1A6B-8076-4DBD-B43E-B670A6DA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D9FD6B35-5E48-4CA4-AFA1-0864984C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04</a:t>
            </a:r>
          </a:p>
        </p:txBody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E02BC60E-F79A-4FE8-A927-36FF16C2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リポジトリの読みどころ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CFE5D7-D9D2-4861-A097-9B4C91F4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3">
            <a:extLst xmlns:a="http://schemas.openxmlformats.org/drawingml/2006/main">
              <a:ext uri="{FF2B5EF4-FFF2-40B4-BE49-F238E27FC236}">
                <a16:creationId xmlns:a16="http://schemas.microsoft.com/office/drawing/2014/main" id="{48AFC40A-80D4-437E-9026-7D1D83A0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公開コード、README、コミット履歴から設計判断を確認できます。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主なファイル：主要なソースファイル</a:t>
            </a:r>
          </a:p>
        </p:txBody>
      </p:sp>
    </p:spTree>
    <p:extLst>
      <p:ext uri="{BB962C8B-B14F-4D97-AF65-F5344CB8AC3E}">
        <p14:creationId xmlns:p14="http://schemas.microsoft.com/office/powerpoint/2010/main" val="8024316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532270-7B93-4FE9-A6D6-80FD5545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933B25-2086-4DC6-94EF-484B1CDB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4">
            <a:extLst xmlns:a="http://schemas.openxmlformats.org/drawingml/2006/main">
              <a:ext uri="{FF2B5EF4-FFF2-40B4-BE49-F238E27FC236}">
                <a16:creationId xmlns:a16="http://schemas.microsoft.com/office/drawing/2014/main" id="{0D92FB5D-A1B0-40A6-817E-1E73BA75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CC650EF0-09FD-4D61-B717-561E5B54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05</a:t>
            </a:r>
          </a:p>
        </p:txBody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174009C8-0BC9-4FA2-8DB5-5B11938F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コミットから分かる改善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CFB672-81EF-4D2E-AEC4-3279945B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4">
            <a:extLst xmlns:a="http://schemas.openxmlformats.org/drawingml/2006/main">
              <a:ext uri="{FF2B5EF4-FFF2-40B4-BE49-F238E27FC236}">
                <a16:creationId xmlns:a16="http://schemas.microsoft.com/office/drawing/2014/main" id="{F4262E17-BF3E-411C-949B-102F13E3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直近のコミットでは、構成の更新と保守性の改善が行われました。</a:t>
            </a:r>
          </a:p>
        </p:txBody>
      </p:sp>
    </p:spTree>
    <p:extLst>
      <p:ext uri="{BB962C8B-B14F-4D97-AF65-F5344CB8AC3E}">
        <p14:creationId xmlns:p14="http://schemas.microsoft.com/office/powerpoint/2010/main" val="5975395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36AD9B-F63D-4921-A84E-8DEAC55C9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96443A-60B0-4230-841F-9DB2A3B4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5">
            <a:extLst xmlns:a="http://schemas.openxmlformats.org/drawingml/2006/main">
              <a:ext uri="{FF2B5EF4-FFF2-40B4-BE49-F238E27FC236}">
                <a16:creationId xmlns:a16="http://schemas.microsoft.com/office/drawing/2014/main" id="{EAF512A7-95EA-4FD4-BE12-E281AA4B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BF83A211-C469-4DAB-8498-CF9FE94D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06</a:t>
            </a:r>
          </a:p>
        </p:txBody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C8A964BD-6C4D-4742-9627-EE6F8F13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詳しくは積み上げログへ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0CB92F-55A2-48DC-83DF-73125B2A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5">
            <a:extLst xmlns:a="http://schemas.openxmlformats.org/drawingml/2006/main">
              <a:ext uri="{FF2B5EF4-FFF2-40B4-BE49-F238E27FC236}">
                <a16:creationId xmlns:a16="http://schemas.microsoft.com/office/drawing/2014/main" id="{029962C8-8E5B-4CD3-9D2A-2600AB37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記事： https://syunnjack.dev/articles/ec-price-tracker-lite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学び、作り、振り返る開発記録。</a:t>
            </a:r>
          </a:p>
        </p:txBody>
      </p:sp>
    </p:spTree>
    <p:extLst>
      <p:ext uri="{BB962C8B-B14F-4D97-AF65-F5344CB8AC3E}">
        <p14:creationId xmlns:p14="http://schemas.microsoft.com/office/powerpoint/2010/main" val="5344737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2026-08-15T14:02:43.3780000Z</dcterms:created>
  <dcterms:modified xsi:type="dcterms:W3CDTF">2026-08-15T14:02:43.3780000Z</dcterms:modified>
</coreProperties>
</file>