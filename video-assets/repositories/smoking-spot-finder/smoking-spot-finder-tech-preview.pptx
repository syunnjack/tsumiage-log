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C79DC2-68CF-02BC-E8C0-CFD73F702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0B11426-83A9-319B-C790-9B59C55105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553119-44D9-DE32-B389-E96767636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547F7-58F2-4860-A5CB-7650EEC5A09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989551-80BD-D10F-94C2-360E5FC7A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1399AA5-B215-D185-A050-F7671C166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1FC7E-FF4E-4E42-A3E1-BBB7562D17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9785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7FF998-DAF4-3364-AC72-D01CF8009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E080FD4-9052-F385-171B-8C242BF15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51B7CB-E789-217F-3F8B-20A8895E2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547F7-58F2-4860-A5CB-7650EEC5A09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7A4AF2C-744E-07BE-03C1-ED82B85EE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A6DC14-BE39-C173-C28A-A4FE9E726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1FC7E-FF4E-4E42-A3E1-BBB7562D17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5209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C6499E-3F98-B3E2-1237-0AFA7E878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FBE16BE-27DA-5976-2E20-0E5ACF723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7ABE2D-18CC-AC46-B18D-1F8C62E76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547F7-58F2-4860-A5CB-7650EEC5A09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A053CA-1804-E8DD-27AA-550C1316F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DDD2FF-C356-24A9-2FC3-86FEAD17C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1FC7E-FF4E-4E42-A3E1-BBB7562D17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3018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5159A1-B536-B74B-1DEE-1EBC010A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ACD8FC-C77E-684D-DB43-C8B88B4A98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4E5EEA0-3253-FBA9-D1F6-C0678B5EB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C136F7-2D55-4252-6A2D-352C8D519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547F7-58F2-4860-A5CB-7650EEC5A09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B08559D-C27D-B2EF-EB29-272F3385A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C240FDA-07BB-16A2-CB0B-EC87B2938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1FC7E-FF4E-4E42-A3E1-BBB7562D17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2712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ADA749-4425-A94E-FB77-8AE6182EB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C5558B5-EA6C-4478-6E42-F5860E165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B5080EB-B7BB-02C6-E5A9-01C13862D3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D99B625-55DD-42B7-6EF4-892A0D5121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D59F34B-C0F9-178A-9485-BD37D499C8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E93BAB0-A5A6-890F-BE7D-E7E74E763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547F7-58F2-4860-A5CB-7650EEC5A09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586342A-C493-EE13-266A-17F57D842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04C9359-81DD-8006-5781-5BDE317AC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1FC7E-FF4E-4E42-A3E1-BBB7562D17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4595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E45DB9-DABA-6478-E673-CFCF808F0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BC2E272-6066-BA26-1499-E2DABF65C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547F7-58F2-4860-A5CB-7650EEC5A09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9A2A954-558C-4C8A-B419-4AAA406A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85F1CE6-88A4-E253-6E29-4FC24D036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1FC7E-FF4E-4E42-A3E1-BBB7562D17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0322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09ADD03-8EC6-E402-F291-7177439D7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547F7-58F2-4860-A5CB-7650EEC5A09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5E93427-B7F7-A625-C017-BDFEDC9C8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AF5A331-CE54-71C3-C7F7-A489CAD8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1FC7E-FF4E-4E42-A3E1-BBB7562D17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0568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38F764-BF24-E059-6B41-9DF834A70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B6B1A2-BF9E-5C6B-23F7-0E81DA2C6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B06D44F-96AD-2406-C6A7-44ABBD94BB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224F571-0FAE-1D2F-03FE-7FEFF1627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547F7-58F2-4860-A5CB-7650EEC5A09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15DC3A0-C3EF-0A1B-5AE8-A1E192B91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437B2BB-E6B3-CF53-1253-1A0FA8CDD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1FC7E-FF4E-4E42-A3E1-BBB7562D17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7930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93795A-C1A7-50B4-A873-8E3E0D11F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9F5D626-DBE1-8FF2-9534-50D75324D9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2C53021-FF25-CF14-B768-3CD613F87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2BF0EAF-A9AD-3685-34AB-F1F0C8569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547F7-58F2-4860-A5CB-7650EEC5A09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CF97CD8-DFC6-8938-B87B-7C5298F8F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4571DB-A014-77B7-1681-D39FE8646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1FC7E-FF4E-4E42-A3E1-BBB7562D17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7525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452578-0A47-8D09-BA20-6E732F21E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40C4C77-E9B2-0B63-4478-2D4E98BAA8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CE7F3D-F05F-70E0-96E7-10CF15842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547F7-58F2-4860-A5CB-7650EEC5A09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58078BA-3980-0C64-2F18-42C81CBA5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345253-7FD5-A3A0-2664-CAC181B64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1FC7E-FF4E-4E42-A3E1-BBB7562D17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3723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34F62F1-45F7-F4A9-29AA-DB7E1B1718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611C6A-D9C4-5120-6D5F-4F2B6A9BB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73F670-7527-35E7-7864-F7F47A2D7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547F7-58F2-4860-A5CB-7650EEC5A09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7DC14E-9832-F677-718F-4AC7C41F7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4BC7CB-FA56-AB39-6173-FB9EF8391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1FC7E-FF4E-4E42-A3E1-BBB7562D17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4179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7756667-EA16-796B-B328-9F7F5BA6F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39F728B-DA5B-0622-A41C-9B7207D2D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614CE7-2FFA-E8D7-3EDB-4818E54160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547F7-58F2-4860-A5CB-7650EEC5A09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96B1DCC-E7A9-B4B5-83D2-2C49D6BC01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7E5776-04BD-8163-92A1-5C4D8EAF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1FC7E-FF4E-4E42-A3E1-BBB7562D17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6496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D8192B7-DEFF-A128-6EAB-BF0A91A5BA6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E5AAC88-DC98-7EF5-C91B-2BB7B9FC05E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Smoking Spot Finder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89F68BC-E581-1A55-A605-0FA0B6EAFDA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671547A-6325-E85C-C9F9-FFF3928A75E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E38AF8D7-A30F-AF01-C747-CBF867813A4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9170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1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2C8083F-63DA-672C-25FF-592F48B5715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2433ACD-A7ED-0A1E-2A8B-1C268CB93FB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4656A36-08FF-6DDD-D141-200AB131420D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Smoking Spot Finder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3A13F3F-E831-07CA-2F7C-C515079EDB0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EBE74F4F-C9FB-C39B-5D98-3C2490148FD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4609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E2CDE51-7EC0-CD01-87C0-05F013F03B5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12CA9D3-8FF5-1EB6-DB61-8069945B523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5435EB3-2C44-3909-D927-596914D8D702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0DFBDC9-ADE1-3FC4-7FD1-17BFA191B0A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545B4C6E-9CCF-D5BE-0044-6D495BBD2A3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3745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5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CA1CBF5-3CE2-083D-0D41-90877DD2C36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0CDADA4-5F5D-4669-F0AD-3FA5B074C26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D1B6BFD-8575-A0E2-3077-D42982079BB6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AGENTS.md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CLAUDE.md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E67E8CE-C939-66AA-2D32-C29D10B26E0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E4E3ABDA-5AC7-31E9-C819-BE9A017E842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12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429E987-FFCC-FD8C-E1FF-6E1779DD176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68F851F-092D-AD57-4C50-7592336B52E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E2FE2F5-3725-FC3D-96FC-E453D86C58B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直近のコミットでは、新機能の追加と実装強化が行われました。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AC165FD-652A-729A-FA6B-405A40F63B7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3DA37F9E-1B77-5866-65FA-B69C164F3CD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4778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21F25EC-7EB4-5A17-39DE-99595C7AAB9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FB0745D-2805-907C-BC4C-F00FC4F3C13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D95D054-4475-21E4-381B-0C2F4A67CBC6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https://syunnjack.dev/articles/smoking-spot-finder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7148594-D6C5-8152-A58D-0BC01C1BA46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DD307F2A-83DD-2170-0A83-B2D7D31645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330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2026-07-30T12:08:47Z</dcterms:created>
  <dcterms:modified xsi:type="dcterms:W3CDTF">2026-07-30T12:08:47Z</dcterms:modified>
</cp:coreProperties>
</file>