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38a13a761548d6" /><Relationship Type="http://schemas.openxmlformats.org/officeDocument/2006/relationships/extended-properties" Target="/docProps/app.xml" Id="R2f32d7a5d3a94fdb" /><Relationship Type="http://schemas.openxmlformats.org/officeDocument/2006/relationships/officeDocument" Target="/ppt/presentation.xml" Id="R1c5e1338645945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8eae9bd834ea0"/>
  </p:sldMasterIdLst>
  <p:notesMasterIdLst>
    <p:notesMasterId xmlns:r="http://schemas.openxmlformats.org/officeDocument/2006/relationships" r:id="R3c1da164e58647ae"/>
  </p:notesMasterIdLst>
  <p:sldIdLst>
    <p:sldId xmlns:r="http://schemas.openxmlformats.org/officeDocument/2006/relationships" id="256" r:id="R52ab2f74093f4b44"/>
    <p:sldId xmlns:r="http://schemas.openxmlformats.org/officeDocument/2006/relationships" id="257" r:id="R8a5b1d9a0a3945fb"/>
    <p:sldId xmlns:r="http://schemas.openxmlformats.org/officeDocument/2006/relationships" id="258" r:id="Rc4c9672f3dd246da"/>
    <p:sldId xmlns:r="http://schemas.openxmlformats.org/officeDocument/2006/relationships" id="259" r:id="R9d5635b97e914089"/>
    <p:sldId xmlns:r="http://schemas.openxmlformats.org/officeDocument/2006/relationships" id="260" r:id="R4da5df6e485c4f96"/>
    <p:sldId xmlns:r="http://schemas.openxmlformats.org/officeDocument/2006/relationships" id="261" r:id="Rb070b374310145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485698a9ba49ae" /><Relationship Type="http://schemas.openxmlformats.org/officeDocument/2006/relationships/slideMaster" Target="/ppt/slideMasters/slideMaster1.xml" Id="R8f58eae9bd834ea0" /><Relationship Type="http://schemas.openxmlformats.org/officeDocument/2006/relationships/notesMaster" Target="/ppt/notesMasters/notesMaster1.xml" Id="R3c1da164e58647ae" /><Relationship Type="http://schemas.openxmlformats.org/officeDocument/2006/relationships/presProps" Target="/ppt/presProps.xml" Id="Ra3460485b7944fb3" /><Relationship Type="http://schemas.openxmlformats.org/officeDocument/2006/relationships/tableStyles" Target="/ppt/tableStyles.xml" Id="Rddb3c28d4f804b9c" /><Relationship Type="http://schemas.openxmlformats.org/officeDocument/2006/relationships/slide" Target="/ppt/slides/slide1.xml" Id="R52ab2f74093f4b44" /><Relationship Type="http://schemas.openxmlformats.org/officeDocument/2006/relationships/slide" Target="/ppt/slides/slide2.xml" Id="R8a5b1d9a0a3945fb" /><Relationship Type="http://schemas.openxmlformats.org/officeDocument/2006/relationships/slide" Target="/ppt/slides/slide3.xml" Id="Rc4c9672f3dd246da" /><Relationship Type="http://schemas.openxmlformats.org/officeDocument/2006/relationships/slide" Target="/ppt/slides/slide4.xml" Id="R9d5635b97e914089" /><Relationship Type="http://schemas.openxmlformats.org/officeDocument/2006/relationships/slide" Target="/ppt/slides/slide5.xml" Id="R4da5df6e485c4f96" /><Relationship Type="http://schemas.openxmlformats.org/officeDocument/2006/relationships/slide" Target="/ppt/slides/slide6.xml" Id="Rb070b374310145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4f1693a4f349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81f29db25842ff" /><Relationship Type="http://schemas.openxmlformats.org/officeDocument/2006/relationships/notesMaster" Target="/ppt/notesMasters/notesMaster1.xml" Id="Rf79be91b76dc45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78b07311da42bb" /><Relationship Type="http://schemas.openxmlformats.org/officeDocument/2006/relationships/notesMaster" Target="/ppt/notesMasters/notesMaster1.xml" Id="Rfecc05b2d83d40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e76f75a042475c" /><Relationship Type="http://schemas.openxmlformats.org/officeDocument/2006/relationships/notesMaster" Target="/ppt/notesMasters/notesMaster1.xml" Id="R327359d691364e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731e87a5124f22" /><Relationship Type="http://schemas.openxmlformats.org/officeDocument/2006/relationships/notesMaster" Target="/ppt/notesMasters/notesMaster1.xml" Id="R3aa4e3cbe38943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6910b51be742c1" /><Relationship Type="http://schemas.openxmlformats.org/officeDocument/2006/relationships/notesMaster" Target="/ppt/notesMasters/notesMaster1.xml" Id="Rd9965dc66b4d48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d5d6b84a2d4291" /><Relationship Type="http://schemas.openxmlformats.org/officeDocument/2006/relationships/notesMaster" Target="/ppt/notesMasters/notesMaster1.xml" Id="Rf39bfd5e35004c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今回は、Laravel Sdkの技術構成を短く解説します。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Laravel Sdkの設計と実装を記録したプロジェクト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https://github.com/syunnjack/laravel-sdk</a:t>
            </a:r>
          </a:p>
          <a:p xmlns:a="http://schemas.openxmlformats.org/drawingml/2006/main">
            <a:r>
              <a:t>- https://syunnjack.dev/articles/laravel-sdk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c98c7626a42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ad019aec0a475b" /><Relationship Type="http://schemas.openxmlformats.org/officeDocument/2006/relationships/slideLayout" Target="/ppt/slideLayouts/slideLayout1.xml" Id="R005b97f3624947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5b97f3624947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c4ecb0744488b" /><Relationship Type="http://schemas.openxmlformats.org/officeDocument/2006/relationships/notesSlide" Target="/ppt/notesSlides/notesSlide1.xml" Id="Ra9df0ce4edae46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1896692fc4df5" /><Relationship Type="http://schemas.openxmlformats.org/officeDocument/2006/relationships/notesSlide" Target="/ppt/notesSlides/notesSlide2.xml" Id="R125928bb733744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ab6c9ff744ae3" /><Relationship Type="http://schemas.openxmlformats.org/officeDocument/2006/relationships/notesSlide" Target="/ppt/notesSlides/notesSlide3.xml" Id="R20ce9b42099240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ac35842c8470d" /><Relationship Type="http://schemas.openxmlformats.org/officeDocument/2006/relationships/notesSlide" Target="/ppt/notesSlides/notesSlide4.xml" Id="R7a8b5a0dbdf943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7308edd204210" /><Relationship Type="http://schemas.openxmlformats.org/officeDocument/2006/relationships/notesSlide" Target="/ppt/notesSlides/notesSlide5.xml" Id="R8b9b2b44c14c4f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2773883104088" /><Relationship Type="http://schemas.openxmlformats.org/officeDocument/2006/relationships/notesSlide" Target="/ppt/notesSlides/notesSlide6.xml" Id="R28eb0d6d931d4b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29EF2-1232-44B7-A61E-2095E6F3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2CBBE-B04C-4EBF-80B6-33D7714E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A8289407-D308-47AF-B7F1-FB6420DA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352251A-60DA-45FA-B010-972E3FD8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1CB8F30-0805-4C95-AAE5-6664A9D2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Laravel Sdkの技術解説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FC5B5F3F-60F0-4C7D-945F-3FD4C15F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C192AC2F-663C-4303-81E1-D66B5D29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868633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B1266-E6C4-468A-A2FF-36A280E5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63A38-D3D6-4033-8DF3-7FE5BA19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DC2936F0-9B47-4A66-8D7A-4CF265D1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E7F14E7E-05F0-4465-83D3-6EBA5EAE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30D63650-5374-42D2-84C3-9E541AA9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E3885-F5AE-4988-B22C-4A4CC14B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852ABCEC-2459-4E64-82A0-FABAF466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Laravel Sdkの設計と実装を記録したプロジェクト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2055147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824A2-FE6E-4497-B4A4-84DD9CF9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5FD98-F8A8-4E76-8FBA-9A9E098F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048B6F04-1A69-4423-939C-33DFC4C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1B7D3279-A758-49DB-ADDA-8769C1F9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69C34340-BB5A-4613-BB59-D66A127A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53A1D-3FB8-4429-8F3B-133C6E74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0AF6A3A7-9808-40AF-8C7A-BC37925F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12517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2BF29-8426-48E9-9475-AC96C09D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016BE-A4BC-428B-B237-40A95799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11485008-3D0E-4E07-85DC-875D3C5E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162F244C-7836-487B-8C07-36C16D0F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3D4897C9-354E-41FE-9A3D-1F4F4E2F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EBAEB-F915-40EA-88AB-6414F359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35928401-998E-413C-82C9-9DFC70C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6311575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0BA4-43BD-49CE-8347-842BAA1C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65EC2-D1BE-4931-9218-BAFD7FEA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98CB47AE-5BE6-488C-A596-FF072D30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AD5E2E33-041F-44DF-8261-66A367CA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39D8635-F6E6-44E3-9C28-007F81A3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5E5963-84B8-4596-85CF-89125B64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41D8AD67-D051-47C8-B58C-2B6D25BB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9973137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79472-0A29-4EAE-905E-8B5EF738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4BB-09A4-4E47-A311-74AB23ED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A99CC65C-975E-4BB4-ACF5-F221FB70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47C07B93-C998-4DF3-AF16-2B9411E5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F6524A0B-F256-4618-9605-E51A62DB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36518-9F8F-43DA-8C26-84B96556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A057FC45-DB78-4208-A099-B35B7592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https://syunnjack.dev/articles/laravel-sdk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942399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2026-08-15T01:07:35.6700000Z</dcterms:created>
  <dcterms:modified xsi:type="dcterms:W3CDTF">2026-08-15T01:07:35.6700000Z</dcterms:modified>
</coreProperties>
</file>