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228319c614965" /><Relationship Type="http://schemas.openxmlformats.org/officeDocument/2006/relationships/extended-properties" Target="/docProps/app.xml" Id="R2de97b608a11456d" /><Relationship Type="http://schemas.openxmlformats.org/officeDocument/2006/relationships/officeDocument" Target="/ppt/presentation.xml" Id="R28b342069954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38450e75347a5"/>
  </p:sldMasterIdLst>
  <p:notesMasterIdLst>
    <p:notesMasterId xmlns:r="http://schemas.openxmlformats.org/officeDocument/2006/relationships" r:id="R377f9cfdcd4c4fec"/>
  </p:notesMasterIdLst>
  <p:sldIdLst>
    <p:sldId xmlns:r="http://schemas.openxmlformats.org/officeDocument/2006/relationships" id="256" r:id="R1eb3f21e5a164589"/>
    <p:sldId xmlns:r="http://schemas.openxmlformats.org/officeDocument/2006/relationships" id="257" r:id="R2f0cd9960262468f"/>
    <p:sldId xmlns:r="http://schemas.openxmlformats.org/officeDocument/2006/relationships" id="258" r:id="R4ebad383e0a441dc"/>
    <p:sldId xmlns:r="http://schemas.openxmlformats.org/officeDocument/2006/relationships" id="259" r:id="R55cdf1fb2f0a430b"/>
    <p:sldId xmlns:r="http://schemas.openxmlformats.org/officeDocument/2006/relationships" id="260" r:id="Rbff87efa1fa74575"/>
    <p:sldId xmlns:r="http://schemas.openxmlformats.org/officeDocument/2006/relationships" id="261" r:id="Rff5f60b3803e40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a22b5b5114de2" /><Relationship Type="http://schemas.openxmlformats.org/officeDocument/2006/relationships/slideMaster" Target="/ppt/slideMasters/slideMaster1.xml" Id="R46638450e75347a5" /><Relationship Type="http://schemas.openxmlformats.org/officeDocument/2006/relationships/notesMaster" Target="/ppt/notesMasters/notesMaster1.xml" Id="R377f9cfdcd4c4fec" /><Relationship Type="http://schemas.openxmlformats.org/officeDocument/2006/relationships/presProps" Target="/ppt/presProps.xml" Id="Ra70cf0486fb746b0" /><Relationship Type="http://schemas.openxmlformats.org/officeDocument/2006/relationships/tableStyles" Target="/ppt/tableStyles.xml" Id="R1c7d5b0c98844bcd" /><Relationship Type="http://schemas.openxmlformats.org/officeDocument/2006/relationships/slide" Target="/ppt/slides/slide1.xml" Id="R1eb3f21e5a164589" /><Relationship Type="http://schemas.openxmlformats.org/officeDocument/2006/relationships/slide" Target="/ppt/slides/slide2.xml" Id="R2f0cd9960262468f" /><Relationship Type="http://schemas.openxmlformats.org/officeDocument/2006/relationships/slide" Target="/ppt/slides/slide3.xml" Id="R4ebad383e0a441dc" /><Relationship Type="http://schemas.openxmlformats.org/officeDocument/2006/relationships/slide" Target="/ppt/slides/slide4.xml" Id="R55cdf1fb2f0a430b" /><Relationship Type="http://schemas.openxmlformats.org/officeDocument/2006/relationships/slide" Target="/ppt/slides/slide5.xml" Id="Rbff87efa1fa74575" /><Relationship Type="http://schemas.openxmlformats.org/officeDocument/2006/relationships/slide" Target="/ppt/slides/slide6.xml" Id="Rff5f60b3803e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431b32d6ea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2e95ab92b451f" /><Relationship Type="http://schemas.openxmlformats.org/officeDocument/2006/relationships/notesMaster" Target="/ppt/notesMasters/notesMaster1.xml" Id="Rf056287d17f147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51ba0c3a942f1" /><Relationship Type="http://schemas.openxmlformats.org/officeDocument/2006/relationships/notesMaster" Target="/ppt/notesMasters/notesMaster1.xml" Id="R2e5a53b3d3684b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aad468ac2d44eb" /><Relationship Type="http://schemas.openxmlformats.org/officeDocument/2006/relationships/notesMaster" Target="/ppt/notesMasters/notesMaster1.xml" Id="R8bb64bfeaf3f4b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ab582d52554703" /><Relationship Type="http://schemas.openxmlformats.org/officeDocument/2006/relationships/notesMaster" Target="/ppt/notesMasters/notesMaster1.xml" Id="R0828b5e06cc6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cdabf093a4d87" /><Relationship Type="http://schemas.openxmlformats.org/officeDocument/2006/relationships/notesMaster" Target="/ppt/notesMasters/notesMaster1.xml" Id="R8d9b5b121c59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f8eba38a404205" /><Relationship Type="http://schemas.openxmlformats.org/officeDocument/2006/relationships/notesMaster" Target="/ppt/notesMasters/notesMaster1.xml" Id="R0151a9ad3d4345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今回は、Laravel Sdkの技術構成を短く解説します。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Laravel Sdkの設計と実装を記録したプロジェクト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https://github.com/syunnjack/laravel-sdk</a:t>
            </a:r>
          </a:p>
          <a:p xmlns:a="http://schemas.openxmlformats.org/drawingml/2006/main">
            <a:r>
              <a:t>- https://syunnjack.dev/articles/laravel-sdk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030a795a3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7d9c277d444c2" /><Relationship Type="http://schemas.openxmlformats.org/officeDocument/2006/relationships/slideLayout" Target="/ppt/slideLayouts/slideLayout1.xml" Id="R5c378e0bee83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78e0bee83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7d3295f0f4892" /><Relationship Type="http://schemas.openxmlformats.org/officeDocument/2006/relationships/notesSlide" Target="/ppt/notesSlides/notesSlide1.xml" Id="R363d4d11559540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6f3e6eebc416d" /><Relationship Type="http://schemas.openxmlformats.org/officeDocument/2006/relationships/notesSlide" Target="/ppt/notesSlides/notesSlide2.xml" Id="R8448f9632efc4b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2e55e44084a44" /><Relationship Type="http://schemas.openxmlformats.org/officeDocument/2006/relationships/notesSlide" Target="/ppt/notesSlides/notesSlide3.xml" Id="Rf183963ff2a64f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442c2b48d4073" /><Relationship Type="http://schemas.openxmlformats.org/officeDocument/2006/relationships/notesSlide" Target="/ppt/notesSlides/notesSlide4.xml" Id="R34ac9de772a1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9f5382f6545b8" /><Relationship Type="http://schemas.openxmlformats.org/officeDocument/2006/relationships/notesSlide" Target="/ppt/notesSlides/notesSlide5.xml" Id="Rb5100a6670b84b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205968e294d35" /><Relationship Type="http://schemas.openxmlformats.org/officeDocument/2006/relationships/notesSlide" Target="/ppt/notesSlides/notesSlide6.xml" Id="R93c30bd5ecde49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F24F6-990B-4B58-B2D7-973176A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6D7CB-ADA8-47F6-994E-9014BD9D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5C74A716-63BE-4565-B4B7-CEE5042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FE81BB09-C14B-43F8-9D27-318C237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037527-D955-4502-AFFE-3C277C2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Laravel Sdkの技術解説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EBDAFAD-1A08-45DA-9F53-7D75524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E138C7F8-CE08-4954-9DAE-5CE8DA3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1073119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88B47-0048-46AC-BE3E-299D52B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8137F-B0A6-45AA-8ED0-16C5107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77024B40-4F63-407D-A330-D231BADB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1DE692A-4CBF-4D45-A931-90AC692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C05AE08-1753-4DF1-AEA0-C8E153E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B96EF-F2C0-4047-B544-C8E3A3A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578A9003-18F1-4E62-915A-DCF6424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Laravel Sdkの設計と実装を記録したプロジェクト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913870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B6FF7-F6D0-4629-9687-8E474D6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ACECE-EA6D-478A-A6F1-2EC47DA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D3324836-BBCB-4E36-80B0-E59C971F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24F8D6F-7AF6-47C3-938B-07FBE3E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0277797B-4A42-434E-B668-EC85FB15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F5BE7-583F-4F87-8C0A-A713FA55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C9E290E-9790-400C-8905-507020C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49810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32E2B-7AF0-4BE6-B9B2-15086FD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DD751-5673-4AB9-B3B1-5ECC45F3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4FD3A429-F373-4925-BE9D-F0782850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6BACFEA-F929-41DF-BAAB-553318A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501E0ABA-38C9-4C19-AFE2-6F46B0A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EE605-96AD-4C03-8C21-5CBE500C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1CCD694-03DC-4626-9071-DA7D3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739294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AF35A-6B03-44BA-A4E1-206494F1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416C0-A47F-42A0-815E-4B380C8D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710F797B-1CF3-4BA8-8EB5-2C3C689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63EFE2D9-ACAE-479F-8C85-2A74CF8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DE0225D-1FF8-48A3-9496-CB0F6A2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E9D13-A446-4157-BAA7-7A0CAEE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653D46C8-DC62-4E80-AC1C-81966B84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24408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68B9B-9CCE-4AD9-80DB-500D9098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8A0B9-EDE1-4C31-A809-CDCCC4F5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036766B6-30FF-47EF-8AD5-A4A65D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96D60D6-7129-45AD-9AF7-24CF5AB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2869DB01-2926-4653-BA07-8ED534C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A0A7F-F0DB-4AF4-8C9C-40ED973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7E411E96-3C8E-45B8-9D13-13BDB3F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https://syunnjack.dev/articles/laravel-sdk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695343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2026-08-15T06:44:06.9460000Z</dcterms:created>
  <dcterms:modified xsi:type="dcterms:W3CDTF">2026-08-15T06:44:06.9500000Z</dcterms:modified>
</coreProperties>
</file>