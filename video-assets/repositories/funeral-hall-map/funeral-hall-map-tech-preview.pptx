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675055902f45ea" /><Relationship Type="http://schemas.openxmlformats.org/officeDocument/2006/relationships/extended-properties" Target="/docProps/app.xml" Id="R22ae867cdd274b79" /><Relationship Type="http://schemas.openxmlformats.org/officeDocument/2006/relationships/officeDocument" Target="/ppt/presentation.xml" Id="Rbc0194a9ff1c40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81b357c8b34bdf"/>
  </p:sldMasterIdLst>
  <p:notesMasterIdLst>
    <p:notesMasterId xmlns:r="http://schemas.openxmlformats.org/officeDocument/2006/relationships" r:id="Rc4c7a98624d24a56"/>
  </p:notesMasterIdLst>
  <p:sldIdLst>
    <p:sldId xmlns:r="http://schemas.openxmlformats.org/officeDocument/2006/relationships" id="256" r:id="Re5dc10dca982481a"/>
    <p:sldId xmlns:r="http://schemas.openxmlformats.org/officeDocument/2006/relationships" id="257" r:id="R24677615fa2c4851"/>
    <p:sldId xmlns:r="http://schemas.openxmlformats.org/officeDocument/2006/relationships" id="258" r:id="R50d6ce902926469d"/>
    <p:sldId xmlns:r="http://schemas.openxmlformats.org/officeDocument/2006/relationships" id="259" r:id="R3e0b63dc4a354db2"/>
    <p:sldId xmlns:r="http://schemas.openxmlformats.org/officeDocument/2006/relationships" id="260" r:id="Rdc050b4317154412"/>
    <p:sldId xmlns:r="http://schemas.openxmlformats.org/officeDocument/2006/relationships" id="261" r:id="Re4a99af1be0c4e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5886313dff4580" /><Relationship Type="http://schemas.openxmlformats.org/officeDocument/2006/relationships/slideMaster" Target="/ppt/slideMasters/slideMaster1.xml" Id="Rcd81b357c8b34bdf" /><Relationship Type="http://schemas.openxmlformats.org/officeDocument/2006/relationships/notesMaster" Target="/ppt/notesMasters/notesMaster1.xml" Id="Rc4c7a98624d24a56" /><Relationship Type="http://schemas.openxmlformats.org/officeDocument/2006/relationships/presProps" Target="/ppt/presProps.xml" Id="Raeec62d1cd124da9" /><Relationship Type="http://schemas.openxmlformats.org/officeDocument/2006/relationships/tableStyles" Target="/ppt/tableStyles.xml" Id="R1d33a40723fc4bca" /><Relationship Type="http://schemas.openxmlformats.org/officeDocument/2006/relationships/slide" Target="/ppt/slides/slide1.xml" Id="Re5dc10dca982481a" /><Relationship Type="http://schemas.openxmlformats.org/officeDocument/2006/relationships/slide" Target="/ppt/slides/slide2.xml" Id="R24677615fa2c4851" /><Relationship Type="http://schemas.openxmlformats.org/officeDocument/2006/relationships/slide" Target="/ppt/slides/slide3.xml" Id="R50d6ce902926469d" /><Relationship Type="http://schemas.openxmlformats.org/officeDocument/2006/relationships/slide" Target="/ppt/slides/slide4.xml" Id="R3e0b63dc4a354db2" /><Relationship Type="http://schemas.openxmlformats.org/officeDocument/2006/relationships/slide" Target="/ppt/slides/slide5.xml" Id="Rdc050b4317154412" /><Relationship Type="http://schemas.openxmlformats.org/officeDocument/2006/relationships/slide" Target="/ppt/slides/slide6.xml" Id="Re4a99af1be0c4e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169a93a04748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4e2cc691054768" /><Relationship Type="http://schemas.openxmlformats.org/officeDocument/2006/relationships/notesMaster" Target="/ppt/notesMasters/notesMaster1.xml" Id="R5152b7b8e44944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6a7cfba6314cbe" /><Relationship Type="http://schemas.openxmlformats.org/officeDocument/2006/relationships/notesMaster" Target="/ppt/notesMasters/notesMaster1.xml" Id="R1726a673583b49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2d6b511a034ef0" /><Relationship Type="http://schemas.openxmlformats.org/officeDocument/2006/relationships/notesMaster" Target="/ppt/notesMasters/notesMaster1.xml" Id="Rfdd3e878399643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7b9addc4b14d12" /><Relationship Type="http://schemas.openxmlformats.org/officeDocument/2006/relationships/notesMaster" Target="/ppt/notesMasters/notesMaster1.xml" Id="R21f70d01f9fd45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2413c0ad904725" /><Relationship Type="http://schemas.openxmlformats.org/officeDocument/2006/relationships/notesMaster" Target="/ppt/notesMasters/notesMaster1.xml" Id="R64f24252a5224a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867db5e6094e14" /><Relationship Type="http://schemas.openxmlformats.org/officeDocument/2006/relationships/notesMaster" Target="/ppt/notesMasters/notesMaster1.xml" Id="R1ff41e30286d42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今回は、Funeral Hall Mapの技術構成を短く解説します。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https://github.com/syunnjack/funeral-hall-map</a:t>
            </a:r>
          </a:p>
          <a:p xmlns:a="http://schemas.openxmlformats.org/drawingml/2006/main">
            <a:r>
              <a:t>- https://syunnjack.dev/articles/funeral-hall-map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Funeral Hall Mapは、Bladeを中心に設計・実装したプロジェクトです。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https://github.com/syunnjack/funeral-hall-map</a:t>
            </a:r>
          </a:p>
          <a:p xmlns:a="http://schemas.openxmlformats.org/drawingml/2006/main">
            <a:r>
              <a:t>- https://syunnjack.dev/articles/funeral-hall-map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主な技術はBladeです。役割を分け、保守しやすい構成を目指しています。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https://github.com/syunnjack/funeral-hall-map</a:t>
            </a:r>
          </a:p>
          <a:p xmlns:a="http://schemas.openxmlformats.org/drawingml/2006/main">
            <a:r>
              <a:t>- https://syunnjack.dev/articles/funeral-hall-map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https://github.com/syunnjack/funeral-hall-map</a:t>
            </a:r>
          </a:p>
          <a:p xmlns:a="http://schemas.openxmlformats.org/drawingml/2006/main">
            <a:r>
              <a:t>- https://syunnjack.dev/articles/funeral-hall-map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https://github.com/syunnjack/funeral-hall-map</a:t>
            </a:r>
          </a:p>
          <a:p xmlns:a="http://schemas.openxmlformats.org/drawingml/2006/main">
            <a:r>
              <a:t>- https://syunnjack.dev/articles/funeral-hall-map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https://github.com/syunnjack/funeral-hall-map</a:t>
            </a:r>
          </a:p>
          <a:p xmlns:a="http://schemas.openxmlformats.org/drawingml/2006/main">
            <a:r>
              <a:t>- https://syunnjack.dev/articles/funeral-hall-map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1be8b07384e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f61a3b33864beb" /><Relationship Type="http://schemas.openxmlformats.org/officeDocument/2006/relationships/slideLayout" Target="/ppt/slideLayouts/slideLayout1.xml" Id="R0c2c7d06c61245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2c7d06c61245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cbfe2a22d42e7" /><Relationship Type="http://schemas.openxmlformats.org/officeDocument/2006/relationships/notesSlide" Target="/ppt/notesSlides/notesSlide1.xml" Id="R04a3d3e96c0f48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68c7f235d46d4" /><Relationship Type="http://schemas.openxmlformats.org/officeDocument/2006/relationships/notesSlide" Target="/ppt/notesSlides/notesSlide2.xml" Id="R80813ed24dc74f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5947cec5d49ab" /><Relationship Type="http://schemas.openxmlformats.org/officeDocument/2006/relationships/notesSlide" Target="/ppt/notesSlides/notesSlide3.xml" Id="Ra8aade0c96c146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73207250841ce" /><Relationship Type="http://schemas.openxmlformats.org/officeDocument/2006/relationships/notesSlide" Target="/ppt/notesSlides/notesSlide4.xml" Id="Rec66e6cb737d4b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85c363e13425c" /><Relationship Type="http://schemas.openxmlformats.org/officeDocument/2006/relationships/notesSlide" Target="/ppt/notesSlides/notesSlide5.xml" Id="R082c3c81bb7b4e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d8d0ef6c242ce" /><Relationship Type="http://schemas.openxmlformats.org/officeDocument/2006/relationships/notesSlide" Target="/ppt/notesSlides/notesSlide6.xml" Id="R8a739c3b4d0e44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35B5D-7E42-45F2-9B2E-FC3DE604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88356-C963-4220-8225-AE2B7EF1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FAB07F14-4641-4982-BC1C-6088B6DC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C3B59D21-9950-4854-A23B-0DCCDB18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698550A-493D-460C-B7D2-57DC11D2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Funeral Hall Mapの技術解説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44DDF389-F67F-43F4-BA09-07CDD933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1E2BB74C-F732-4D84-8B46-F77651FF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Blade</a:t>
            </a:r>
          </a:p>
        </p:txBody>
      </p:sp>
    </p:spTree>
    <p:extLst>
      <p:ext uri="{BB962C8B-B14F-4D97-AF65-F5344CB8AC3E}">
        <p14:creationId xmlns:p14="http://schemas.microsoft.com/office/powerpoint/2010/main" val="1405752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BA7F4-1F96-4FAC-B718-BA91606F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33B7D-0549-4CD9-A7D9-193CCEB9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83CC90D9-E054-4964-82C1-3C6346A3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763E0D0B-1DF9-4096-BA53-43CE9078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246D1DAA-3B3E-4166-B93A-B2898C72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B5DA4-2C5A-4722-9C06-DA43229E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FC34663D-B760-492A-85AA-D3F10D89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Funeral Hall Mapは、Bladeを中心に設計・実装したプロジェクトです。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528960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B2C7F-CC05-4741-A08F-23E0300D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C38DA-E0D7-4EA6-AB0B-AC9DAC93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292F1D21-195C-4986-85DA-82D51CDD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B475D83-C53D-4EF5-8CED-7C2D5044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64235E95-92ED-491B-973C-06D53676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C42FF-441D-4918-94EF-1A1DC0DE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A93F5B6-614F-4159-9E1F-45821402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主要技術：Blade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969821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1C6F7-E21F-4708-AF3F-B63D3CA0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A0E12-663D-4DEE-975C-F084D236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08C6B0DF-5939-4EA5-8BAB-EF9B9C70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C0A3EDAB-AC71-4B8E-8585-32711425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05F6DD37-4C88-483C-B73D-7FA23201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F5DDE-728E-408C-9789-9F4CC554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995410B8-D41A-4281-A854-39035395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857497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CA60B-472A-4EEF-97BB-86403CB1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12DC8-EE79-497A-AACD-4BC2A35A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63157EDD-AF63-48D2-A8F9-76DA8AB7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7697842-A0AB-42DA-8735-6680626C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968105D7-A808-4EBC-ADE2-BF2B6E7C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B111B-4C06-4D4E-8A72-8F76E83E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9188868F-4067-4CE9-BBD0-6658CC0C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101673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CD204-5CE2-4946-979A-69162FBC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CE375-F94D-49EF-876D-507F4315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B931530C-8917-4456-972F-5DFBB268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24B77863-00A7-4E5A-985B-FFA7CA0C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17692402-1171-45FD-99F6-3CCF0A2B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371BA-EE24-4899-814A-F16C2176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A3CC9AAC-8E99-430C-92DD-27155983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https://syunnjack.dev/articles/funeral-hall-map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72099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2026-08-12T15:23:09.9140000Z</dcterms:created>
  <dcterms:modified xsi:type="dcterms:W3CDTF">2026-08-12T15:23:09.9140000Z</dcterms:modified>
</coreProperties>
</file>