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AFC3E9-664C-D4ED-17A9-587A0CD3A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97EDA48-3159-DAA7-8452-C710CE43A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49437A-60BB-61C1-3EF8-3C8827B8C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3A27AB-A432-15A2-2ABB-AB50EF8A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E1F45F-D284-4AC5-53CE-6A8F6BD8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836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0FC78-C68E-BE3F-589B-BF64AA81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DC41D4-10FE-D86D-72B8-8D7A461D7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172BB3-7514-F190-1154-3DE8B4DD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CDFBA0-BEC2-8736-AACD-8090FFDBF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AB0195-6DF2-22BB-1915-C2A318E65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56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067C3E-F3A6-125F-84B9-FE0334F0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FE98C6-A1A1-5A41-7DB2-459272632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183349-6176-979A-06CE-9611A85BD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114105-E813-CA67-66BE-266F4345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32BFF6-21E6-4950-C946-257DB5A5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350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E3CF3-54DD-B3CB-DE9E-5FB433AC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5E88E0-5466-D0EC-0BEC-615752A0A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E4F252-94D5-3971-406A-64C86A2E7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F6D107-F432-FCD1-7556-37342262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E6BC94-78AF-CDA9-E2A1-F6851E245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B621D1-1617-146A-CDFB-51C1C3EF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3002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F9123B-5946-C422-D00A-A0E38B93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B54A66-E366-5724-98BC-C13BD9783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690DC2-9830-5FD3-14DE-0DC0731C2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72BC7AD-18ED-8E3E-8E23-886324149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7E3AE56-A096-4CE0-681E-C6CEED1E8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B522A1B-FA4F-C81C-8E51-F138394B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18DB448-E5AB-D72F-74FD-4ACA961A4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C0DE3B-A588-05B5-5227-7DAEF5BC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03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AC26B1-9ECD-DBD2-CEA6-AF6B3427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62125BD-9701-6F9F-F1AF-78E0C359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B8F9FC1-B84E-FA97-6F61-08DF62C7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8BF3420-889A-2A41-3079-0E760D9B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894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A1F864-3902-5903-47FF-44DD08FA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4FFC31F-C809-A7A4-58A5-1D008AC9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D39FFC-FCB7-8793-C47F-3E95F072F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54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0FE3CC-151E-0D04-4B21-E050390A0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D4A09A-5623-B57E-32C2-361817520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44FCD7-99A8-5742-A3B2-272A41885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911EEB-A5D4-95FF-1A07-C8D26331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43A3C3-C4EC-F1E2-79F3-1B0AFB44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CE0CA3-D28E-CA6F-ABBE-99635EDC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086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57B8D4-B9C4-34E8-38A2-57A63FB1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C35BD47-10A6-D6CB-95A1-22A544CF4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A2CBF62-8721-C420-F3F5-9CD84F940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2F63DE-73FB-E2F6-3FBA-617137FE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37C50C-9C2B-753C-F723-E44E69C8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6BF632-D22E-4DC9-5BEC-C211C0D1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80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89A88C-9BD2-C505-88E1-0F7B9845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D12914E-9593-B26E-D6B3-48FD291F1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45B1EC-A1C5-1A51-51CC-88BFDB6A2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711186-054F-FAB3-0FBE-D5BFE7A6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093EB1-0149-E2D7-BBB7-DCC16A30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935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FE8D6CF-268B-4463-D094-4D06F052F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FDB7A7D-7C20-E6A8-7DBF-F413FCB0E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69A713-5CA2-E38D-079B-98EDB6F9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57E3F9-B30B-583A-9E2F-5F3B354F1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726484-C53F-7074-5ECF-4D3BA00C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94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4DB7F58-79C4-B943-372F-22D195D2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C0DA1A-2B02-9D85-5F3B-FA802C771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F2EB1F-65CD-639F-A50F-F92057EB7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65D9F-C650-4687-9C48-466A67CDEA8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2A4AA3-95A1-B092-9099-495228F21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C64481-0EF6-6CBE-8528-8802B1404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96522-D5C6-4211-A6D3-1A385CA553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388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D30837-5AC2-5E17-23FF-F6FF07513E2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F1D7D9-5F92-11D1-B720-53389EA9190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Sukima Insight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C3D873-27DC-BC83-806C-12D5FAE36E6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82A147-B808-43A6-88F0-75C27D04267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A7123A91-ADBC-68A0-0E94-3107B45213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38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3712ED7-B0F4-00F3-25E7-ACAEC5F0845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5FF4D06-F621-AB9F-A04C-01D64B59F42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5BA7BDD-D05E-55AD-A41B-202A878298A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Sukima Insight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118B662-F67D-8C31-4454-41E5B628D69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490DCAD-2ADA-7A86-A794-C5A75C3160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27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D1AC7E-E9F7-4982-A564-00B1145E001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42EEBF-6B48-057E-C066-A3C2D2AD991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CBD0C14-2626-1193-3C72-4EB989439C9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8082F2-47F7-2843-983C-3208CDEF4F4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34CCE4BD-D440-C413-F87A-C1225B02B5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20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2A00ED5-F337-F40B-14D9-1D1588A15A5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2A2ABA-3D51-2636-30E7-973802C23C5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EAD432-2F19-93C7-208D-61D2132F3D9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7B73B9F-D659-52B1-8C3E-DA86F6E50AA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6DB01BE6-B8EF-AA43-7421-D2CDB4CABB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96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4FB736-9F7A-A647-FEFC-AF83502930B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66B4DF5-2D3A-472B-9C77-1F93A948814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6E7992-1BD0-C9BB-9B54-A59BC9F3C71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3B4D3B-55DD-36A3-D0A6-B6AA4268623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8519282-AF67-2AD0-6263-2AE02B9236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13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BCCF90-8522-1876-38A7-188DDA7A17D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28610DB-DBC8-57ED-9D9D-D6B930F1C0F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1510276-23FD-D7C2-819B-84E61B37DD7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https://syunnjack.dev/articles/sukima-insight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3FEB2AF-68B9-6D60-AFB1-C8670E6B2BB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682106DF-E4D7-6895-A691-3F5FA47FC5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60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2026-07-30T11:23:26Z</dcterms:created>
  <dcterms:modified xsi:type="dcterms:W3CDTF">2026-07-30T11:23:26Z</dcterms:modified>
</cp:coreProperties>
</file>