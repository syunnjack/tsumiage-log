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c249d37f74cb8" /><Relationship Type="http://schemas.openxmlformats.org/officeDocument/2006/relationships/extended-properties" Target="/docProps/app.xml" Id="R5484a8e4d82e4a7e" /><Relationship Type="http://schemas.openxmlformats.org/officeDocument/2006/relationships/officeDocument" Target="/ppt/presentation.xml" Id="R1d43cb56c7e045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acb454c2e943d7"/>
  </p:sldMasterIdLst>
  <p:notesMasterIdLst>
    <p:notesMasterId xmlns:r="http://schemas.openxmlformats.org/officeDocument/2006/relationships" r:id="R358cc6430eb847d8"/>
  </p:notesMasterIdLst>
  <p:sldIdLst>
    <p:sldId xmlns:r="http://schemas.openxmlformats.org/officeDocument/2006/relationships" id="256" r:id="R7acf208f90d34a20"/>
    <p:sldId xmlns:r="http://schemas.openxmlformats.org/officeDocument/2006/relationships" id="257" r:id="Rcb322f4ac2be4eb8"/>
    <p:sldId xmlns:r="http://schemas.openxmlformats.org/officeDocument/2006/relationships" id="258" r:id="Rf9099b9c1f2a43c7"/>
    <p:sldId xmlns:r="http://schemas.openxmlformats.org/officeDocument/2006/relationships" id="259" r:id="R0e43517e0ee34d7e"/>
    <p:sldId xmlns:r="http://schemas.openxmlformats.org/officeDocument/2006/relationships" id="260" r:id="Rfe60e79993674a6b"/>
    <p:sldId xmlns:r="http://schemas.openxmlformats.org/officeDocument/2006/relationships" id="261" r:id="Rc79e4763ba0346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e143b9657846f9" /><Relationship Type="http://schemas.openxmlformats.org/officeDocument/2006/relationships/slideMaster" Target="/ppt/slideMasters/slideMaster1.xml" Id="R10acb454c2e943d7" /><Relationship Type="http://schemas.openxmlformats.org/officeDocument/2006/relationships/notesMaster" Target="/ppt/notesMasters/notesMaster1.xml" Id="R358cc6430eb847d8" /><Relationship Type="http://schemas.openxmlformats.org/officeDocument/2006/relationships/presProps" Target="/ppt/presProps.xml" Id="Rb41159ffd4824658" /><Relationship Type="http://schemas.openxmlformats.org/officeDocument/2006/relationships/tableStyles" Target="/ppt/tableStyles.xml" Id="Reac292799e5e427d" /><Relationship Type="http://schemas.openxmlformats.org/officeDocument/2006/relationships/slide" Target="/ppt/slides/slide1.xml" Id="R7acf208f90d34a20" /><Relationship Type="http://schemas.openxmlformats.org/officeDocument/2006/relationships/slide" Target="/ppt/slides/slide2.xml" Id="Rcb322f4ac2be4eb8" /><Relationship Type="http://schemas.openxmlformats.org/officeDocument/2006/relationships/slide" Target="/ppt/slides/slide3.xml" Id="Rf9099b9c1f2a43c7" /><Relationship Type="http://schemas.openxmlformats.org/officeDocument/2006/relationships/slide" Target="/ppt/slides/slide4.xml" Id="R0e43517e0ee34d7e" /><Relationship Type="http://schemas.openxmlformats.org/officeDocument/2006/relationships/slide" Target="/ppt/slides/slide5.xml" Id="Rfe60e79993674a6b" /><Relationship Type="http://schemas.openxmlformats.org/officeDocument/2006/relationships/slide" Target="/ppt/slides/slide6.xml" Id="Rc79e4763ba0346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12e081df9940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7dc905fdc641dc" /><Relationship Type="http://schemas.openxmlformats.org/officeDocument/2006/relationships/notesMaster" Target="/ppt/notesMasters/notesMaster1.xml" Id="R770052dae8824c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6ed8cff4c14a1d" /><Relationship Type="http://schemas.openxmlformats.org/officeDocument/2006/relationships/notesMaster" Target="/ppt/notesMasters/notesMaster1.xml" Id="R78acc55613994b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ce583dd39f46ee" /><Relationship Type="http://schemas.openxmlformats.org/officeDocument/2006/relationships/notesMaster" Target="/ppt/notesMasters/notesMaster1.xml" Id="R40334ab6bf7648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41f05ebd534be4" /><Relationship Type="http://schemas.openxmlformats.org/officeDocument/2006/relationships/notesMaster" Target="/ppt/notesMasters/notesMaster1.xml" Id="Rc28c032547f247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b4753bbd164803" /><Relationship Type="http://schemas.openxmlformats.org/officeDocument/2006/relationships/notesMaster" Target="/ppt/notesMasters/notesMaster1.xml" Id="Rc709e39721d0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2080528d6c47dc" /><Relationship Type="http://schemas.openxmlformats.org/officeDocument/2006/relationships/notesMaster" Target="/ppt/notesMasters/notesMaster1.xml" Id="Re08def0e777f47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今回は、Gyosei Yosouの技術構成を短く解説します。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https://github.com/syunnjack/gyosei-yosou</a:t>
            </a:r>
          </a:p>
          <a:p xmlns:a="http://schemas.openxmlformats.org/drawingml/2006/main">
            <a:r>
              <a:t>- https://syunnjack.dev/articles/gyosei-yosou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GYOSAI 行政書士試験 AI予測分析 令和2〜7年度の行政書士本試験問題冊子をもとに、科目配分、抽出品質、論点横断性を可視化する学習支援サイトです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https://github.com/syunnjack/gyosei-yosou</a:t>
            </a:r>
          </a:p>
          <a:p xmlns:a="http://schemas.openxmlformats.org/drawingml/2006/main">
            <a:r>
              <a:t>- https://syunnjack.dev/articles/gyosei-yosou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主な技術はJavaScript・Python・HTMLです。役割を分け、保守しやすい構成を目指しています。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https://github.com/syunnjack/gyosei-yosou</a:t>
            </a:r>
          </a:p>
          <a:p xmlns:a="http://schemas.openxmlformats.org/drawingml/2006/main">
            <a:r>
              <a:t>- https://syunnjack.dev/articles/gyosei-yosou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リポジトリでは、README.md、index.html、package-lock.jsonを中心に実装を確認できます。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https://github.com/syunnjack/gyosei-yosou</a:t>
            </a:r>
          </a:p>
          <a:p xmlns:a="http://schemas.openxmlformats.org/drawingml/2006/main">
            <a:r>
              <a:t>- https://syunnjack.dev/articles/gyosei-yosou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https://github.com/syunnjack/gyosei-yosou</a:t>
            </a:r>
          </a:p>
          <a:p xmlns:a="http://schemas.openxmlformats.org/drawingml/2006/main">
            <a:r>
              <a:t>- https://syunnjack.dev/articles/gyosei-yosou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https://github.com/syunnjack/gyosei-yosou</a:t>
            </a:r>
          </a:p>
          <a:p xmlns:a="http://schemas.openxmlformats.org/drawingml/2006/main">
            <a:r>
              <a:t>- https://syunnjack.dev/articles/gyosei-yosou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0a73f37af41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a16c660e4f40b8" /><Relationship Type="http://schemas.openxmlformats.org/officeDocument/2006/relationships/slideLayout" Target="/ppt/slideLayouts/slideLayout1.xml" Id="R244a173f4b2f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4a173f4b2f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55714355b4d0c" /><Relationship Type="http://schemas.openxmlformats.org/officeDocument/2006/relationships/notesSlide" Target="/ppt/notesSlides/notesSlide1.xml" Id="R790f887993f9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56fa46ec54b07" /><Relationship Type="http://schemas.openxmlformats.org/officeDocument/2006/relationships/notesSlide" Target="/ppt/notesSlides/notesSlide2.xml" Id="R712d319ecd9446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b781c8fc3492e" /><Relationship Type="http://schemas.openxmlformats.org/officeDocument/2006/relationships/notesSlide" Target="/ppt/notesSlides/notesSlide3.xml" Id="Rb91f6e3bf44540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cecec9d3e40f7" /><Relationship Type="http://schemas.openxmlformats.org/officeDocument/2006/relationships/notesSlide" Target="/ppt/notesSlides/notesSlide4.xml" Id="Rf1684096bce249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74451119d44c1" /><Relationship Type="http://schemas.openxmlformats.org/officeDocument/2006/relationships/notesSlide" Target="/ppt/notesSlides/notesSlide5.xml" Id="R1591933c1d73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dc49466a0478b" /><Relationship Type="http://schemas.openxmlformats.org/officeDocument/2006/relationships/notesSlide" Target="/ppt/notesSlides/notesSlide6.xml" Id="R0949f9f642b0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9802C-7D68-44C1-95BB-2DFB5839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88265-046D-4732-BC30-16C73B8D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B0230332-E0D0-4835-AF19-93728E68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A8F920DF-A933-4740-A7C3-E414C1BB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02E56C-09EB-431F-B3A3-7E98207D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Gyosei Yosouの技術解説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5F72AEE-F660-412D-AB6D-BB42E345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7B2EF53B-5DE5-4E6B-91FB-16C7C8F5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JavaScript・Python・HTML</a:t>
            </a:r>
          </a:p>
        </p:txBody>
      </p:sp>
    </p:spTree>
    <p:extLst>
      <p:ext uri="{BB962C8B-B14F-4D97-AF65-F5344CB8AC3E}">
        <p14:creationId xmlns:p14="http://schemas.microsoft.com/office/powerpoint/2010/main" val="844399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7BB94-213C-4079-9D8F-224EBCC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9FEA6-30B5-4DED-AB87-B410A874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40BA4C0D-8485-47EB-9E19-4485257A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E9C1CF6F-C5C2-40F4-8C8A-8D109C7A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676BCAC4-4696-47E7-9660-D7970EE4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E6519-6992-4A54-B52C-0321C00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23B98B9E-5BEE-4CE0-A317-9B4A39DA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GYOSAI 行政書士試験 AI予測分析 令和2〜7年度の行政書士本試験問題冊子をもとに、科目配分、抽出品質、論点横断性を可視化する学習支援サイトです</a:t>
            </a:r>
          </a:p>
        </p:txBody>
      </p:sp>
    </p:spTree>
    <p:extLst>
      <p:ext uri="{BB962C8B-B14F-4D97-AF65-F5344CB8AC3E}">
        <p14:creationId xmlns:p14="http://schemas.microsoft.com/office/powerpoint/2010/main" val="1397353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3AC93-A3FF-4B16-A04F-8E912C1F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26FA7-3C7A-49FE-BBA9-C13BB4E0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69BFA781-FFBC-466E-9E09-D04F554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B1D29C3-D025-4F07-86F5-F793FC4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761DB043-F0C2-44DF-8D5B-24DE8DAE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10AEA-DBF7-4F2A-A14E-553E8EEF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AED659E-C70A-470B-B627-6BD29A6B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主要技術：JavaScript・Python・HTML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796376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024B4-19CB-4EB6-95B6-73521B4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8C460-A9C4-4CA2-9211-06367BD4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8D3FB277-0AFF-48A9-9681-E0E784E3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533E06F-6155-458E-914E-68C0B5C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6A10194A-1BD2-4DEC-B9C1-97D0E6D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BB9DF-EB48-4435-8DA3-6C839F7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5F558A6F-8591-4F9C-9257-D79F27D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主なファイル：README.md、index.html、package-lock.json</a:t>
            </a:r>
          </a:p>
        </p:txBody>
      </p:sp>
    </p:spTree>
    <p:extLst>
      <p:ext uri="{BB962C8B-B14F-4D97-AF65-F5344CB8AC3E}">
        <p14:creationId xmlns:p14="http://schemas.microsoft.com/office/powerpoint/2010/main" val="687136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D20C-65CC-4812-9C41-43C6BA7F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8E4E8-8B75-497E-B47E-F205D02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3C54C291-56BB-4929-8EF7-CDFDAC4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6A139E4-BB0D-4DB1-AA5B-B145915B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21C00F8D-6B6F-4D7A-8D57-67FF2652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EED7F-83CF-4789-A14A-A585EEE6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9C03D910-0123-4611-A61E-CF8E0DED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489448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B2E62-5FE3-4A55-96C8-0E234847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2A990-13E4-4970-A705-35009D69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85737C98-45E1-41FA-B5F7-FAB5F3FD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0A8143E-964A-421D-A8A8-61C3F6D9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965FA4AA-3B63-4599-9B05-B4CFF7AF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6A3FF-A92D-4E2B-A8CF-A95D81C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03469580-7E2C-4BE6-A79A-3CAAE826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https://syunnjack.dev/articles/gyosei-yosou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280587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2026-08-03T20:20:18.6230000Z</dcterms:created>
  <dcterms:modified xsi:type="dcterms:W3CDTF">2026-08-03T20:20:18.6230000Z</dcterms:modified>
</coreProperties>
</file>