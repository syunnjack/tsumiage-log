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8417cd25124a3b" /><Relationship Type="http://schemas.openxmlformats.org/officeDocument/2006/relationships/extended-properties" Target="/docProps/app.xml" Id="Rdb594f7a35164eae" /><Relationship Type="http://schemas.openxmlformats.org/officeDocument/2006/relationships/officeDocument" Target="/ppt/presentation.xml" Id="R29b3062a46e240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7dfdebc34c44a9"/>
  </p:sldMasterIdLst>
  <p:notesMasterIdLst>
    <p:notesMasterId xmlns:r="http://schemas.openxmlformats.org/officeDocument/2006/relationships" r:id="R4636694287e944b8"/>
  </p:notesMasterIdLst>
  <p:sldIdLst>
    <p:sldId xmlns:r="http://schemas.openxmlformats.org/officeDocument/2006/relationships" id="256" r:id="R2ad9a310d8c74d22"/>
    <p:sldId xmlns:r="http://schemas.openxmlformats.org/officeDocument/2006/relationships" id="257" r:id="R75e0d440a36e4b50"/>
    <p:sldId xmlns:r="http://schemas.openxmlformats.org/officeDocument/2006/relationships" id="258" r:id="Rf648019826434b1a"/>
    <p:sldId xmlns:r="http://schemas.openxmlformats.org/officeDocument/2006/relationships" id="259" r:id="R05fa0ae53caf4f2c"/>
    <p:sldId xmlns:r="http://schemas.openxmlformats.org/officeDocument/2006/relationships" id="260" r:id="R32b38e4e227641f0"/>
    <p:sldId xmlns:r="http://schemas.openxmlformats.org/officeDocument/2006/relationships" id="261" r:id="R60732fecca7e4a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a6b99f94424173" /><Relationship Type="http://schemas.openxmlformats.org/officeDocument/2006/relationships/slideMaster" Target="/ppt/slideMasters/slideMaster1.xml" Id="Ra27dfdebc34c44a9" /><Relationship Type="http://schemas.openxmlformats.org/officeDocument/2006/relationships/notesMaster" Target="/ppt/notesMasters/notesMaster1.xml" Id="R4636694287e944b8" /><Relationship Type="http://schemas.openxmlformats.org/officeDocument/2006/relationships/presProps" Target="/ppt/presProps.xml" Id="Ra11ffee6fa614e17" /><Relationship Type="http://schemas.openxmlformats.org/officeDocument/2006/relationships/tableStyles" Target="/ppt/tableStyles.xml" Id="R4d7252ef7965439d" /><Relationship Type="http://schemas.openxmlformats.org/officeDocument/2006/relationships/slide" Target="/ppt/slides/slide1.xml" Id="R2ad9a310d8c74d22" /><Relationship Type="http://schemas.openxmlformats.org/officeDocument/2006/relationships/slide" Target="/ppt/slides/slide2.xml" Id="R75e0d440a36e4b50" /><Relationship Type="http://schemas.openxmlformats.org/officeDocument/2006/relationships/slide" Target="/ppt/slides/slide3.xml" Id="Rf648019826434b1a" /><Relationship Type="http://schemas.openxmlformats.org/officeDocument/2006/relationships/slide" Target="/ppt/slides/slide4.xml" Id="R05fa0ae53caf4f2c" /><Relationship Type="http://schemas.openxmlformats.org/officeDocument/2006/relationships/slide" Target="/ppt/slides/slide5.xml" Id="R32b38e4e227641f0" /><Relationship Type="http://schemas.openxmlformats.org/officeDocument/2006/relationships/slide" Target="/ppt/slides/slide6.xml" Id="R60732fecca7e4a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7f7c11387e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18a71647f14672" /><Relationship Type="http://schemas.openxmlformats.org/officeDocument/2006/relationships/notesMaster" Target="/ppt/notesMasters/notesMaster1.xml" Id="R16fcfa38726946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54bad7c24343f1" /><Relationship Type="http://schemas.openxmlformats.org/officeDocument/2006/relationships/notesMaster" Target="/ppt/notesMasters/notesMaster1.xml" Id="R3f782ec05ad542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929610646d4e7e" /><Relationship Type="http://schemas.openxmlformats.org/officeDocument/2006/relationships/notesMaster" Target="/ppt/notesMasters/notesMaster1.xml" Id="Rdb0bb84630d1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3e1588bafa4fc1" /><Relationship Type="http://schemas.openxmlformats.org/officeDocument/2006/relationships/notesMaster" Target="/ppt/notesMasters/notesMaster1.xml" Id="R5efd24fbd96f41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2989b41f6c4fb4" /><Relationship Type="http://schemas.openxmlformats.org/officeDocument/2006/relationships/notesMaster" Target="/ppt/notesMasters/notesMaster1.xml" Id="R870d25b0f4d24b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023b4ca20448d6" /><Relationship Type="http://schemas.openxmlformats.org/officeDocument/2006/relationships/notesMaster" Target="/ppt/notesMasters/notesMaster1.xml" Id="Rdf0f3143a7154f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今回は、Leaflet App1の技術構成を短く解説します。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SPOTPALETTE App Leaflet地図をアプリ内WebViewで動かす、iOS・Android共通の地域検索MVPです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主な技術はTypeScriptです。役割を分け、保守しやすい構成を目指しています。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https://github.com/syunnjack/leaflet-app1</a:t>
            </a:r>
          </a:p>
          <a:p xmlns:a="http://schemas.openxmlformats.org/drawingml/2006/main">
            <a:r>
              <a:t>- https://syunnjack.dev/articles/leaflet-app1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cfb6216294a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79aa6cfa834133" /><Relationship Type="http://schemas.openxmlformats.org/officeDocument/2006/relationships/slideLayout" Target="/ppt/slideLayouts/slideLayout1.xml" Id="R5e0d9ce0c6854b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0d9ce0c6854b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0043d06784f09" /><Relationship Type="http://schemas.openxmlformats.org/officeDocument/2006/relationships/notesSlide" Target="/ppt/notesSlides/notesSlide1.xml" Id="Rfff63ffedb3444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7768262e64402" /><Relationship Type="http://schemas.openxmlformats.org/officeDocument/2006/relationships/notesSlide" Target="/ppt/notesSlides/notesSlide2.xml" Id="R286d5eca07744e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d4cf18c284537" /><Relationship Type="http://schemas.openxmlformats.org/officeDocument/2006/relationships/notesSlide" Target="/ppt/notesSlides/notesSlide3.xml" Id="R017805e7da9c4d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a4cdc11e84faf" /><Relationship Type="http://schemas.openxmlformats.org/officeDocument/2006/relationships/notesSlide" Target="/ppt/notesSlides/notesSlide4.xml" Id="Rc4d0caa10bae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3173b7fef4583" /><Relationship Type="http://schemas.openxmlformats.org/officeDocument/2006/relationships/notesSlide" Target="/ppt/notesSlides/notesSlide5.xml" Id="Rf777fca9a3b24a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e4ccbeda409f" /><Relationship Type="http://schemas.openxmlformats.org/officeDocument/2006/relationships/notesSlide" Target="/ppt/notesSlides/notesSlide6.xml" Id="Rf11d1fa43ae643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FFDC9-8F7C-4899-B371-B8F36933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180ABB-84FC-4A23-B975-9075B81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767351C4-A206-4B07-8B8F-6ED67442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82986C83-9027-44C4-936B-2A1B2A68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680597C-3C67-454F-979D-9D5602D1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Leaflet App1の技術解説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37B9116-24B2-48BE-976F-1CF09B0E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B3988B8E-F448-4D46-B5E1-A81AFFF5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TypeScript</a:t>
            </a:r>
          </a:p>
        </p:txBody>
      </p:sp>
    </p:spTree>
    <p:extLst>
      <p:ext uri="{BB962C8B-B14F-4D97-AF65-F5344CB8AC3E}">
        <p14:creationId xmlns:p14="http://schemas.microsoft.com/office/powerpoint/2010/main" val="642610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EAB43-9C1C-43E2-A1A9-58E5A250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873E7-9EBD-4E9E-817A-416ECE08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AB390E8A-C3D2-4159-B920-8C70ED83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367A15CF-3511-4333-8A0B-C7C5C9D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92A2325-823E-4EB1-927E-AF71B7F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539BD-C9A5-4DE4-A3CB-5A4A07ED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B2483DCC-BB68-4ED4-AF8A-50D4215D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SPOTPALETTE App Leaflet地図をアプリ内WebViewで動かす、iOS・Android共通の地域検索MVPです</a:t>
            </a:r>
          </a:p>
        </p:txBody>
      </p:sp>
    </p:spTree>
    <p:extLst>
      <p:ext uri="{BB962C8B-B14F-4D97-AF65-F5344CB8AC3E}">
        <p14:creationId xmlns:p14="http://schemas.microsoft.com/office/powerpoint/2010/main" val="1498456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4D381-A22C-4205-83E6-B03AD8CC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995C3-5A73-43B8-BAC2-F9AB93C9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EEAE055-58E2-4698-B1EF-129A0D1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8BEEF224-9FB6-4871-95E6-F4D1AB96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F689FA8-069B-43E4-B233-2984604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8782C-1CD8-4F83-95D9-262C99C8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AE762E3-12D9-40F4-9FDA-4575BD8A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主要技術：TypeScript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325453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7CE4F-D37D-4DC6-951E-A312916C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40483-225C-4565-8F0B-5D269B4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E9EC8735-9295-4EEE-A7DB-E68F734B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F6AACB4-5369-44C8-A2EC-C22021D3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EEA6214-997A-4EE6-B58C-9C839CEA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76ECB-CC9A-43FD-AEBD-73B267E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184E117-A09F-46B2-91DF-E569DF28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4703474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2501B-86B0-49DE-A983-C85B6243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56867-C040-46B3-83FD-99C41A8D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5A30F606-0ABD-45DE-9A58-5DAB652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872F39D0-0AD6-4B15-B913-74061C3B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AC8388F1-D7A5-475A-8E87-8ABE2A5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9604F-4130-4C9F-8A7C-B976AB25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3686BFCD-3722-4698-A4A4-357F903F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9079775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68EAC-8CAA-4B13-8D18-15FC67C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68A03-7E72-4490-9A4E-BC98E745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E3E9121E-01C6-4AE9-836B-62A62280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3FC84BF-2B07-4E7B-A369-560896E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2D0B6FB0-5688-402B-BAE7-D65BDFAF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CA58-96BC-4BDB-B877-4877F0DA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FDBEBD9B-2531-420A-A61A-B8FE69E0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https://syunnjack.dev/articles/leaflet-app1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254925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2026-08-12T15:29:48.6480000Z</dcterms:created>
  <dcterms:modified xsi:type="dcterms:W3CDTF">2026-08-12T15:29:48.6480000Z</dcterms:modified>
</coreProperties>
</file>