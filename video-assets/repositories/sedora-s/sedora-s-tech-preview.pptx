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9e36a745484799" /><Relationship Type="http://schemas.openxmlformats.org/officeDocument/2006/relationships/extended-properties" Target="/docProps/app.xml" Id="R00c57dc53b2740b4" /><Relationship Type="http://schemas.openxmlformats.org/officeDocument/2006/relationships/officeDocument" Target="/ppt/presentation.xml" Id="Rd12a6b7120854c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08d48faa914ae4"/>
  </p:sldMasterIdLst>
  <p:notesMasterIdLst>
    <p:notesMasterId xmlns:r="http://schemas.openxmlformats.org/officeDocument/2006/relationships" r:id="R3802557f77414739"/>
  </p:notesMasterIdLst>
  <p:sldIdLst>
    <p:sldId xmlns:r="http://schemas.openxmlformats.org/officeDocument/2006/relationships" id="256" r:id="R4929629dacd84f7f"/>
    <p:sldId xmlns:r="http://schemas.openxmlformats.org/officeDocument/2006/relationships" id="257" r:id="Ree32f8530b6042ad"/>
    <p:sldId xmlns:r="http://schemas.openxmlformats.org/officeDocument/2006/relationships" id="258" r:id="R3cf9726d98344c7c"/>
    <p:sldId xmlns:r="http://schemas.openxmlformats.org/officeDocument/2006/relationships" id="259" r:id="R1b5ae59402d84925"/>
    <p:sldId xmlns:r="http://schemas.openxmlformats.org/officeDocument/2006/relationships" id="260" r:id="Rf98c89b5f80a4ab3"/>
    <p:sldId xmlns:r="http://schemas.openxmlformats.org/officeDocument/2006/relationships" id="261" r:id="R24102a0ad49842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19b40e40ac4328" /><Relationship Type="http://schemas.openxmlformats.org/officeDocument/2006/relationships/slideMaster" Target="/ppt/slideMasters/slideMaster1.xml" Id="R6508d48faa914ae4" /><Relationship Type="http://schemas.openxmlformats.org/officeDocument/2006/relationships/notesMaster" Target="/ppt/notesMasters/notesMaster1.xml" Id="R3802557f77414739" /><Relationship Type="http://schemas.openxmlformats.org/officeDocument/2006/relationships/presProps" Target="/ppt/presProps.xml" Id="R1a9d796772ba4dd8" /><Relationship Type="http://schemas.openxmlformats.org/officeDocument/2006/relationships/tableStyles" Target="/ppt/tableStyles.xml" Id="R03ae38f034d24f83" /><Relationship Type="http://schemas.openxmlformats.org/officeDocument/2006/relationships/slide" Target="/ppt/slides/slide1.xml" Id="R4929629dacd84f7f" /><Relationship Type="http://schemas.openxmlformats.org/officeDocument/2006/relationships/slide" Target="/ppt/slides/slide2.xml" Id="Ree32f8530b6042ad" /><Relationship Type="http://schemas.openxmlformats.org/officeDocument/2006/relationships/slide" Target="/ppt/slides/slide3.xml" Id="R3cf9726d98344c7c" /><Relationship Type="http://schemas.openxmlformats.org/officeDocument/2006/relationships/slide" Target="/ppt/slides/slide4.xml" Id="R1b5ae59402d84925" /><Relationship Type="http://schemas.openxmlformats.org/officeDocument/2006/relationships/slide" Target="/ppt/slides/slide5.xml" Id="Rf98c89b5f80a4ab3" /><Relationship Type="http://schemas.openxmlformats.org/officeDocument/2006/relationships/slide" Target="/ppt/slides/slide6.xml" Id="R24102a0ad49842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c84bb554df46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3d5875c7bf4899" /><Relationship Type="http://schemas.openxmlformats.org/officeDocument/2006/relationships/notesMaster" Target="/ppt/notesMasters/notesMaster1.xml" Id="R15e421e09f6b4f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a0359188a544ac" /><Relationship Type="http://schemas.openxmlformats.org/officeDocument/2006/relationships/notesMaster" Target="/ppt/notesMasters/notesMaster1.xml" Id="Rd2bfb9134a364e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c63b5abd0f426d" /><Relationship Type="http://schemas.openxmlformats.org/officeDocument/2006/relationships/notesMaster" Target="/ppt/notesMasters/notesMaster1.xml" Id="Rea007bd2c09c4a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947a7c35fd4262" /><Relationship Type="http://schemas.openxmlformats.org/officeDocument/2006/relationships/notesMaster" Target="/ppt/notesMasters/notesMaster1.xml" Id="R12f147acf57f42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231e7dd6eb451b" /><Relationship Type="http://schemas.openxmlformats.org/officeDocument/2006/relationships/notesMaster" Target="/ppt/notesMasters/notesMaster1.xml" Id="Ra2684707945d46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2a04869442414a" /><Relationship Type="http://schemas.openxmlformats.org/officeDocument/2006/relationships/notesMaster" Target="/ppt/notesMasters/notesMaster1.xml" Id="R16036083cc7749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今回は、Sedora Sの技術構成を短く解説します。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https://github.com/syunnjack/sedora-s</a:t>
            </a:r>
          </a:p>
          <a:p xmlns:a="http://schemas.openxmlformats.org/drawingml/2006/main">
            <a:r>
              <a:t>- https://syunnjack.dev/articles/sedora-s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JAN・ISBN・DVD/Blu ray 作品情報検索 USBバーコードリーダーが数字とEnterを送信する一般的な「キーボード入力型」で利用できます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https://github.com/syunnjack/sedora-s</a:t>
            </a:r>
          </a:p>
          <a:p xmlns:a="http://schemas.openxmlformats.org/drawingml/2006/main">
            <a:r>
              <a:t>- https://syunnjack.dev/articles/sedora-s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主な技術はC#です。役割を分け、保守しやすい構成を目指しています。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https://github.com/syunnjack/sedora-s</a:t>
            </a:r>
          </a:p>
          <a:p xmlns:a="http://schemas.openxmlformats.org/drawingml/2006/main">
            <a:r>
              <a:t>- https://syunnjack.dev/articles/sedora-s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https://github.com/syunnjack/sedora-s</a:t>
            </a:r>
          </a:p>
          <a:p xmlns:a="http://schemas.openxmlformats.org/drawingml/2006/main">
            <a:r>
              <a:t>- https://syunnjack.dev/articles/sedora-s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https://github.com/syunnjack/sedora-s</a:t>
            </a:r>
          </a:p>
          <a:p xmlns:a="http://schemas.openxmlformats.org/drawingml/2006/main">
            <a:r>
              <a:t>- https://syunnjack.dev/articles/sedora-s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https://github.com/syunnjack/sedora-s</a:t>
            </a:r>
          </a:p>
          <a:p xmlns:a="http://schemas.openxmlformats.org/drawingml/2006/main">
            <a:r>
              <a:t>- https://syunnjack.dev/articles/sedora-s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4cd436bfda43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5bd88b45244da6" /><Relationship Type="http://schemas.openxmlformats.org/officeDocument/2006/relationships/slideLayout" Target="/ppt/slideLayouts/slideLayout1.xml" Id="R91afc63eb30d4f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afc63eb30d4f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d5a8ad8b34bbb" /><Relationship Type="http://schemas.openxmlformats.org/officeDocument/2006/relationships/notesSlide" Target="/ppt/notesSlides/notesSlide1.xml" Id="R5ccff798096241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e3f8e0aa74004" /><Relationship Type="http://schemas.openxmlformats.org/officeDocument/2006/relationships/notesSlide" Target="/ppt/notesSlides/notesSlide2.xml" Id="Rcd622f249aaa4f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57202d86c4987" /><Relationship Type="http://schemas.openxmlformats.org/officeDocument/2006/relationships/notesSlide" Target="/ppt/notesSlides/notesSlide3.xml" Id="R3ab9302ece754f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d8923fd204481" /><Relationship Type="http://schemas.openxmlformats.org/officeDocument/2006/relationships/notesSlide" Target="/ppt/notesSlides/notesSlide4.xml" Id="Rb263d2ff44184a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5b66f897d4795" /><Relationship Type="http://schemas.openxmlformats.org/officeDocument/2006/relationships/notesSlide" Target="/ppt/notesSlides/notesSlide5.xml" Id="R21a08b9399494d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2564ca20ee4042" /><Relationship Type="http://schemas.openxmlformats.org/officeDocument/2006/relationships/notesSlide" Target="/ppt/notesSlides/notesSlide6.xml" Id="Raeffb051f98142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390BC0-B38E-4893-9CB1-51ACB99E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7FEA9F-EF80-428F-B00C-EEFEE068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AEDD15A3-EB7D-4CB3-AF6F-C3556C6A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EA9CE823-5390-49EB-BC39-61C98E49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21E40D73-26AC-4A15-A747-53070543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Sedora Sの技術解説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4370D47B-8D0C-4432-A8EE-13A91547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CA99B59A-53CB-4A04-BB80-D0391CFF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C#</a:t>
            </a:r>
          </a:p>
        </p:txBody>
      </p:sp>
    </p:spTree>
    <p:extLst>
      <p:ext uri="{BB962C8B-B14F-4D97-AF65-F5344CB8AC3E}">
        <p14:creationId xmlns:p14="http://schemas.microsoft.com/office/powerpoint/2010/main" val="20926184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9FA4D-2B21-481C-8218-27B07DBB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DDBDD-7555-40AB-BFC0-924219C6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B63383D8-AA83-4780-A26E-3BA27B18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9A9D81BB-160D-48D5-9706-280206D1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2EFD581B-DAE8-4C48-BB96-C0C49E49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EDF75-C022-4B2F-8091-78674AB9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27121679-647D-49C4-B355-8BEF7846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JAN・ISBN・DVD/Blu ray 作品情報検索 USBバーコードリーダーが数字とEnterを送信する一般的な「キーボード入力型」で利用できます</a:t>
            </a:r>
          </a:p>
        </p:txBody>
      </p:sp>
    </p:spTree>
    <p:extLst>
      <p:ext uri="{BB962C8B-B14F-4D97-AF65-F5344CB8AC3E}">
        <p14:creationId xmlns:p14="http://schemas.microsoft.com/office/powerpoint/2010/main" val="7797740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373C3C-C6F7-4BFB-928A-1E7C16C5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C5B2B-59BA-4C93-B7C9-AE789520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7873D975-F6A2-4CC5-B227-9E441AF3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7F63EDE7-1130-436C-8782-502C44AC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B073CAEB-D93B-4470-A183-E8470665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C475A-6403-4171-8034-9A4227D5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F40A58BF-268B-4E69-8737-C049C37F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主要技術：C#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3638115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F6B15B-D37F-4198-8266-D92CBBF7E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1D8511-AF48-49BB-B077-0AD6D20D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A5E2F39B-C281-4002-8784-718BADC3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2DB50390-4007-47CF-954C-4E9CA4C7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A11B2B5C-8817-4926-8CA2-B98C51E5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372C0-D5E4-4FD5-9F1C-7ED42879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2AE88008-7DEA-4C96-9D18-6E2486F3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1618372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9BEBCD-265D-4814-81AA-8223DA35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99372-AEE9-49A5-8265-B2394A77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8FC27839-92AF-442D-8995-689467F9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18634E85-22C5-44B8-ACE8-0E1E7442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8D9C8E3B-163F-40BB-8A29-B0931739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02D32-C909-41EE-A807-C3FD3E35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7A1BDCC9-02D9-4D4E-98CE-F9138D16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1600971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56358-1BDF-4425-8F98-2D4FD4C1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B871B6-684C-424B-BA7C-4244C50D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80B6F6A2-A213-4855-B674-3A25A921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9CC34438-A978-4587-9BFB-C8BB40DE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A1D1FFEF-60C5-42AC-888D-F4685DF2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CAA97-A287-4681-9D1D-E5C30E07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B09155C1-431F-420E-A478-CD49BBCF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https://syunnjack.dev/articles/sedora-s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6073037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2026-08-12T15:35:27.6440000Z</dcterms:created>
  <dcterms:modified xsi:type="dcterms:W3CDTF">2026-08-12T15:35:27.6440000Z</dcterms:modified>
</coreProperties>
</file>