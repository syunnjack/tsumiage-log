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03bbe9b2044ffd" /><Relationship Type="http://schemas.openxmlformats.org/officeDocument/2006/relationships/extended-properties" Target="/docProps/app.xml" Id="R7baec5f163864ed7" /><Relationship Type="http://schemas.openxmlformats.org/officeDocument/2006/relationships/officeDocument" Target="/ppt/presentation.xml" Id="Rd666bb9ee62a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dd6bd3929f444f"/>
  </p:sldMasterIdLst>
  <p:notesMasterIdLst>
    <p:notesMasterId xmlns:r="http://schemas.openxmlformats.org/officeDocument/2006/relationships" r:id="Rf263f9d7e8594dd4"/>
  </p:notesMasterIdLst>
  <p:sldIdLst>
    <p:sldId xmlns:r="http://schemas.openxmlformats.org/officeDocument/2006/relationships" id="256" r:id="Rf003f0c5f98c4b9d"/>
    <p:sldId xmlns:r="http://schemas.openxmlformats.org/officeDocument/2006/relationships" id="257" r:id="R6de041d086bf4bbe"/>
    <p:sldId xmlns:r="http://schemas.openxmlformats.org/officeDocument/2006/relationships" id="258" r:id="R0ebfeb6206ef4efd"/>
    <p:sldId xmlns:r="http://schemas.openxmlformats.org/officeDocument/2006/relationships" id="259" r:id="R836d0fe080d44aec"/>
    <p:sldId xmlns:r="http://schemas.openxmlformats.org/officeDocument/2006/relationships" id="260" r:id="R0de4f6199f5c43b4"/>
    <p:sldId xmlns:r="http://schemas.openxmlformats.org/officeDocument/2006/relationships" id="261" r:id="R0354bbc40e5b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90c06a75a4c0c" /><Relationship Type="http://schemas.openxmlformats.org/officeDocument/2006/relationships/slideMaster" Target="/ppt/slideMasters/slideMaster1.xml" Id="Rf3dd6bd3929f444f" /><Relationship Type="http://schemas.openxmlformats.org/officeDocument/2006/relationships/notesMaster" Target="/ppt/notesMasters/notesMaster1.xml" Id="Rf263f9d7e8594dd4" /><Relationship Type="http://schemas.openxmlformats.org/officeDocument/2006/relationships/presProps" Target="/ppt/presProps.xml" Id="R5f4e1d33f6c64a0e" /><Relationship Type="http://schemas.openxmlformats.org/officeDocument/2006/relationships/tableStyles" Target="/ppt/tableStyles.xml" Id="Rb93b72c0a92a42a6" /><Relationship Type="http://schemas.openxmlformats.org/officeDocument/2006/relationships/slide" Target="/ppt/slides/slide1.xml" Id="Rf003f0c5f98c4b9d" /><Relationship Type="http://schemas.openxmlformats.org/officeDocument/2006/relationships/slide" Target="/ppt/slides/slide2.xml" Id="R6de041d086bf4bbe" /><Relationship Type="http://schemas.openxmlformats.org/officeDocument/2006/relationships/slide" Target="/ppt/slides/slide3.xml" Id="R0ebfeb6206ef4efd" /><Relationship Type="http://schemas.openxmlformats.org/officeDocument/2006/relationships/slide" Target="/ppt/slides/slide4.xml" Id="R836d0fe080d44aec" /><Relationship Type="http://schemas.openxmlformats.org/officeDocument/2006/relationships/slide" Target="/ppt/slides/slide5.xml" Id="R0de4f6199f5c43b4" /><Relationship Type="http://schemas.openxmlformats.org/officeDocument/2006/relationships/slide" Target="/ppt/slides/slide6.xml" Id="R0354bbc40e5b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b58ab14ce1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6817d8ac14152" /><Relationship Type="http://schemas.openxmlformats.org/officeDocument/2006/relationships/notesMaster" Target="/ppt/notesMasters/notesMaster1.xml" Id="R34ed9b9702be4c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432658a7024d27" /><Relationship Type="http://schemas.openxmlformats.org/officeDocument/2006/relationships/notesMaster" Target="/ppt/notesMasters/notesMaster1.xml" Id="R528693b8d7df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a25e69ddb4e55" /><Relationship Type="http://schemas.openxmlformats.org/officeDocument/2006/relationships/notesMaster" Target="/ppt/notesMasters/notesMaster1.xml" Id="R6ac0fc465a2a49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9e0de37a774485" /><Relationship Type="http://schemas.openxmlformats.org/officeDocument/2006/relationships/notesMaster" Target="/ppt/notesMasters/notesMaster1.xml" Id="R5a4f8d48950f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6633a441e54cd6" /><Relationship Type="http://schemas.openxmlformats.org/officeDocument/2006/relationships/notesMaster" Target="/ppt/notesMasters/notesMaster1.xml" Id="Ra0380d7f74db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54ce65f034f40" /><Relationship Type="http://schemas.openxmlformats.org/officeDocument/2006/relationships/notesMaster" Target="/ppt/notesMasters/notesMaster1.xml" Id="Rdb942106b789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今回は、Sedora Sの技術構成を短く解説します。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https://github.com/syunnjack/sedora-s</a:t>
            </a:r>
          </a:p>
          <a:p xmlns:a="http://schemas.openxmlformats.org/drawingml/2006/main">
            <a:r>
              <a:t>- https://syunnjack.dev/articles/sedora-s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JAN・ISBN・DVD/Blu ray 作品情報検索 USBバーコードリーダーが数字とEnterを送信する一般的な「キーボード入力型」で利用できます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https://github.com/syunnjack/sedora-s</a:t>
            </a:r>
          </a:p>
          <a:p xmlns:a="http://schemas.openxmlformats.org/drawingml/2006/main">
            <a:r>
              <a:t>- https://syunnjack.dev/articles/sedora-s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主な技術はC#です。役割を分け、保守しやすい構成を目指しています。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https://github.com/syunnjack/sedora-s</a:t>
            </a:r>
          </a:p>
          <a:p xmlns:a="http://schemas.openxmlformats.org/drawingml/2006/main">
            <a:r>
              <a:t>- https://syunnjack.dev/articles/sedora-s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リポジトリでは、BarcodeWorkInfoComplete.csproj、DOMAIN_CANDIDATES.md、MARKET_PROVIDERS.mdを中心に実装を確認できます。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https://github.com/syunnjack/sedora-s</a:t>
            </a:r>
          </a:p>
          <a:p xmlns:a="http://schemas.openxmlformats.org/drawingml/2006/main">
            <a:r>
              <a:t>- https://syunnjack.dev/articles/sedora-s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https://github.com/syunnjack/sedora-s</a:t>
            </a:r>
          </a:p>
          <a:p xmlns:a="http://schemas.openxmlformats.org/drawingml/2006/main">
            <a:r>
              <a:t>- https://syunnjack.dev/articles/sedora-s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https://github.com/syunnjack/sedora-s</a:t>
            </a:r>
          </a:p>
          <a:p xmlns:a="http://schemas.openxmlformats.org/drawingml/2006/main">
            <a:r>
              <a:t>- https://syunnjack.dev/articles/sedora-s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1e7b6c2ff4a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04c8828691471c" /><Relationship Type="http://schemas.openxmlformats.org/officeDocument/2006/relationships/slideLayout" Target="/ppt/slideLayouts/slideLayout1.xml" Id="R6c7944bbe7fb41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7944bbe7fb41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9c0e9dce4679" /><Relationship Type="http://schemas.openxmlformats.org/officeDocument/2006/relationships/notesSlide" Target="/ppt/notesSlides/notesSlide1.xml" Id="Rdc0969c604d8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d581d68a54839" /><Relationship Type="http://schemas.openxmlformats.org/officeDocument/2006/relationships/notesSlide" Target="/ppt/notesSlides/notesSlide2.xml" Id="R10d174fb5335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258e51622478e" /><Relationship Type="http://schemas.openxmlformats.org/officeDocument/2006/relationships/notesSlide" Target="/ppt/notesSlides/notesSlide3.xml" Id="Rda8154bd9631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05e1719924440" /><Relationship Type="http://schemas.openxmlformats.org/officeDocument/2006/relationships/notesSlide" Target="/ppt/notesSlides/notesSlide4.xml" Id="Ra2cc7514f4174b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27bd88d4643c7" /><Relationship Type="http://schemas.openxmlformats.org/officeDocument/2006/relationships/notesSlide" Target="/ppt/notesSlides/notesSlide5.xml" Id="R8795a10d98ba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752ccb4d74a3e" /><Relationship Type="http://schemas.openxmlformats.org/officeDocument/2006/relationships/notesSlide" Target="/ppt/notesSlides/notesSlide6.xml" Id="R838880452abc45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A4EDE-CE98-430C-8348-619F4D7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D8905-D7FA-4966-8EE9-B38D451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187782AC-7763-488D-B84D-306F86B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F21E1DEB-8822-457A-8B39-28327AAF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588954-D85F-4069-A08D-7FB5FA6C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Sedora Sの技術解説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2FD32D1-DB88-4D60-9E2E-B1E7327F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A01F8652-1277-4434-A286-6887C7E1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1406394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B91AC-391E-49AB-8802-FCCA48E7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E12A3-7818-423C-A043-74A3711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A5527E5-8363-4F1D-BB0E-CB6D24B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56684571-C58E-4E53-8891-DDFF35CF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332147F9-4290-4359-B4D9-0D211C7C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AC594-C0EE-41AF-A7CA-1F2C0A2A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979E30CE-5EEA-4034-8D23-D27155B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JAN・ISBN・DVD/Blu ray 作品情報検索 USBバーコードリーダーが数字とEnterを送信する一般的な「キーボード入力型」で利用できます</a:t>
            </a:r>
          </a:p>
        </p:txBody>
      </p:sp>
    </p:spTree>
    <p:extLst>
      <p:ext uri="{BB962C8B-B14F-4D97-AF65-F5344CB8AC3E}">
        <p14:creationId xmlns:p14="http://schemas.microsoft.com/office/powerpoint/2010/main" val="512195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A6B1E-A64A-47F6-8866-2901FF98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A5871-AF7D-4C89-B757-AF1B9F32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C085BB4E-EB90-4E2A-AEE6-DF98153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E3BDBE2-E723-4700-85C8-D54B68FD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56C792D8-F84C-478C-8787-1D72076A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C68AF-9690-4333-B3D5-3872838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11A9784-C491-4660-AC4C-0020C95A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主要技術：C#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797317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59D95-4847-408B-9C38-759AFB2B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1A596-470A-4D3A-9723-4FAE3FE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9636A518-D319-4676-BC1E-8D8C569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8205CA00-ECA9-42AC-B634-1E5FEE6B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51255ED3-D5CC-46F8-B39B-3F3525F1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BDC33-1F56-4775-B239-3AF729F9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09D01BA3-2AF1-4AC3-8EC5-FB0BA57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主なファイル：BarcodeWorkInfoComplete.csproj、DOMAIN_CANDIDATES.md、MARKET_PROVIDERS.md</a:t>
            </a:r>
          </a:p>
        </p:txBody>
      </p:sp>
    </p:spTree>
    <p:extLst>
      <p:ext uri="{BB962C8B-B14F-4D97-AF65-F5344CB8AC3E}">
        <p14:creationId xmlns:p14="http://schemas.microsoft.com/office/powerpoint/2010/main" val="688232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1E6BC-9994-4113-B103-7B396EE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46760-5346-4200-81BD-A4749EEA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C0FE63FF-1CD4-4666-BF0F-FA537FA3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653C24E-A893-448E-BEFB-9BAF8440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65E9F7C9-25D4-49C2-99A5-645ACE41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E84C6-B299-49AC-90FB-785100E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7492EC42-E4B5-41DC-A212-B800EE4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63270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CA4F-52A2-4508-81CA-C4D011A0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EBCA2-5BE6-46B4-A321-390E0AA0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D0A6CD21-271B-4486-9DAA-F2773A4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63E49281-A488-4A9A-9A44-FE5E25BF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0F8E3FA9-B3F8-4A3B-BDC1-482B5D58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51F09-D0E8-4B23-BF9B-87A6F4F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36B622B-12CB-48E4-A370-7EEF5995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https://syunnjack.dev/articles/sedora-s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400565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2026-08-03T20:06:42.9580000Z</dcterms:created>
  <dcterms:modified xsi:type="dcterms:W3CDTF">2026-08-03T20:06:42.9580000Z</dcterms:modified>
</coreProperties>
</file>