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1CEA25-6404-6FBB-7BBE-99F36FC86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B2EC5D-943C-88FA-FB21-487ACFE8B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5E91FA-E960-4CAD-1954-FCFA1CF1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C3CABE-F9BB-FFB8-6C35-8DD8F1C91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5294A5-1BFF-B4AE-4E45-548FA2C8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948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CBBEAD-505B-AB95-3923-92FBF2261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A7F310-447A-90FB-61F8-953C00864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295AAC-EC73-6CFA-0AF9-D72B1C52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7E151E-4BC2-2665-0F0F-E6AD792B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68E55C-6668-5307-EE0B-7BA1FEF0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41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C81F97-627F-7625-B699-5BCDCDDC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CFBE5D-7E83-F439-E54D-66A76C241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BF162B-6CE5-F829-48B6-9BDDC7C60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E85314-A02D-C672-1405-89AE85B3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B4590F-9BA8-7471-97BD-7C9B0B58D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564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DE14E9-A307-2472-71DC-1003B6CE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835545-B163-28F4-F76E-F68A8B1D1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8784260-3496-119C-77FA-F8D8321F0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3B85BE-C267-EAA3-032E-D8533C82B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CF9F1F-48B9-02F8-541D-EE5E986E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2A8CA2-A5C9-89FE-D546-8B0FEAC5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45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1D9A33-01A3-19B8-95EF-0CD37BB8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52E539-3CF3-3ADF-E720-FB9CA6027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215F11-3DAA-92D8-8C7D-9A0023456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774A262-D9F6-0969-BE4E-54DE803B1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3B9680A-019D-619F-5BC7-6A6653588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57BBEB8-1DD6-E99B-57B2-B24B6FBFB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6C18B5A-1354-1CB1-EAE4-771AE40A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43CE403-DBBB-A000-8CFB-3EB51DDE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94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BC7C38-E5CE-F1D6-B8FE-160EAABC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8E462DB-75F0-321E-6241-E00F0EFA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14610A-786D-0D46-C766-85538894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EAEC4C6-BB19-0BA3-AA6B-8EE8278C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06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B13B5B1-CD1E-2453-BC17-5212A000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2E5E49-3256-D96E-63A6-879C0B2F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472E64-2737-85D6-6E0B-8504961BB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78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134EB3-1364-A226-21A9-FE6732DB2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C3B7D6-D7A4-1B50-3A8E-5A1943D65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EC8E5A-9C1D-B8A4-04C6-DD5447A3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0CA02A-3120-CACF-6FBA-D44351507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A244ED-3C0C-8875-CF07-6D8D68C3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0598C5-F18F-AB95-1733-8E53D1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763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DEBDBE-C9C5-9694-C624-87FD1D55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8CEAE49-F40D-BCAB-2869-9F434A75A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164AE96-9227-897A-387B-70BE118EF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9E8E15-FF8C-B2A2-EB68-EC2D59A6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400785-49F1-5CC2-C5E3-856EF9E3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7EAEE3-C039-1000-2241-3659D6E3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B95AFB-CE09-178A-76DF-3A80D3E7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14A531-7112-6F3A-0C64-DFD77B333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B950D5-B4AE-7D09-92B3-CC9BBE10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DC1C68-902C-56D0-6CFA-C4D6B03F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95E84A-F828-AE37-0C3B-BC8C9CD7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416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E91E867-E8BC-9A64-53B3-3BF2F4BC2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02FC6A-DE5D-E39E-E93F-D4E88920B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619F9E-115A-16CF-839D-F1860E41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1EBC03-3F12-3378-0A4B-1235CEA1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2B4BAB-735B-4B4C-9C65-3C0E36E4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617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95BB31-2A88-B5B6-8A21-94C02B0A2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B0383C-1C74-736A-2DF7-0EBFD2028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375253-82D5-F828-1580-7BF43E17C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94D4D-2B31-496F-804D-F0E0E38FC86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875946-7C87-2DB5-31D8-BCCA6286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D336E7-3637-2759-23E2-A6D1F0F30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152CF-B58D-4629-8196-10461BEDFA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71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7626A1-7E8F-AF73-ADB8-1F70C388961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DEEFF-E651-D860-827B-CF0B1C3849A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Domain Safety Checker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826E256-08E1-E2F6-0326-D2668030A87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DA0A92-0364-E29B-445D-CDF60AA2E0C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5F7B64E-70C1-1A9B-7390-428C5EE21D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57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7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9CC739-A195-FDE5-FD47-97719D6CEAE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2995C4-D181-A385-D71E-92D89319B5F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F8ACDD-F587-1147-F40E-A7FBA197D8E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Domain Safety Checker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F4F42F-C664-8981-A8BA-41919A577FD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D8DCA9F-CFB5-69EC-C7E2-1DFDD78230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42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77E583-9D35-F101-5285-2812DB80DF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1E3458-D375-0976-6467-3B2E3EE6F59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B885A2-A4C4-6988-1545-48FD455EC40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186722-2208-A68F-52BF-1F87488DA88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F08274C-77B0-A857-35C6-20620FB156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16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1FC0A2F-3E44-A292-3F5D-25D09DB2D56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6932409-FE59-DF17-2A34-3CAAA9DD867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2E2EDB-1F98-72B7-78F2-0227DB7631C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57BAAB-9AD6-1360-3DAA-9C41C4623C2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B199110-3CFC-A432-8A72-56C3640D5B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99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DC969A5-2E7D-BDE5-20C9-AD1F183963E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AC2B44-3C76-641B-1681-0565D33C7B9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8BAC378-7ED1-2EF7-F14C-5299BFD4D71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5B4FF3-E758-844E-0A78-4E063AA6FBD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78282DB-3603-5781-882B-15115CB0D3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14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D3C30B-710A-236A-273E-FD5E0F98BA5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B44416-2181-2EFA-1866-D6D73A7476B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8DDB61-E411-2445-79B5-A11FA99EB0F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https://syunnjack.dev/articles/domain-safety-checker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9389FC-42EB-A687-20F3-476EF162C40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917A0F4-DABE-C1F2-04E1-0A936E43B9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52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2026-07-30T11:20:51Z</dcterms:created>
  <dcterms:modified xsi:type="dcterms:W3CDTF">2026-07-30T11:20:51Z</dcterms:modified>
</cp:coreProperties>
</file>