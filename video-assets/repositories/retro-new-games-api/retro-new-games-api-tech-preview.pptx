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f4940df2f94f9b" /><Relationship Type="http://schemas.openxmlformats.org/officeDocument/2006/relationships/extended-properties" Target="/docProps/app.xml" Id="R0db8c6ba32474fc7" /><Relationship Type="http://schemas.openxmlformats.org/officeDocument/2006/relationships/officeDocument" Target="/ppt/presentation.xml" Id="Rf8b8c3a9131a4a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0a319dd99a4c9a"/>
  </p:sldMasterIdLst>
  <p:notesMasterIdLst>
    <p:notesMasterId xmlns:r="http://schemas.openxmlformats.org/officeDocument/2006/relationships" r:id="R551539e0d65c4b50"/>
  </p:notesMasterIdLst>
  <p:sldIdLst>
    <p:sldId xmlns:r="http://schemas.openxmlformats.org/officeDocument/2006/relationships" id="256" r:id="Ra4d852f6e7ac4430"/>
    <p:sldId xmlns:r="http://schemas.openxmlformats.org/officeDocument/2006/relationships" id="257" r:id="R4a55d3e6dec34512"/>
    <p:sldId xmlns:r="http://schemas.openxmlformats.org/officeDocument/2006/relationships" id="258" r:id="Rbdf7599d18ff4129"/>
    <p:sldId xmlns:r="http://schemas.openxmlformats.org/officeDocument/2006/relationships" id="259" r:id="R3789280381b0439b"/>
    <p:sldId xmlns:r="http://schemas.openxmlformats.org/officeDocument/2006/relationships" id="260" r:id="Ra8930a7211e34c9a"/>
    <p:sldId xmlns:r="http://schemas.openxmlformats.org/officeDocument/2006/relationships" id="261" r:id="Rfacb22f9f72646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e02b69d0c74d4a" /><Relationship Type="http://schemas.openxmlformats.org/officeDocument/2006/relationships/slideMaster" Target="/ppt/slideMasters/slideMaster1.xml" Id="R9f0a319dd99a4c9a" /><Relationship Type="http://schemas.openxmlformats.org/officeDocument/2006/relationships/notesMaster" Target="/ppt/notesMasters/notesMaster1.xml" Id="R551539e0d65c4b50" /><Relationship Type="http://schemas.openxmlformats.org/officeDocument/2006/relationships/presProps" Target="/ppt/presProps.xml" Id="Rde0965750a104c58" /><Relationship Type="http://schemas.openxmlformats.org/officeDocument/2006/relationships/tableStyles" Target="/ppt/tableStyles.xml" Id="R6211229b333040b3" /><Relationship Type="http://schemas.openxmlformats.org/officeDocument/2006/relationships/slide" Target="/ppt/slides/slide1.xml" Id="Ra4d852f6e7ac4430" /><Relationship Type="http://schemas.openxmlformats.org/officeDocument/2006/relationships/slide" Target="/ppt/slides/slide2.xml" Id="R4a55d3e6dec34512" /><Relationship Type="http://schemas.openxmlformats.org/officeDocument/2006/relationships/slide" Target="/ppt/slides/slide3.xml" Id="Rbdf7599d18ff4129" /><Relationship Type="http://schemas.openxmlformats.org/officeDocument/2006/relationships/slide" Target="/ppt/slides/slide4.xml" Id="R3789280381b0439b" /><Relationship Type="http://schemas.openxmlformats.org/officeDocument/2006/relationships/slide" Target="/ppt/slides/slide5.xml" Id="Ra8930a7211e34c9a" /><Relationship Type="http://schemas.openxmlformats.org/officeDocument/2006/relationships/slide" Target="/ppt/slides/slide6.xml" Id="Rfacb22f9f72646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dc590d77d849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72758d8584e4d" /><Relationship Type="http://schemas.openxmlformats.org/officeDocument/2006/relationships/notesMaster" Target="/ppt/notesMasters/notesMaster1.xml" Id="R6ea0967acf9948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41c53b26464554" /><Relationship Type="http://schemas.openxmlformats.org/officeDocument/2006/relationships/notesMaster" Target="/ppt/notesMasters/notesMaster1.xml" Id="R8026ce58684f47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fec8e717a044ff" /><Relationship Type="http://schemas.openxmlformats.org/officeDocument/2006/relationships/notesMaster" Target="/ppt/notesMasters/notesMaster1.xml" Id="R0ce0599fe0824f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8c5e8df103421b" /><Relationship Type="http://schemas.openxmlformats.org/officeDocument/2006/relationships/notesMaster" Target="/ppt/notesMasters/notesMaster1.xml" Id="Re90d1f8d59184a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cbbce1d27a4fdb" /><Relationship Type="http://schemas.openxmlformats.org/officeDocument/2006/relationships/notesMaster" Target="/ppt/notesMasters/notesMaster1.xml" Id="R03bb1c193f0a41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40a71d556847d5" /><Relationship Type="http://schemas.openxmlformats.org/officeDocument/2006/relationships/notesMaster" Target="/ppt/notesMasters/notesMaster1.xml" Id="Raa5e2cf3a7294e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今回は、Retro New Games Apiの技術構成を短く解説します。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https://github.com/syunnjack/retro-new-games-api</a:t>
            </a:r>
          </a:p>
          <a:p xmlns:a="http://schemas.openxmlformats.org/drawingml/2006/main">
            <a:r>
              <a:t>- https://syunnjack.dev/articles/retro-new-games-api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 PORTAL JP API Web版・iOS版・Android版が共通利用するCloudflare Workers + D1 APIです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https://github.com/syunnjack/retro-new-games-api</a:t>
            </a:r>
          </a:p>
          <a:p xmlns:a="http://schemas.openxmlformats.org/drawingml/2006/main">
            <a:r>
              <a:t>- https://syunnjack.dev/articles/retro-new-games-api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主な技術はTypeScriptです。役割を分け、保守しやすい構成を目指しています。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https://github.com/syunnjack/retro-new-games-api</a:t>
            </a:r>
          </a:p>
          <a:p xmlns:a="http://schemas.openxmlformats.org/drawingml/2006/main">
            <a:r>
              <a:t>- https://syunnjack.dev/articles/retro-new-games-api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https://github.com/syunnjack/retro-new-games-api</a:t>
            </a:r>
          </a:p>
          <a:p xmlns:a="http://schemas.openxmlformats.org/drawingml/2006/main">
            <a:r>
              <a:t>- https://syunnjack.dev/articles/retro-new-games-api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https://github.com/syunnjack/retro-new-games-api</a:t>
            </a:r>
          </a:p>
          <a:p xmlns:a="http://schemas.openxmlformats.org/drawingml/2006/main">
            <a:r>
              <a:t>- https://syunnjack.dev/articles/retro-new-games-api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https://github.com/syunnjack/retro-new-games-api</a:t>
            </a:r>
          </a:p>
          <a:p xmlns:a="http://schemas.openxmlformats.org/drawingml/2006/main">
            <a:r>
              <a:t>- https://syunnjack.dev/articles/retro-new-games-api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e8d78adef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16ae77b0f547d6" /><Relationship Type="http://schemas.openxmlformats.org/officeDocument/2006/relationships/slideLayout" Target="/ppt/slideLayouts/slideLayout1.xml" Id="R65cc9711eac944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cc9711eac944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7c063c554b55" /><Relationship Type="http://schemas.openxmlformats.org/officeDocument/2006/relationships/notesSlide" Target="/ppt/notesSlides/notesSlide1.xml" Id="Rffa9b5b4c76447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8fb49aaac45f2" /><Relationship Type="http://schemas.openxmlformats.org/officeDocument/2006/relationships/notesSlide" Target="/ppt/notesSlides/notesSlide2.xml" Id="Rc2bb646420c24f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a7cf2ddec4f00" /><Relationship Type="http://schemas.openxmlformats.org/officeDocument/2006/relationships/notesSlide" Target="/ppt/notesSlides/notesSlide3.xml" Id="R477f58466f4b4f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c73e32e974132" /><Relationship Type="http://schemas.openxmlformats.org/officeDocument/2006/relationships/notesSlide" Target="/ppt/notesSlides/notesSlide4.xml" Id="Rd4d99ed5d8474e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6a4c55f4f4577" /><Relationship Type="http://schemas.openxmlformats.org/officeDocument/2006/relationships/notesSlide" Target="/ppt/notesSlides/notesSlide5.xml" Id="Rf7d8461f8e1d45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b3ece706144b2" /><Relationship Type="http://schemas.openxmlformats.org/officeDocument/2006/relationships/notesSlide" Target="/ppt/notesSlides/notesSlide6.xml" Id="R2a357acc04664d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F3C45-6D09-408B-BDB9-64834E12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9B755-425C-481E-AA3E-D346298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5D563101-FB71-40DC-8AA0-FD0979E2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29F622F7-81F7-4579-BEEC-EFB3076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978145A-9CAE-42D6-86CB-1BE75D27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Retro New Games Apiの技術解説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C476F9E-E5EB-45D7-B13F-D258DAEA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0D8FD12C-4E22-4A63-9785-CAC28A21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TypeScript</a:t>
            </a:r>
          </a:p>
        </p:txBody>
      </p:sp>
    </p:spTree>
    <p:extLst>
      <p:ext uri="{BB962C8B-B14F-4D97-AF65-F5344CB8AC3E}">
        <p14:creationId xmlns:p14="http://schemas.microsoft.com/office/powerpoint/2010/main" val="28862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779D3-B36D-4689-86B6-0DBDEAF9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BAFC2-79A7-4A03-8CDF-0E92192B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8C305FD1-1FB1-496F-BEF0-1CF941F8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06D74ABA-15C1-4A78-9FDB-84AE90B4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8D1DB3E8-BF2D-4526-9B47-C4601A0C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CC901-AABF-424B-A95A-5D020534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E5C67B0F-2D77-498A-9D77-5B37923A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GAME PORTAL JP API Web版・iOS版・Android版が共通利用するCloudflare Workers + D1 APIです</a:t>
            </a:r>
          </a:p>
        </p:txBody>
      </p:sp>
    </p:spTree>
    <p:extLst>
      <p:ext uri="{BB962C8B-B14F-4D97-AF65-F5344CB8AC3E}">
        <p14:creationId xmlns:p14="http://schemas.microsoft.com/office/powerpoint/2010/main" val="1269920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22A1A-6086-4792-A30A-EE0427A6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A033B-EF5D-4F58-9312-E586C8B9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FD54F515-5D00-475A-BFEF-65E1ED3A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FF0ABA5-AB7D-411A-A049-138445F5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63F265C2-A4D2-4B10-808C-19049931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DD68D-501B-4525-B45F-1F6A59FC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916E90B-6E0E-4899-895A-26C7D179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主要技術：TypeScript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751397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0D0A3-4D3C-4BAB-A2A3-224C2A63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134A1-2FDB-49D7-AA06-52069304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130A09E0-A396-45B7-BA13-10E06B3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B16E064-C8E8-4DFE-AA17-9887DAC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32D3E01C-DBCE-4D73-8E5E-D0E24FAC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D747E-037A-4497-904D-597124B4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678E2A80-52C0-4325-A6C8-CE2536F4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6647390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C5CC0-734D-46F5-9EB7-B52405DD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DAD29-1486-451D-B24B-F644962F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2428FD26-9964-45EB-B7DA-D7B2B10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67C303A-7244-49AA-B0B5-AA98B01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621DA6A6-30DE-406F-BECA-5EFDB5B4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16002-4B5F-4A53-8A75-BE6E08C9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BD5600FB-12A0-4BC3-9A7C-91967178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493406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2F714-75B0-49AD-AF0F-902F0F77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C07D2-0517-413B-B444-DF2C4B66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A69EB849-DD47-4B9D-A4FB-FB602839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987D3AF-9D33-4DDC-AEF3-CA5DE8BC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8D0D4B91-0F4D-415F-B7C5-8071FD30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6B658-2352-42D8-82EF-C09AEAFA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3C81F025-9389-4BF5-95C5-508D9CFB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https://syunnjack.dev/articles/retro-new-games-api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109795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2026-08-12T15:33:57.8430000Z</dcterms:created>
  <dcterms:modified xsi:type="dcterms:W3CDTF">2026-08-12T15:33:57.8430000Z</dcterms:modified>
</coreProperties>
</file>