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2D30E9-948D-158D-88CD-32C1C69C33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1AEF71-145E-0BC7-0C7D-DA4137409C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445E08-845A-D14D-ED0C-A410E5E26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73F54-5D22-8DAF-2BEA-9B50C0602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8A00A1-5BA1-44E6-29F4-78DA8763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20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B380E5-AA4C-AD95-EF6A-EE54C8A35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F823E1-70E4-6A4B-2C20-256BB8091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D2A8B-B00C-452B-6EA8-BDDFC280E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04D87F-D49C-FB4E-E106-C56E152B6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72AE9C-7A97-9A7A-4703-62BFF019B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6348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0E796C-341A-E6A8-C095-A1ECEA562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F7A11B-D96C-21E5-C4C6-2D8201053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E71886-4A83-F6F3-CD71-A63FB791D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69B5B8-E9FA-EA82-C2B2-2CB2135B9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54F276-8728-8598-AA3E-66A4C0AA3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3334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252E10-C265-9C26-CBB8-A47DB7B72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7FAB36-5E7A-5513-4952-3D52C75AC5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78C48F-AE06-A7FF-F003-0EFE0B6C5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6A99947-076F-EA22-5EBE-296CD6F2B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D469CD-8AC1-C90E-56B6-3BEF1A1DD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DE9FCF-D655-300F-47E2-F8396C143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0639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16C44A-2D37-7ECB-E901-6C5FB3E3A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A168B38-FB7A-FE95-3B26-695307020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8CDE50F-403C-418B-0322-42463749E5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853628D-3EA2-5513-28A5-A7DE210397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E9A4E3-A08A-48B6-E4F2-BF755F3AC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DB71A34-6FAC-49C9-10C8-E800AFCF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596FDA0-555F-873D-C6FD-04105EE92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057B676-AF3F-0271-7F90-036B6D9F5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112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638B48-9458-4F5E-64A7-AB6D0631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01059AE-4CED-81F8-F22F-CFE1A4E1E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3FFD55D-4371-467C-0AE5-7C8FBF8C3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6F967-341C-1EF0-B82B-3F9320250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020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FAD1A9D-9337-85F1-0302-E80A1C8BD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8BFEF13-9135-437F-EADB-9D0048D05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E0CE3A2-30BD-6CB7-E1EB-FFFC5E91D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749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D1ADED-5ED0-CFBE-341B-7686B0B3D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AA2F4C-66DB-98C0-7D83-857845BBB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362963-9748-9C6A-F6CC-6F2D1D9013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CA6102C-77A0-43F0-2272-A9573A5FB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59B251-5163-4710-3170-A1F87188A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4C473E-5E7F-D241-4FF8-E73037335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6709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0C9279-040C-C9E1-BECB-5AD489F9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8F9D806-5A3F-65C0-5576-7F6C34A7B4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180CBAA-B327-BFC0-5B82-1C269A21E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3DFBF5-006E-41FC-50BC-293F85B8E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650628-8585-D9EB-10DD-D71051666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81A18F-85D7-F1A7-BDA6-6DE4748A3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024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803067-8CE0-2172-05BA-2CCD0A1CE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CB7CC5-2336-E24E-35B9-858D91950C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451C8D2-CFB4-3566-69B8-B71D9A99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5986FCD-38D7-B2D0-492E-D74295BC7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B5587B-B717-DDDF-E5B5-637ECB09F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2344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B2532F5-654D-86D0-4C02-8C93B9752C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C49B3B4-FD7A-47DB-594F-BD1AACDE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07B4C6-529F-039E-5236-D4F24DB37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BD143B-47AA-28F1-4383-22D8C773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FEDE81-B241-F7E9-ABF6-9A8433A4B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6679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CEA8BDE-9C1F-8DC3-63FD-07803BE18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02076F-9E9C-C10F-F2A9-C66DCD614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C4A734-6733-C111-1706-CC9EFEFDFE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421D55-B1A8-4C83-A1AB-5D9C1CEEC9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76577D-0C10-2B91-F143-5712C5594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42FC21-E740-586A-FEEA-263E77065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AD17F4-8DA2-4325-9390-C894918AC9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81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7794AD-1AFA-EE83-CCEC-06FDC3766BF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18703D5-E866-AAE4-3C5D-736AA35A65A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 New Games Api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1DF967-82D0-FC92-7E94-2FBBAF7857A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E4AB44-CA51-F09C-3AD1-329A903D335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26A8A44-A2EB-B089-5943-3092D8358F0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630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7DFC8B-EB5E-7DEB-4974-4C810757A5A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7ED57F-E132-4973-EEC9-6B18EAAE7CF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D5CF06-E3B2-08BA-FB8C-41D3D4FC58D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GAME PORTAL JP API Web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版・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iOS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版・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Android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版が共通利用する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Cloudflare Workers + D1 API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421927-2F8E-88AA-A5C0-D676C6AC32D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592B48B1-84AF-9638-C444-B363A4784EE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9588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7F54457-FCE0-CEFC-6C32-FB278A080B2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9EF299-7035-B005-CA34-C4CF74B342F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DB467D-8740-45AF-30D7-3570183A7B2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9E12DDA-CA87-F413-CB0C-1F0B2F49896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225A85AC-0F21-2CF5-9BEC-C41CED5E079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932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D1DBFB-0A88-D7E1-29E5-CBB1923484B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2418FA0-BF05-5E09-1D86-83FC2AC8E2F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B4BB79-62CA-8834-A59B-4869CB6B202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migrations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E7B53-7360-F4FE-D11F-9B0C704580E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96046EF1-AE5B-65A7-4C4F-2B8555F4D08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978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3096FC-BE1F-AC35-8A7A-3308A2876FE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5B67D22-B566-91B3-E009-F9EC8711971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D9803F-DE40-D3E5-6606-EE0F1969663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7E7ABD-924C-A39E-824F-12F41D079D2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87F82F4-DB94-D246-04A8-406C4616000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280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3C7ECC-B8AB-885C-BC4A-27AB5928324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FB0AB7D-42ED-D4B1-9EAE-5BABDA81345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26D321F-1B15-0637-72C1-892553DDF72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https://syunnjack.dev/articles/retro-new-games-api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1FA609-B409-B0AF-3885-70C302AAE57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F7D98841-7A3D-BBA3-460A-98A04EB9422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956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2026-07-30T11:13:33Z</dcterms:created>
  <dcterms:modified xsi:type="dcterms:W3CDTF">2026-07-30T11:13:33Z</dcterms:modified>
</cp:coreProperties>
</file>