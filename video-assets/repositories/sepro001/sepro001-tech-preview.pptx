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8c66f1c95fa4c3a" /><Relationship Type="http://schemas.openxmlformats.org/officeDocument/2006/relationships/extended-properties" Target="/docProps/app.xml" Id="R690fe8127ef14072" /><Relationship Type="http://schemas.openxmlformats.org/officeDocument/2006/relationships/officeDocument" Target="/ppt/presentation.xml" Id="R2666af028e6a42a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615eb7174944fa3"/>
  </p:sldMasterIdLst>
  <p:notesMasterIdLst>
    <p:notesMasterId xmlns:r="http://schemas.openxmlformats.org/officeDocument/2006/relationships" r:id="Ra3daae750a314e41"/>
  </p:notesMasterIdLst>
  <p:sldIdLst>
    <p:sldId xmlns:r="http://schemas.openxmlformats.org/officeDocument/2006/relationships" id="256" r:id="R238d29d20a0a45bb"/>
    <p:sldId xmlns:r="http://schemas.openxmlformats.org/officeDocument/2006/relationships" id="257" r:id="R79bba4e99d88409c"/>
    <p:sldId xmlns:r="http://schemas.openxmlformats.org/officeDocument/2006/relationships" id="258" r:id="Rc86d6fdcb72f44ed"/>
    <p:sldId xmlns:r="http://schemas.openxmlformats.org/officeDocument/2006/relationships" id="259" r:id="Rec3a97d5094d4390"/>
    <p:sldId xmlns:r="http://schemas.openxmlformats.org/officeDocument/2006/relationships" id="260" r:id="Ref9ecd4b658042df"/>
    <p:sldId xmlns:r="http://schemas.openxmlformats.org/officeDocument/2006/relationships" id="261" r:id="Rfe5b303f25c8467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77c237986e240a1" /><Relationship Type="http://schemas.openxmlformats.org/officeDocument/2006/relationships/slideMaster" Target="/ppt/slideMasters/slideMaster1.xml" Id="R7615eb7174944fa3" /><Relationship Type="http://schemas.openxmlformats.org/officeDocument/2006/relationships/notesMaster" Target="/ppt/notesMasters/notesMaster1.xml" Id="Ra3daae750a314e41" /><Relationship Type="http://schemas.openxmlformats.org/officeDocument/2006/relationships/presProps" Target="/ppt/presProps.xml" Id="R3fbc5339229f4e9a" /><Relationship Type="http://schemas.openxmlformats.org/officeDocument/2006/relationships/tableStyles" Target="/ppt/tableStyles.xml" Id="R7ead9cf63a7a4530" /><Relationship Type="http://schemas.openxmlformats.org/officeDocument/2006/relationships/slide" Target="/ppt/slides/slide1.xml" Id="R238d29d20a0a45bb" /><Relationship Type="http://schemas.openxmlformats.org/officeDocument/2006/relationships/slide" Target="/ppt/slides/slide2.xml" Id="R79bba4e99d88409c" /><Relationship Type="http://schemas.openxmlformats.org/officeDocument/2006/relationships/slide" Target="/ppt/slides/slide3.xml" Id="Rc86d6fdcb72f44ed" /><Relationship Type="http://schemas.openxmlformats.org/officeDocument/2006/relationships/slide" Target="/ppt/slides/slide4.xml" Id="Rec3a97d5094d4390" /><Relationship Type="http://schemas.openxmlformats.org/officeDocument/2006/relationships/slide" Target="/ppt/slides/slide5.xml" Id="Ref9ecd4b658042df" /><Relationship Type="http://schemas.openxmlformats.org/officeDocument/2006/relationships/slide" Target="/ppt/slides/slide6.xml" Id="Rfe5b303f25c8467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fc3ebadbf1a4bd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5513ee8b8964faa" /><Relationship Type="http://schemas.openxmlformats.org/officeDocument/2006/relationships/notesMaster" Target="/ppt/notesMasters/notesMaster1.xml" Id="Rf8b954388dde424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d98cacaf66f4bce" /><Relationship Type="http://schemas.openxmlformats.org/officeDocument/2006/relationships/notesMaster" Target="/ppt/notesMasters/notesMaster1.xml" Id="R9f6b828f6166487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586e17dc5b541a4" /><Relationship Type="http://schemas.openxmlformats.org/officeDocument/2006/relationships/notesMaster" Target="/ppt/notesMasters/notesMaster1.xml" Id="R89ee894ef7d1498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ef6af4e01bc45fd" /><Relationship Type="http://schemas.openxmlformats.org/officeDocument/2006/relationships/notesMaster" Target="/ppt/notesMasters/notesMaster1.xml" Id="R2286a86898464a0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2b6c40c7ff943c1" /><Relationship Type="http://schemas.openxmlformats.org/officeDocument/2006/relationships/notesMaster" Target="/ppt/notesMasters/notesMaster1.xml" Id="Ra7dbc44d297c49d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6a3f82d34a94270" /><Relationship Type="http://schemas.openxmlformats.org/officeDocument/2006/relationships/notesMaster" Target="/ppt/notesMasters/notesMaster1.xml" Id="R5ebf2beeecd54f2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今回は、Sepro001の技術構成を短く解説します。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https://github.com/syunnjack/sepro001</a:t>
            </a:r>
          </a:p>
          <a:p xmlns:a="http://schemas.openxmlformats.org/drawingml/2006/main">
            <a:r>
              <a:t>- https://syunnjack.dev/articles/sepro001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Sepro001の設計と実装を記録したプロジェクト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https://github.com/syunnjack/sepro001</a:t>
            </a:r>
          </a:p>
          <a:p xmlns:a="http://schemas.openxmlformats.org/drawingml/2006/main">
            <a:r>
              <a:t>- https://syunnjack.dev/articles/sepro001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主な技術は未分類です。役割を分け、保守しやすい構成を目指しています。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https://github.com/syunnjack/sepro001</a:t>
            </a:r>
          </a:p>
          <a:p xmlns:a="http://schemas.openxmlformats.org/drawingml/2006/main">
            <a:r>
              <a:t>- https://syunnjack.dev/articles/sepro001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リポジトリでは、主要なソースファイルを中心に実装を確認できます。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https://github.com/syunnjack/sepro001</a:t>
            </a:r>
          </a:p>
          <a:p xmlns:a="http://schemas.openxmlformats.org/drawingml/2006/main">
            <a:r>
              <a:t>- https://syunnjack.dev/articles/sepro001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直近のコミットでは、実装の見直しと継続的な改善が行われました。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https://github.com/syunnjack/sepro001</a:t>
            </a:r>
          </a:p>
          <a:p xmlns:a="http://schemas.openxmlformats.org/drawingml/2006/main">
            <a:r>
              <a:t>- https://syunnjack.dev/articles/sepro001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詳しい設計とコミット履歴は、技術ブログ積み上げログの記事で紹介しています。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https://github.com/syunnjack/sepro001</a:t>
            </a:r>
          </a:p>
          <a:p xmlns:a="http://schemas.openxmlformats.org/drawingml/2006/main">
            <a:r>
              <a:t>- https://syunnjack.dev/articles/sepro001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55f10232a04e4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c001293225242ea" /><Relationship Type="http://schemas.openxmlformats.org/officeDocument/2006/relationships/slideLayout" Target="/ppt/slideLayouts/slideLayout1.xml" Id="Rb3f11b5b0117423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3f11b5b011742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100c5ff44848a9" /><Relationship Type="http://schemas.openxmlformats.org/officeDocument/2006/relationships/notesSlide" Target="/ppt/notesSlides/notesSlide1.xml" Id="Rc94b5efa3bc24a3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8f6a061d4f498d" /><Relationship Type="http://schemas.openxmlformats.org/officeDocument/2006/relationships/notesSlide" Target="/ppt/notesSlides/notesSlide2.xml" Id="R1c3190f072a0433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2f270c01d14653" /><Relationship Type="http://schemas.openxmlformats.org/officeDocument/2006/relationships/notesSlide" Target="/ppt/notesSlides/notesSlide3.xml" Id="Rd01820539b47409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d82744eada4b7e" /><Relationship Type="http://schemas.openxmlformats.org/officeDocument/2006/relationships/notesSlide" Target="/ppt/notesSlides/notesSlide4.xml" Id="Ra26a4f0245f24b8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002aec40ef469e" /><Relationship Type="http://schemas.openxmlformats.org/officeDocument/2006/relationships/notesSlide" Target="/ppt/notesSlides/notesSlide5.xml" Id="R1ce3d5d8b5094ea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5c9d8910064624" /><Relationship Type="http://schemas.openxmlformats.org/officeDocument/2006/relationships/notesSlide" Target="/ppt/notesSlides/notesSlide6.xml" Id="Rd2b14a9966264cb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2443DB-7CEB-4933-A5B3-772419A53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B00F9D-D482-4D71-9E87-7F66614E2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0">
            <a:extLst xmlns:a="http://schemas.openxmlformats.org/drawingml/2006/main">
              <a:ext uri="{FF2B5EF4-FFF2-40B4-BE49-F238E27FC236}">
                <a16:creationId xmlns:a16="http://schemas.microsoft.com/office/drawing/2014/main" id="{A9556888-0C05-4F3E-9019-68930368C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0">
            <a:extLst xmlns:a="http://schemas.openxmlformats.org/drawingml/2006/main">
              <a:ext uri="{FF2B5EF4-FFF2-40B4-BE49-F238E27FC236}">
                <a16:creationId xmlns:a16="http://schemas.microsoft.com/office/drawing/2014/main" id="{BC62411F-0CFD-43D0-852A-DE48650B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01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C925FAF1-B136-4648-BA49-1CF26B92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002C22"/>
                </a:solidFill>
              </a:defRPr>
            </a:pPr>
            <a:r>
              <a:rPr sz="4350" b="1">
                <a:solidFill>
                  <a:srgbClr val="002C22"/>
                </a:solidFill>
              </a:rPr>
              <a:t>Sepro001の技術解説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D2357F70-C540-4989-88C6-744B993F9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895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7534D"/>
                </a:solidFill>
              </a:defRPr>
            </a:pPr>
            <a:r>
              <a:rPr sz="1875">
                <a:solidFill>
                  <a:srgbClr val="57534D"/>
                </a:solidFill>
              </a:rPr>
              <a:t>設計・実装・コミットから学ぶ短時間の技術解説</a:t>
            </a:r>
          </a:p>
        </p:txBody>
      </p:sp>
      <p:sp>
        <p:nvSpPr>
          <p:cNvPr id="7" name="language">
            <a:extLst xmlns:a="http://schemas.openxmlformats.org/drawingml/2006/main">
              <a:ext uri="{FF2B5EF4-FFF2-40B4-BE49-F238E27FC236}">
                <a16:creationId xmlns:a16="http://schemas.microsoft.com/office/drawing/2014/main" id="{24E58216-3F59-4F45-9BB3-031BB646F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E9A00"/>
                </a:solidFill>
              </a:defRPr>
            </a:pPr>
            <a:r>
              <a:rPr sz="1500" b="1">
                <a:solidFill>
                  <a:srgbClr val="FE9A00"/>
                </a:solidFill>
              </a:rPr>
              <a:t>未分類</a:t>
            </a:r>
          </a:p>
        </p:txBody>
      </p:sp>
    </p:spTree>
    <p:extLst>
      <p:ext uri="{BB962C8B-B14F-4D97-AF65-F5344CB8AC3E}">
        <p14:creationId xmlns:p14="http://schemas.microsoft.com/office/powerpoint/2010/main" val="212064660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896B4F-A9B2-411B-9963-041E87702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4018F3-6324-405F-8CFD-87BE7E572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1">
            <a:extLst xmlns:a="http://schemas.openxmlformats.org/drawingml/2006/main">
              <a:ext uri="{FF2B5EF4-FFF2-40B4-BE49-F238E27FC236}">
                <a16:creationId xmlns:a16="http://schemas.microsoft.com/office/drawing/2014/main" id="{A6E15275-CCD2-40D2-AC2B-D28559CF1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1">
            <a:extLst xmlns:a="http://schemas.openxmlformats.org/drawingml/2006/main">
              <a:ext uri="{FF2B5EF4-FFF2-40B4-BE49-F238E27FC236}">
                <a16:creationId xmlns:a16="http://schemas.microsoft.com/office/drawing/2014/main" id="{7AE3BAFC-04BB-4A86-A640-F757D933C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02</a:t>
            </a:r>
          </a:p>
        </p:txBody>
      </p:sp>
      <p:sp>
        <p:nvSpPr>
          <p:cNvPr id="5" name="title-1">
            <a:extLst xmlns:a="http://schemas.openxmlformats.org/drawingml/2006/main">
              <a:ext uri="{FF2B5EF4-FFF2-40B4-BE49-F238E27FC236}">
                <a16:creationId xmlns:a16="http://schemas.microsoft.com/office/drawing/2014/main" id="{13561169-573D-4806-B01C-E43AB927C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このプロジェクトは何を解決する？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E24E69-B9CB-45F6-8822-1050F34E7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1">
            <a:extLst xmlns:a="http://schemas.openxmlformats.org/drawingml/2006/main">
              <a:ext uri="{FF2B5EF4-FFF2-40B4-BE49-F238E27FC236}">
                <a16:creationId xmlns:a16="http://schemas.microsoft.com/office/drawing/2014/main" id="{0162D862-0550-4490-A6F4-AAD33C3B8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Sepro001の設計と実装を記録したプロジェクト</a:t>
            </a:r>
          </a:p>
        </p:txBody>
      </p:sp>
    </p:spTree>
    <p:extLst>
      <p:ext uri="{BB962C8B-B14F-4D97-AF65-F5344CB8AC3E}">
        <p14:creationId xmlns:p14="http://schemas.microsoft.com/office/powerpoint/2010/main" val="5180902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D637CA-69FB-4A79-AD41-067E82BD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040DBD-8FFD-4458-84C4-0F7A48BB2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2">
            <a:extLst xmlns:a="http://schemas.openxmlformats.org/drawingml/2006/main">
              <a:ext uri="{FF2B5EF4-FFF2-40B4-BE49-F238E27FC236}">
                <a16:creationId xmlns:a16="http://schemas.microsoft.com/office/drawing/2014/main" id="{F3F1513C-2957-4FA5-B28B-07F3A68FE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BFBE2C2F-0AD5-4C27-8133-82A6E5BE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03</a:t>
            </a:r>
          </a:p>
        </p:txBody>
      </p:sp>
      <p:sp>
        <p:nvSpPr>
          <p:cNvPr id="5" name="title-2">
            <a:extLst xmlns:a="http://schemas.openxmlformats.org/drawingml/2006/main">
              <a:ext uri="{FF2B5EF4-FFF2-40B4-BE49-F238E27FC236}">
                <a16:creationId xmlns:a16="http://schemas.microsoft.com/office/drawing/2014/main" id="{61AECD7E-5B1D-4E46-A996-2D8A944A2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技術スタック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F6BAA0-46C8-4B9F-9ADC-D3D709972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2">
            <a:extLst xmlns:a="http://schemas.openxmlformats.org/drawingml/2006/main">
              <a:ext uri="{FF2B5EF4-FFF2-40B4-BE49-F238E27FC236}">
                <a16:creationId xmlns:a16="http://schemas.microsoft.com/office/drawing/2014/main" id="{C6EF5528-B026-4E77-B1C6-68EE0BE49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主要技術：未分類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役割を分け、保守しやすい構成を目指しています。</a:t>
            </a:r>
          </a:p>
        </p:txBody>
      </p:sp>
    </p:spTree>
    <p:extLst>
      <p:ext uri="{BB962C8B-B14F-4D97-AF65-F5344CB8AC3E}">
        <p14:creationId xmlns:p14="http://schemas.microsoft.com/office/powerpoint/2010/main" val="8793371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C722AC-1697-4D21-8ECF-79760428B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C8AE18-62F2-43AE-956E-461D48640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3">
            <a:extLst xmlns:a="http://schemas.openxmlformats.org/drawingml/2006/main">
              <a:ext uri="{FF2B5EF4-FFF2-40B4-BE49-F238E27FC236}">
                <a16:creationId xmlns:a16="http://schemas.microsoft.com/office/drawing/2014/main" id="{0DE6AA66-9D49-4F82-A584-A68877A0B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B7A03341-BBCE-4A3E-8AC8-A54225248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04</a:t>
            </a:r>
          </a:p>
        </p:txBody>
      </p:sp>
      <p:sp>
        <p:nvSpPr>
          <p:cNvPr id="5" name="title-3">
            <a:extLst xmlns:a="http://schemas.openxmlformats.org/drawingml/2006/main">
              <a:ext uri="{FF2B5EF4-FFF2-40B4-BE49-F238E27FC236}">
                <a16:creationId xmlns:a16="http://schemas.microsoft.com/office/drawing/2014/main" id="{755224E2-CA19-4594-9DFA-82C012C69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リポジトリの読みどころ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5656D-1A15-4E85-9F19-62D0E14BB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3">
            <a:extLst xmlns:a="http://schemas.openxmlformats.org/drawingml/2006/main">
              <a:ext uri="{FF2B5EF4-FFF2-40B4-BE49-F238E27FC236}">
                <a16:creationId xmlns:a16="http://schemas.microsoft.com/office/drawing/2014/main" id="{D72216F9-58CC-474B-BBBF-417B9197F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公開コード、README、コミット履歴から設計判断を確認できます。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主なファイル：主要なソースファイル</a:t>
            </a:r>
          </a:p>
        </p:txBody>
      </p:sp>
    </p:spTree>
    <p:extLst>
      <p:ext uri="{BB962C8B-B14F-4D97-AF65-F5344CB8AC3E}">
        <p14:creationId xmlns:p14="http://schemas.microsoft.com/office/powerpoint/2010/main" val="33681958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47BFE8-A971-4122-8407-73B3AE88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B00D74-8AF1-47FE-A393-CF596183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4">
            <a:extLst xmlns:a="http://schemas.openxmlformats.org/drawingml/2006/main">
              <a:ext uri="{FF2B5EF4-FFF2-40B4-BE49-F238E27FC236}">
                <a16:creationId xmlns:a16="http://schemas.microsoft.com/office/drawing/2014/main" id="{096F5626-96E6-44E3-ACA4-303386E16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0397982B-94BB-4833-871B-FF52CC3C5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05</a:t>
            </a:r>
          </a:p>
        </p:txBody>
      </p:sp>
      <p:sp>
        <p:nvSpPr>
          <p:cNvPr id="5" name="title-4">
            <a:extLst xmlns:a="http://schemas.openxmlformats.org/drawingml/2006/main">
              <a:ext uri="{FF2B5EF4-FFF2-40B4-BE49-F238E27FC236}">
                <a16:creationId xmlns:a16="http://schemas.microsoft.com/office/drawing/2014/main" id="{621C0E2D-0C20-467F-9A96-CBFA8688E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コミットから分かる改善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472275-70F6-45AE-8D52-5DAA6E0F8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4">
            <a:extLst xmlns:a="http://schemas.openxmlformats.org/drawingml/2006/main">
              <a:ext uri="{FF2B5EF4-FFF2-40B4-BE49-F238E27FC236}">
                <a16:creationId xmlns:a16="http://schemas.microsoft.com/office/drawing/2014/main" id="{83A868AA-1D80-433E-8F31-8F2C4084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直近のコミットでは、実装の見直しと継続的な改善が行われました。</a:t>
            </a:r>
          </a:p>
        </p:txBody>
      </p:sp>
    </p:spTree>
    <p:extLst>
      <p:ext uri="{BB962C8B-B14F-4D97-AF65-F5344CB8AC3E}">
        <p14:creationId xmlns:p14="http://schemas.microsoft.com/office/powerpoint/2010/main" val="131184277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D90F62-3826-4864-833F-E3D6958AF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D4A4E2-C644-46FD-99DF-4A2121FD7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5">
            <a:extLst xmlns:a="http://schemas.openxmlformats.org/drawingml/2006/main">
              <a:ext uri="{FF2B5EF4-FFF2-40B4-BE49-F238E27FC236}">
                <a16:creationId xmlns:a16="http://schemas.microsoft.com/office/drawing/2014/main" id="{92729B98-2AA3-4C96-9394-B8901A19F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86646FF9-A3CC-439D-921E-5A216565E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06</a:t>
            </a:r>
          </a:p>
        </p:txBody>
      </p:sp>
      <p:sp>
        <p:nvSpPr>
          <p:cNvPr id="5" name="title-5">
            <a:extLst xmlns:a="http://schemas.openxmlformats.org/drawingml/2006/main">
              <a:ext uri="{FF2B5EF4-FFF2-40B4-BE49-F238E27FC236}">
                <a16:creationId xmlns:a16="http://schemas.microsoft.com/office/drawing/2014/main" id="{78F184DC-270B-48E7-B5EE-6DD5533D0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詳しくは積み上げログへ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F41002-47B5-403E-8F05-8546B2661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5">
            <a:extLst xmlns:a="http://schemas.openxmlformats.org/drawingml/2006/main">
              <a:ext uri="{FF2B5EF4-FFF2-40B4-BE49-F238E27FC236}">
                <a16:creationId xmlns:a16="http://schemas.microsoft.com/office/drawing/2014/main" id="{4433D129-309D-4070-A2E7-763718F11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記事： https://syunnjack.dev/articles/sepro001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学び、作り、振り返る開発記録。</a:t>
            </a:r>
          </a:p>
        </p:txBody>
      </p:sp>
    </p:spTree>
    <p:extLst>
      <p:ext uri="{BB962C8B-B14F-4D97-AF65-F5344CB8AC3E}">
        <p14:creationId xmlns:p14="http://schemas.microsoft.com/office/powerpoint/2010/main" val="15804078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2026-08-15T06:47:31.7390000Z</dcterms:created>
  <dcterms:modified xsi:type="dcterms:W3CDTF">2026-08-15T06:47:31.7390000Z</dcterms:modified>
</coreProperties>
</file>