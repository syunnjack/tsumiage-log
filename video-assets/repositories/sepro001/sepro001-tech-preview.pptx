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5f625da9574501" /><Relationship Type="http://schemas.openxmlformats.org/officeDocument/2006/relationships/extended-properties" Target="/docProps/app.xml" Id="Rb2817e1487704f0f" /><Relationship Type="http://schemas.openxmlformats.org/officeDocument/2006/relationships/officeDocument" Target="/ppt/presentation.xml" Id="Raf2d7b7d86404b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ce563e239b41f0"/>
  </p:sldMasterIdLst>
  <p:notesMasterIdLst>
    <p:notesMasterId xmlns:r="http://schemas.openxmlformats.org/officeDocument/2006/relationships" r:id="R6649c9bee0ab48ce"/>
  </p:notesMasterIdLst>
  <p:sldIdLst>
    <p:sldId xmlns:r="http://schemas.openxmlformats.org/officeDocument/2006/relationships" id="256" r:id="R8affbee26dc045c4"/>
    <p:sldId xmlns:r="http://schemas.openxmlformats.org/officeDocument/2006/relationships" id="257" r:id="R2c77c8732f3a4bb8"/>
    <p:sldId xmlns:r="http://schemas.openxmlformats.org/officeDocument/2006/relationships" id="258" r:id="Rad7bca9350ec4df6"/>
    <p:sldId xmlns:r="http://schemas.openxmlformats.org/officeDocument/2006/relationships" id="259" r:id="R80e6e683e5cf4d1f"/>
    <p:sldId xmlns:r="http://schemas.openxmlformats.org/officeDocument/2006/relationships" id="260" r:id="R0c098daea00348fb"/>
    <p:sldId xmlns:r="http://schemas.openxmlformats.org/officeDocument/2006/relationships" id="261" r:id="R78b2b44e38184c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1df7a6cce742b4" /><Relationship Type="http://schemas.openxmlformats.org/officeDocument/2006/relationships/slideMaster" Target="/ppt/slideMasters/slideMaster1.xml" Id="Ra7ce563e239b41f0" /><Relationship Type="http://schemas.openxmlformats.org/officeDocument/2006/relationships/notesMaster" Target="/ppt/notesMasters/notesMaster1.xml" Id="R6649c9bee0ab48ce" /><Relationship Type="http://schemas.openxmlformats.org/officeDocument/2006/relationships/presProps" Target="/ppt/presProps.xml" Id="R00553f84c40d42da" /><Relationship Type="http://schemas.openxmlformats.org/officeDocument/2006/relationships/tableStyles" Target="/ppt/tableStyles.xml" Id="Rc8ec8d859492422e" /><Relationship Type="http://schemas.openxmlformats.org/officeDocument/2006/relationships/slide" Target="/ppt/slides/slide1.xml" Id="R8affbee26dc045c4" /><Relationship Type="http://schemas.openxmlformats.org/officeDocument/2006/relationships/slide" Target="/ppt/slides/slide2.xml" Id="R2c77c8732f3a4bb8" /><Relationship Type="http://schemas.openxmlformats.org/officeDocument/2006/relationships/slide" Target="/ppt/slides/slide3.xml" Id="Rad7bca9350ec4df6" /><Relationship Type="http://schemas.openxmlformats.org/officeDocument/2006/relationships/slide" Target="/ppt/slides/slide4.xml" Id="R80e6e683e5cf4d1f" /><Relationship Type="http://schemas.openxmlformats.org/officeDocument/2006/relationships/slide" Target="/ppt/slides/slide5.xml" Id="R0c098daea00348fb" /><Relationship Type="http://schemas.openxmlformats.org/officeDocument/2006/relationships/slide" Target="/ppt/slides/slide6.xml" Id="R78b2b44e38184c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f8a48922db40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6eccf0ad0443a0" /><Relationship Type="http://schemas.openxmlformats.org/officeDocument/2006/relationships/notesMaster" Target="/ppt/notesMasters/notesMaster1.xml" Id="Rafe5099df49448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d8a216bcd74b49" /><Relationship Type="http://schemas.openxmlformats.org/officeDocument/2006/relationships/notesMaster" Target="/ppt/notesMasters/notesMaster1.xml" Id="R6658c072a55f42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824d542b90468b" /><Relationship Type="http://schemas.openxmlformats.org/officeDocument/2006/relationships/notesMaster" Target="/ppt/notesMasters/notesMaster1.xml" Id="Rf264f122e09340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ff317f8b9f4a49" /><Relationship Type="http://schemas.openxmlformats.org/officeDocument/2006/relationships/notesMaster" Target="/ppt/notesMasters/notesMaster1.xml" Id="Rd6b99f819b1047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a6be3ca4344fb3" /><Relationship Type="http://schemas.openxmlformats.org/officeDocument/2006/relationships/notesMaster" Target="/ppt/notesMasters/notesMaster1.xml" Id="R8e7902dd28fe4a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e55e67cbe549ce" /><Relationship Type="http://schemas.openxmlformats.org/officeDocument/2006/relationships/notesMaster" Target="/ppt/notesMasters/notesMaster1.xml" Id="R82770cade7ad44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今回は、Sepro001の技術構成を短く解説します。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https://github.com/syunnjack/sepro001</a:t>
            </a:r>
          </a:p>
          <a:p xmlns:a="http://schemas.openxmlformats.org/drawingml/2006/main">
            <a:r>
              <a:t>- https://syunnjack.dev/articles/sepro001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Sepro001の設計と実装を記録したプロジェクト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https://github.com/syunnjack/sepro001</a:t>
            </a:r>
          </a:p>
          <a:p xmlns:a="http://schemas.openxmlformats.org/drawingml/2006/main">
            <a:r>
              <a:t>- https://syunnjack.dev/articles/sepro001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https://github.com/syunnjack/sepro001</a:t>
            </a:r>
          </a:p>
          <a:p xmlns:a="http://schemas.openxmlformats.org/drawingml/2006/main">
            <a:r>
              <a:t>- https://syunnjack.dev/articles/sepro001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https://github.com/syunnjack/sepro001</a:t>
            </a:r>
          </a:p>
          <a:p xmlns:a="http://schemas.openxmlformats.org/drawingml/2006/main">
            <a:r>
              <a:t>- https://syunnjack.dev/articles/sepro001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https://github.com/syunnjack/sepro001</a:t>
            </a:r>
          </a:p>
          <a:p xmlns:a="http://schemas.openxmlformats.org/drawingml/2006/main">
            <a:r>
              <a:t>- https://syunnjack.dev/articles/sepro001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https://github.com/syunnjack/sepro001</a:t>
            </a:r>
          </a:p>
          <a:p xmlns:a="http://schemas.openxmlformats.org/drawingml/2006/main">
            <a:r>
              <a:t>- https://syunnjack.dev/articles/sepro001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fedded63e48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86d978b0d24907" /><Relationship Type="http://schemas.openxmlformats.org/officeDocument/2006/relationships/slideLayout" Target="/ppt/slideLayouts/slideLayout1.xml" Id="R37410e71538d46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410e71538d46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c6ff825c74853" /><Relationship Type="http://schemas.openxmlformats.org/officeDocument/2006/relationships/notesSlide" Target="/ppt/notesSlides/notesSlide1.xml" Id="Rbbcc59cc078f4a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7d6415f4b4cb7" /><Relationship Type="http://schemas.openxmlformats.org/officeDocument/2006/relationships/notesSlide" Target="/ppt/notesSlides/notesSlide2.xml" Id="R330fae11a4d24a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2c0c7fb3a4452" /><Relationship Type="http://schemas.openxmlformats.org/officeDocument/2006/relationships/notesSlide" Target="/ppt/notesSlides/notesSlide3.xml" Id="R4e96475c163946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8fe8f1bd54c37" /><Relationship Type="http://schemas.openxmlformats.org/officeDocument/2006/relationships/notesSlide" Target="/ppt/notesSlides/notesSlide4.xml" Id="R3aa0d580264544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09e56873b4d0a" /><Relationship Type="http://schemas.openxmlformats.org/officeDocument/2006/relationships/notesSlide" Target="/ppt/notesSlides/notesSlide5.xml" Id="R04e3d2ef13844e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55274936c42bf" /><Relationship Type="http://schemas.openxmlformats.org/officeDocument/2006/relationships/notesSlide" Target="/ppt/notesSlides/notesSlide6.xml" Id="R067ff27a1e8c4b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C5CDF-DCE7-4460-B758-6FF45E27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941E5-76AA-43D7-B30B-0346C9F1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EF2187BA-A096-42F2-BABC-CFEB8451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F4CF07E8-28CB-4B14-8C8A-10C99167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2DA4BE8-5AB6-473A-AA21-8FE0B88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Sepro001の技術解説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B7BD53E-A09A-46D6-AE81-630AF806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C2821F7C-7AA4-4AE2-AC4E-71966B2D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513446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30E7C-FD6F-4B68-822E-6364D068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B18E4-D25E-40E1-A214-F1DF04E9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AFAA2C2E-26A5-473C-AC5D-FF599E79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D1272FE2-2D7D-4DCB-983D-677F8696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BE1A5A32-E361-4C12-851D-774296FB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94E96-F852-4C85-9DB4-1E4D50CE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A183F261-12FE-4336-9336-DC16DEAD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Sepro001の設計と実装を記録したプロジェクト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1757451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79059-8320-49AC-B660-E22BF7D0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6D3CF-0B13-4228-9259-0282EAFF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52455D95-C034-4A94-98D0-22E3FCA4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50CA88B-200B-4E87-9A54-38F1FC0A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C1DB9FDC-19A3-420B-9649-7F2B09E3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3F501-B395-4812-88D2-AFBD1851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E816AA62-DD9B-47A3-B5D0-3345155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331857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D462F-4C82-43E1-B246-D45640AD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D920E-A727-4F04-B8BF-AE7A5899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C7C8E61E-FB15-479C-9F4C-FF75B306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116C3040-6D0A-4D93-B790-6F5630FB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BDFE8675-C5FF-4D05-B70F-5A9C4FA2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B5F1C-4A85-43D9-A90D-A1535CA3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9E2B72B2-92EB-4582-A54A-A430F9DD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906241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AD33E-27BB-4BAE-8A17-05791766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F11DF-554D-4A50-8062-B730C713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55941A26-C93F-4BDB-AC0D-48A6F5B2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41EF3D2-B633-47EC-88D3-D081C05C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2BEF44E3-C007-498A-8B94-E6845535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71DD5-82D2-4797-8F70-5EBAB271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5ECE0660-6B5D-4A0E-A6E9-08710577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2593065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38FB5-E30E-4A08-A223-C29615B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9ADDF-EAB5-4BBC-AF71-6AA8F9F7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1855A6A3-E57F-438E-84C3-55D547F2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77BAA3F5-E04D-4724-9EE9-3B8F2B7A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CD061BA1-9669-4091-B553-3643DAE8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C2713-807B-4BC9-9AE4-2E74DB0E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99A62B3E-E39E-4A98-A192-5B17AFAB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https://syunnjack.dev/articles/sepro001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962752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2026-08-15T01:02:52.7980000Z</dcterms:created>
  <dcterms:modified xsi:type="dcterms:W3CDTF">2026-08-15T01:02:52.7980000Z</dcterms:modified>
</coreProperties>
</file>