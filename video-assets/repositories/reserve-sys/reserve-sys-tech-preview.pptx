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5870FB-4A91-7651-5946-CE43B32777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C57ED1F-C03D-C14F-0E17-DD49793D2C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A74D313-7E43-C563-E003-236D96D22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CA5C-7CC9-4869-820C-4AF759F38EE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DA0284-89C0-428B-00DB-6F133472B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4C104C-681A-9E51-DC21-5D9F580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ABCF7-C4B6-4433-AADA-1C1D6E37E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2541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8691FA-9699-A358-9A4A-1E0A1979E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031418-E5DA-47E8-322F-CDFF362A7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BF577F-D4EE-F659-18F0-0A6A0AF79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CA5C-7CC9-4869-820C-4AF759F38EE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0FFCDC-D8CB-7F8E-41AB-001217B61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F026C8-E52A-83B9-B2D0-E6D306F88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ABCF7-C4B6-4433-AADA-1C1D6E37E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148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360E36-30A2-4293-7C5C-454195BD7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BC6824C-4AFC-8D69-8CE7-B420963BFB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0BCF1A-FFC4-73A7-CF84-7229AE21F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CA5C-7CC9-4869-820C-4AF759F38EE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FA51A44-DDD7-19CC-2368-521C28DA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295B63-0000-9B6A-A1E3-C803E0AD3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ABCF7-C4B6-4433-AADA-1C1D6E37E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3822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5BFFF3-15B6-C3AE-CCDA-862A5E86A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8982B4-F4C6-FD20-CE96-3F84655B03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7AE2B38-DD2D-2538-34D9-EB6DEBEBB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079B99E-653F-6386-EF06-36AB9B9CF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CA5C-7CC9-4869-820C-4AF759F38EE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C461B71-4C03-6CAE-ADBF-B59355A9F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0782B8D-0528-C28E-4DB0-1B7DB2F9B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ABCF7-C4B6-4433-AADA-1C1D6E37E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4291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DAE68E-71A9-B984-3043-D5072588F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0F89581-351F-A7D6-8D57-00380C52E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DD5D776-FBDA-8F2F-3DEE-FF7D35C15C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C0C23DA-5950-3604-7A66-8C8E165EA7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324B2AB-EE5D-F18E-2A58-233C98B1AF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0216EC0-2BED-B434-5B62-27ED8000A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CA5C-7CC9-4869-820C-4AF759F38EE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5ECA7A6-E57E-49D9-228E-92CD14010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6590B1C-CC28-A344-A1FF-EB2F52BC4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ABCF7-C4B6-4433-AADA-1C1D6E37E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0857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E470D4-D9B0-2377-8473-AA2529394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253D5D5-E0A1-9D88-8018-4AB3CF0DD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CA5C-7CC9-4869-820C-4AF759F38EE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0A2520D-ED6E-45A7-4EB3-509E221DF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683020B-66A6-88D3-45C2-1526D5403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ABCF7-C4B6-4433-AADA-1C1D6E37E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2090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EA4591D-B7B3-10A7-EAF1-CA2F6D07C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CA5C-7CC9-4869-820C-4AF759F38EE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0EECE0C-84A8-EB5C-DB03-A33283C39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04A7DA-2BA8-E9D4-FE70-BA7EF8F61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ABCF7-C4B6-4433-AADA-1C1D6E37E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7592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781D0F-F694-2797-C354-363196297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3B91B3-543F-E586-8372-DABE295B4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1ED7347-39B4-E9B3-6254-30DDFC3643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408DC34-996B-0981-C51F-6582B97AB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CA5C-7CC9-4869-820C-4AF759F38EE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A4DC9D-84CF-B5E2-1D1B-A5C59C2D8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5B10EF6-2D0B-1F2B-BAE9-8BFEBF2D1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ABCF7-C4B6-4433-AADA-1C1D6E37E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1222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B88C41-E4C8-0B37-77A2-9DBA368D9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A008B35-6C7E-0A7C-38B1-27720FED58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B5B6B7A-D689-A582-E4E9-ABF9275D50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BED682D-BC58-CA3F-6D74-A8C39D2E7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CA5C-7CC9-4869-820C-4AF759F38EE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7D7BD0E-5C03-3B99-1474-AD6D8C5CE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9FFBCC6-BC43-408F-EF57-D629C603B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ABCF7-C4B6-4433-AADA-1C1D6E37E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5103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5D4949-FFBB-60B1-8B25-6ED8632E5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697D711-6716-E4AD-555F-3BE9A11E8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54F7C0A-2DB5-CAA8-F68A-6E497CBC0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CA5C-7CC9-4869-820C-4AF759F38EE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8F2D3C-F486-1DC3-01F2-CBDD4A31D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EC8978-4553-63C1-E133-EE2B209E7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ABCF7-C4B6-4433-AADA-1C1D6E37E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2180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A3973F4-2DC4-7EB9-DA32-C4A43B271D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DE2258F-1C71-873D-5C6A-0FE3C4E616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333647-5AFF-A890-4BCE-B98F12F6D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CA5C-7CC9-4869-820C-4AF759F38EE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3045D03-7EFB-8A31-19B6-9808DB94B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928126-C7B9-DB1F-B6F9-925927FCC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ABCF7-C4B6-4433-AADA-1C1D6E37E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3516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0B254DF-65CC-FEFC-98D5-71CAF3548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92C30EE-CDF1-799E-D414-76AB237E4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0BD1228-93E6-B78F-0F4A-DFC41637EC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CCA5C-7CC9-4869-820C-4AF759F38EE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6F1F15-DB3D-5ED7-686E-344177F59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20E8D5-CD69-E699-DF7B-9EF938111E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3ABCF7-C4B6-4433-AADA-1C1D6E37E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0574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CBEC725-659B-E57A-7A4B-CCA808CD266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8DA005E-3037-614B-F15F-C4CA1341A6B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Reserve Sys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9F6A4AA-C0BF-941F-8C1E-D22158EC26AB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E91DC58-C427-FBF8-8717-C8E59185762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1BAA1682-1778-6D20-F49B-7D381F86949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8491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9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7BD1213-5044-7691-D177-AD3B7B1AB5E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E42A4FB-4DD3-EC4A-D5CD-95296579159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65D7A06-DFCF-0DB1-E33D-66FCAD9E8D2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Reserve Sys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90B29FD-743B-3938-5A7C-649DEB9EB0E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E8A9EA5D-F1D1-0042-F915-D6CCF1C814E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9208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48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D07EFBC-0567-44E6-C315-03709F7773D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36F54A8-3187-57E9-C7A3-66EAD94CE27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8CCDD87-A474-965C-39EE-97723C6C918A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7A80C74-238C-A063-6052-90A8EE04FA4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90DC6486-0E98-0114-71D4-D323B21013E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46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7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9860E29-DEE8-76B0-A1BD-2BC8B5FCF0E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D657048-6CF3-FFCC-D5B4-D6B40A6645E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C0459CD-E2DF-28EC-0A66-5280C4A9A6A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AGENTS.md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CLAUDE.md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99C3A64-6904-ABE7-385C-3E9F5CE491A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145D0FB2-23D5-8A62-AD26-0837092365F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3738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FE1506A-F291-755A-32A5-90867DBA862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942C9E8-29CE-EF43-F13E-4E4D8B91BE0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D444DFC-63DC-CA8D-B1D2-4794B44E0564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直近のコミットでは、プロジェクトの初期構成と開発基盤が整備されました。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738B9C8-4183-33B1-92D0-B78A3EE773A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2F075B7A-25B0-F352-7E4E-29D7E9E5965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5205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A382DD9-6731-38D0-1D10-C7DA3727954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205DBB7-5EE9-65E4-8FC5-760D2D3D4A2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F3BF418-D90D-1BB1-0660-4A87820C2126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https://syunnjack.dev/articles/reserve-sys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6A23AE1-98A2-F1CD-83C4-6687853D576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4B2EB7F8-B746-E80A-EFD4-C4D4B979C0E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0268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2026-07-30T11:03:50Z</dcterms:created>
  <dcterms:modified xsi:type="dcterms:W3CDTF">2026-07-30T11:03:50Z</dcterms:modified>
</cp:coreProperties>
</file>