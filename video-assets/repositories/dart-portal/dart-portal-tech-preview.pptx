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8AED0-86F9-C893-F185-2C909CB15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4CE1E2-14E1-2521-A4C4-5D20E56A8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9171DD-47AF-7AD9-6819-6C4F49E9D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ADA340-B6A1-3FEF-84BD-8ADFDDD9F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B49FD7-D80C-0A21-158E-F95E0F63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099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2A455-C760-F09B-AE38-E2E253637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0BE83B-681F-8982-AA78-F5EC80910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64A741-844A-5F01-5694-534CB5B8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701BF9-C744-8482-BB41-C6EDD7930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B3D426-9F79-DABC-8787-2A448889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79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659648-C677-46AC-4643-948FCF322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A63950-1318-D8B5-E310-46A0A3B37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AD7F9F-2645-CFB3-5ADF-8CB2DD91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53DD01-A1D8-E17B-17C0-584AFC16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CA9423-A563-9C36-45DE-351855689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216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190294-4027-2C0D-C865-AB80A7F3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337773-1CD8-2B4D-71F9-87DB630B5F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688361-8466-00FB-9F62-C960D8630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8C544B-252C-7C62-7372-93BB5686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18CEA5-55AC-25B7-EEA1-9EBA48A38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B11562-695F-3C8F-931C-ED439EFE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9348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9BDEB9-3E6B-8C7C-5D54-E7BB90F97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0034E53-E3CB-3FEA-7C3B-FC15507F0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F552E9-F077-1906-CB49-B2E3AAE9F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F6D58C7-B89D-2648-86E6-261C54039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2DD185E-8A85-8452-9726-E48AA0E59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DC64EF-9B3F-20F1-F913-C35AE037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3225C67-746B-7482-534B-0E552B9E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D495F10-E41C-0919-6ECF-63E5947BD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5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FF61B3-32D1-F9E6-A8EA-01B0AEC2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9D5D10-CC60-8CC7-5B2B-C1D8A864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9E3ECC8-9F51-1CFE-43EC-142D1872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7D2833-2C13-0A5F-3E29-213F04E06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495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584304C-5F67-FA19-7BDA-C8079329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21E9AD6-144C-4C7E-445E-87648C09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576486-F348-A4D7-212D-33770CBFD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49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DEDFBC-8B0C-8749-45FF-A40328FD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C29288-EFF5-D1AE-F518-1FB681F8B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D4B7AA-AAA5-E9C8-166B-C797D0025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0D94D2-CC2F-5C4D-6805-14B5C9FB8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09FFBF-9D5F-9C10-7F6E-04D2142F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E8E670-2D69-82BD-230C-CC7E5347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7438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9A9D04-FFBF-BD8D-B063-964DFC387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BAB5ABB-69C6-E49D-0946-992453B16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923FB5-AE08-E53C-047E-F1D2E0ED6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FCD280-E9AD-81E2-3459-7365A14F5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FADF32-E993-97D9-24B8-F12B7662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5DB27F-1AF7-6AB0-B113-7CAB05694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80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0A701-A93C-72C0-BB5B-E2FA977D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95D153-9D52-4B2F-95C4-94A2B65A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EB3DBF-EC51-E49C-4A57-76F3439C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EC0157-FF53-E905-079B-0DF819CA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69622D-16FC-BF1F-E192-D83417B7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05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54C0A86-90DF-CF77-54BB-1B090C0C8F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3DCECD-9D3E-304E-81FB-40ECEA008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140ABC-0A9A-9A0D-4544-98710DA5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306F3B-9FF4-5057-977D-204FD35B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A1123A-EFDD-950F-EE15-AB2963A1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43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BAA253-2787-CCE2-2325-ED1B506D8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C58474-A6AA-F94A-245D-BF576AF7C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6AFA12-359A-9074-8012-C0D3E7638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7DD58-899E-4880-BE38-D698A82DE6D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1A2C08-DB3B-2E1A-4306-01EFBCCA9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D5286D-78EA-531D-F514-F4716BEAD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EBE78-F976-4D8A-91AA-80465F9E6A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22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99B8E35-43A6-0B72-3272-95E491B5DD8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C709A5-D6D7-FCC4-E1BF-2253854C6AD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Dart Portal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54769AC-4550-5C97-81CF-B3E6AE812E6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2B0B75-F0B0-B77E-DE2D-D20F49A9C0D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7EFAFF6-2123-FCE9-3201-E867E1B71B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77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C65780-625B-79C8-64CF-0DE1C6AFB71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EBB5C6-B10F-DE89-8F0A-EC8849CD5E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3B59331-065B-AA45-8841-4CFBB6447F0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dart portal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ダーツプロ総合アフィリエイトサイトの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MVP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バックエンド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52BE085-F309-7D63-2F16-BE463B168EF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D6E960CA-343F-156C-71EF-F8432E76F1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3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82B052B-ABE8-7B4E-A576-673A7FA1AE4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472A04F-5AEB-E816-2F45-4B8D0CA8437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07A8F4C-3211-00BA-6418-19A88C715FA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Python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EC2C56-FE9E-CAC3-B651-F8A1BF00D17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87DA8F8E-C1B8-6D1E-7BFE-4BBE512BEA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8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6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FBF75C-AC25-8515-004A-C35BB3E7831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8E0098F-5F10-A97D-7302-164BBBD680F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64D545-1CD1-CC9A-90A4-857389123DE6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docs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events.json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792D62-9285-1A2E-18BE-270E921823F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301AB66-5B78-B080-34A4-A46769D6A4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28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B7999A-10AD-1F38-A8EA-CD14B595832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A16F05-3C51-9724-8698-E0E724F1AB3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017548E-8534-461A-CA70-BC37E57030D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1F2466E-F62B-EBBD-27A0-6FC023DC1C1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156DE10-A791-46C5-1221-F39630F31B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69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D2EA31C-28E1-1CA8-0EC3-ABCD14E7519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782766-78E5-A97F-D563-3F4356AED26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9690E08-FAAE-4B18-63A0-47F3C44AE34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https://syunnjack.dev/articles/dart-portal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1683C76-754D-D10F-ACE2-B1032628697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480574E-D0D6-3D98-D4FC-6E636EC54F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94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2026-07-30T12:09:31Z</dcterms:created>
  <dcterms:modified xsi:type="dcterms:W3CDTF">2026-07-30T12:09:31Z</dcterms:modified>
</cp:coreProperties>
</file>