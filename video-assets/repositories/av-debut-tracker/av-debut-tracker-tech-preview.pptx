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cb73f53d9c4e36" /><Relationship Type="http://schemas.openxmlformats.org/officeDocument/2006/relationships/extended-properties" Target="/docProps/app.xml" Id="R8a99e78710274a82" /><Relationship Type="http://schemas.openxmlformats.org/officeDocument/2006/relationships/officeDocument" Target="/ppt/presentation.xml" Id="R69f8237a55344c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674a5554c2455a"/>
  </p:sldMasterIdLst>
  <p:notesMasterIdLst>
    <p:notesMasterId xmlns:r="http://schemas.openxmlformats.org/officeDocument/2006/relationships" r:id="Refaf3d1e231444de"/>
  </p:notesMasterIdLst>
  <p:sldIdLst>
    <p:sldId xmlns:r="http://schemas.openxmlformats.org/officeDocument/2006/relationships" id="256" r:id="Rf1ed59ac6d844cea"/>
    <p:sldId xmlns:r="http://schemas.openxmlformats.org/officeDocument/2006/relationships" id="257" r:id="R7d3bb22eb175436a"/>
    <p:sldId xmlns:r="http://schemas.openxmlformats.org/officeDocument/2006/relationships" id="258" r:id="Rabed526abe534495"/>
    <p:sldId xmlns:r="http://schemas.openxmlformats.org/officeDocument/2006/relationships" id="259" r:id="R1eb052be524a42b9"/>
    <p:sldId xmlns:r="http://schemas.openxmlformats.org/officeDocument/2006/relationships" id="260" r:id="Rd1435bc4889142fd"/>
    <p:sldId xmlns:r="http://schemas.openxmlformats.org/officeDocument/2006/relationships" id="261" r:id="R87338e27ffbc47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2029ff9f754c75" /><Relationship Type="http://schemas.openxmlformats.org/officeDocument/2006/relationships/slideMaster" Target="/ppt/slideMasters/slideMaster1.xml" Id="Rf0674a5554c2455a" /><Relationship Type="http://schemas.openxmlformats.org/officeDocument/2006/relationships/notesMaster" Target="/ppt/notesMasters/notesMaster1.xml" Id="Refaf3d1e231444de" /><Relationship Type="http://schemas.openxmlformats.org/officeDocument/2006/relationships/presProps" Target="/ppt/presProps.xml" Id="Ra67cf0c0e0de48fa" /><Relationship Type="http://schemas.openxmlformats.org/officeDocument/2006/relationships/tableStyles" Target="/ppt/tableStyles.xml" Id="Re4ea1e46c75f4c96" /><Relationship Type="http://schemas.openxmlformats.org/officeDocument/2006/relationships/slide" Target="/ppt/slides/slide1.xml" Id="Rf1ed59ac6d844cea" /><Relationship Type="http://schemas.openxmlformats.org/officeDocument/2006/relationships/slide" Target="/ppt/slides/slide2.xml" Id="R7d3bb22eb175436a" /><Relationship Type="http://schemas.openxmlformats.org/officeDocument/2006/relationships/slide" Target="/ppt/slides/slide3.xml" Id="Rabed526abe534495" /><Relationship Type="http://schemas.openxmlformats.org/officeDocument/2006/relationships/slide" Target="/ppt/slides/slide4.xml" Id="R1eb052be524a42b9" /><Relationship Type="http://schemas.openxmlformats.org/officeDocument/2006/relationships/slide" Target="/ppt/slides/slide5.xml" Id="Rd1435bc4889142fd" /><Relationship Type="http://schemas.openxmlformats.org/officeDocument/2006/relationships/slide" Target="/ppt/slides/slide6.xml" Id="R87338e27ffbc47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797a2481c849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b46a970605476a" /><Relationship Type="http://schemas.openxmlformats.org/officeDocument/2006/relationships/notesMaster" Target="/ppt/notesMasters/notesMaster1.xml" Id="R47cf6eac042d4d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667cba19944d22" /><Relationship Type="http://schemas.openxmlformats.org/officeDocument/2006/relationships/notesMaster" Target="/ppt/notesMasters/notesMaster1.xml" Id="R6e15db5dc6764d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df9ac77123464a" /><Relationship Type="http://schemas.openxmlformats.org/officeDocument/2006/relationships/notesMaster" Target="/ppt/notesMasters/notesMaster1.xml" Id="R31392a21016344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1d9a54bcd4433e" /><Relationship Type="http://schemas.openxmlformats.org/officeDocument/2006/relationships/notesMaster" Target="/ppt/notesMasters/notesMaster1.xml" Id="R0b5abfd249d742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d35c66385e43fa" /><Relationship Type="http://schemas.openxmlformats.org/officeDocument/2006/relationships/notesMaster" Target="/ppt/notesMasters/notesMaster1.xml" Id="R63e203553bf544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946282a3104278" /><Relationship Type="http://schemas.openxmlformats.org/officeDocument/2006/relationships/notesMaster" Target="/ppt/notesMasters/notesMaster1.xml" Id="R3bf22ba5fe6d4b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今回は、Av Debut Trackerの技術構成を短く解説します。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https://github.com/syunnjack/av-debut-tracker</a:t>
            </a:r>
          </a:p>
          <a:p xmlns:a="http://schemas.openxmlformats.org/drawingml/2006/main">
            <a:r>
              <a:t>- https://syunnjack.dev/articles/av-debut-tracker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 Debut Trackerは、PHP、Blade、JavaScriptを中心に設計・実装したプロジェクトです。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https://github.com/syunnjack/av-debut-tracker</a:t>
            </a:r>
          </a:p>
          <a:p xmlns:a="http://schemas.openxmlformats.org/drawingml/2006/main">
            <a:r>
              <a:t>- https://syunnjack.dev/articles/av-debut-tracker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主な技術はPHP・Blade・JavaScript・CSSです。役割を分け、保守しやすい構成を目指しています。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https://github.com/syunnjack/av-debut-tracker</a:t>
            </a:r>
          </a:p>
          <a:p xmlns:a="http://schemas.openxmlformats.org/drawingml/2006/main">
            <a:r>
              <a:t>- https://syunnjack.dev/articles/av-debut-tracker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リポジトリでは、README.md、app、artisanを中心に実装を確認できます。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https://github.com/syunnjack/av-debut-tracker</a:t>
            </a:r>
          </a:p>
          <a:p xmlns:a="http://schemas.openxmlformats.org/drawingml/2006/main">
            <a:r>
              <a:t>- https://syunnjack.dev/articles/av-debut-tracker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https://github.com/syunnjack/av-debut-tracker</a:t>
            </a:r>
          </a:p>
          <a:p xmlns:a="http://schemas.openxmlformats.org/drawingml/2006/main">
            <a:r>
              <a:t>- https://syunnjack.dev/articles/av-debut-tracker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https://github.com/syunnjack/av-debut-tracker</a:t>
            </a:r>
          </a:p>
          <a:p xmlns:a="http://schemas.openxmlformats.org/drawingml/2006/main">
            <a:r>
              <a:t>- https://syunnjack.dev/articles/av-debut-tracker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a4f060b0d4c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834de3313b42a6" /><Relationship Type="http://schemas.openxmlformats.org/officeDocument/2006/relationships/slideLayout" Target="/ppt/slideLayouts/slideLayout1.xml" Id="R5e1551464e6c40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1551464e6c40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480d336f242eb" /><Relationship Type="http://schemas.openxmlformats.org/officeDocument/2006/relationships/notesSlide" Target="/ppt/notesSlides/notesSlide1.xml" Id="Re18fdffe7fcb46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e2a23992344ae" /><Relationship Type="http://schemas.openxmlformats.org/officeDocument/2006/relationships/notesSlide" Target="/ppt/notesSlides/notesSlide2.xml" Id="R59ec56da022c4c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f4545fbe646a3" /><Relationship Type="http://schemas.openxmlformats.org/officeDocument/2006/relationships/notesSlide" Target="/ppt/notesSlides/notesSlide3.xml" Id="R708bf7c1ea6545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426bcef5048bd" /><Relationship Type="http://schemas.openxmlformats.org/officeDocument/2006/relationships/notesSlide" Target="/ppt/notesSlides/notesSlide4.xml" Id="Rb07ef260863b41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d29042c454a2c" /><Relationship Type="http://schemas.openxmlformats.org/officeDocument/2006/relationships/notesSlide" Target="/ppt/notesSlides/notesSlide5.xml" Id="Rf7c3225ae88c46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bd10a107a4587" /><Relationship Type="http://schemas.openxmlformats.org/officeDocument/2006/relationships/notesSlide" Target="/ppt/notesSlides/notesSlide6.xml" Id="R6c262817c5cd42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BACDF-F05E-4456-B4F4-364D520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A0455-39AB-42FF-9661-3CE68D57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FA41D46B-E9AF-4421-AA0F-987FB0D7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13FD0AA9-9686-47D2-8515-2FE770C8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D83A65B-E0D3-4B2E-8C01-BA9B4C2A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Av Debut Trackerの技術解説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E922B45-55C2-4BE5-B935-DF4F385E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4DB3389F-C354-45E9-9FC7-95E95942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PHP・Blade・JavaScript・CSS</a:t>
            </a:r>
          </a:p>
        </p:txBody>
      </p:sp>
    </p:spTree>
    <p:extLst>
      <p:ext uri="{BB962C8B-B14F-4D97-AF65-F5344CB8AC3E}">
        <p14:creationId xmlns:p14="http://schemas.microsoft.com/office/powerpoint/2010/main" val="1889784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B698C-978C-431F-B42C-CC22DB38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66359-1068-4410-B222-4DD12407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580AD1CC-D265-4DDC-9759-2E7E3CB2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F52B551B-F65A-4370-AC46-D1027437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1AEAEE76-706A-444F-A97C-E6551590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6B271-616B-47DE-B220-4AAE335B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360BFCD4-50B2-43A0-8D74-25CD8F10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Av Debut Trackerは、PHP、Blade、JavaScriptを中心に設計・実装したプロジェクトです。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1394570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85D70-9FD6-4AB8-8022-335E36AA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7AA44-BABC-42A9-8873-3DAC3347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D67154EE-1C03-4E24-BEF6-7FE33771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9589D81-DDE5-4BF0-AC37-4659B36D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340823DA-FDC2-4E15-97C9-B520A36C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924C1-944E-4AD8-BC6F-1A0C4CE3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97B96B56-DB92-4008-83CD-1AA80931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主要技術：PHP・Blade・JavaScript・CSS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744664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D303A-1E40-48B6-8A2C-53D2C396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18DD7-3769-484E-95C1-BAFE392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9E3FC3E0-575E-496A-B267-0D9D9B3F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9A2F276-1F20-423F-9500-53FDBC4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FE6F8BA8-7648-4475-9E90-44B9FCE3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74E37-1D96-4511-B988-A6B5F25B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F2712C43-3FAF-4891-B65B-23BCE9E8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主なファイル：README.md、app、artisan</a:t>
            </a:r>
          </a:p>
        </p:txBody>
      </p:sp>
    </p:spTree>
    <p:extLst>
      <p:ext uri="{BB962C8B-B14F-4D97-AF65-F5344CB8AC3E}">
        <p14:creationId xmlns:p14="http://schemas.microsoft.com/office/powerpoint/2010/main" val="719155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1DAC9-F46B-42CB-A7D6-C6469E5C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FE4C7-3473-4183-86E7-AA753322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5627183C-5689-4F61-803F-DF83D0C1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06A36CDB-0857-4968-9EFE-03B26C1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A29E3A94-C5F7-429E-8409-57349183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EFA8D-72AB-4F55-B368-9FB4BACD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C2BEE811-C63E-4840-BFB2-132D577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981481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A82B9-1B2F-4FAD-A1F2-012BB9AD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9EAC2-3780-4E93-A6D4-4564C994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6F1E8275-5782-43D0-BF6E-C163D9DD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5CFD0A8-6B25-49B1-A9F1-3B8E11AD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457BD99B-C4A3-4093-91D4-D80C96B8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AB2FC-7735-415F-865D-72531F17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DCD26951-1565-47B4-9958-F4B68B03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https://syunnjack.dev/articles/av-debut-tracker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234527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2026-08-12T15:14:59.3940000Z</dcterms:created>
  <dcterms:modified xsi:type="dcterms:W3CDTF">2026-08-12T15:14:59.3950000Z</dcterms:modified>
</coreProperties>
</file>