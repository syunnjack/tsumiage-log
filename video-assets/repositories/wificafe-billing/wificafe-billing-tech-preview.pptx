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8866755a1d4b27" /><Relationship Type="http://schemas.openxmlformats.org/officeDocument/2006/relationships/extended-properties" Target="/docProps/app.xml" Id="R1ab3ae3e2be24941" /><Relationship Type="http://schemas.openxmlformats.org/officeDocument/2006/relationships/officeDocument" Target="/ppt/presentation.xml" Id="R8fe357e9b37246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093edf62ba414b"/>
  </p:sldMasterIdLst>
  <p:notesMasterIdLst>
    <p:notesMasterId xmlns:r="http://schemas.openxmlformats.org/officeDocument/2006/relationships" r:id="Rd2aa409968d547d0"/>
  </p:notesMasterIdLst>
  <p:sldIdLst>
    <p:sldId xmlns:r="http://schemas.openxmlformats.org/officeDocument/2006/relationships" id="256" r:id="Rc300dace9c3a40c6"/>
    <p:sldId xmlns:r="http://schemas.openxmlformats.org/officeDocument/2006/relationships" id="257" r:id="R76f4574d73b947c2"/>
    <p:sldId xmlns:r="http://schemas.openxmlformats.org/officeDocument/2006/relationships" id="258" r:id="R0f7f20234f554ee4"/>
    <p:sldId xmlns:r="http://schemas.openxmlformats.org/officeDocument/2006/relationships" id="259" r:id="R4236d9e97d09401f"/>
    <p:sldId xmlns:r="http://schemas.openxmlformats.org/officeDocument/2006/relationships" id="260" r:id="Rcdd3b0d93476474e"/>
    <p:sldId xmlns:r="http://schemas.openxmlformats.org/officeDocument/2006/relationships" id="261" r:id="Rd8cbe8305e4944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8a55f3f62849ed" /><Relationship Type="http://schemas.openxmlformats.org/officeDocument/2006/relationships/slideMaster" Target="/ppt/slideMasters/slideMaster1.xml" Id="R56093edf62ba414b" /><Relationship Type="http://schemas.openxmlformats.org/officeDocument/2006/relationships/notesMaster" Target="/ppt/notesMasters/notesMaster1.xml" Id="Rd2aa409968d547d0" /><Relationship Type="http://schemas.openxmlformats.org/officeDocument/2006/relationships/presProps" Target="/ppt/presProps.xml" Id="Rcfd0237beda34fc0" /><Relationship Type="http://schemas.openxmlformats.org/officeDocument/2006/relationships/tableStyles" Target="/ppt/tableStyles.xml" Id="Rd2f35a3636ba4108" /><Relationship Type="http://schemas.openxmlformats.org/officeDocument/2006/relationships/slide" Target="/ppt/slides/slide1.xml" Id="Rc300dace9c3a40c6" /><Relationship Type="http://schemas.openxmlformats.org/officeDocument/2006/relationships/slide" Target="/ppt/slides/slide2.xml" Id="R76f4574d73b947c2" /><Relationship Type="http://schemas.openxmlformats.org/officeDocument/2006/relationships/slide" Target="/ppt/slides/slide3.xml" Id="R0f7f20234f554ee4" /><Relationship Type="http://schemas.openxmlformats.org/officeDocument/2006/relationships/slide" Target="/ppt/slides/slide4.xml" Id="R4236d9e97d09401f" /><Relationship Type="http://schemas.openxmlformats.org/officeDocument/2006/relationships/slide" Target="/ppt/slides/slide5.xml" Id="Rcdd3b0d93476474e" /><Relationship Type="http://schemas.openxmlformats.org/officeDocument/2006/relationships/slide" Target="/ppt/slides/slide6.xml" Id="Rd8cbe8305e4944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c160af99274d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b33883e9e24835" /><Relationship Type="http://schemas.openxmlformats.org/officeDocument/2006/relationships/notesMaster" Target="/ppt/notesMasters/notesMaster1.xml" Id="R5c24a3c55baf4a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b0f6632a654ee1" /><Relationship Type="http://schemas.openxmlformats.org/officeDocument/2006/relationships/notesMaster" Target="/ppt/notesMasters/notesMaster1.xml" Id="R503e73fc8b694a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a36d4bca7240e7" /><Relationship Type="http://schemas.openxmlformats.org/officeDocument/2006/relationships/notesMaster" Target="/ppt/notesMasters/notesMaster1.xml" Id="R1fc7bcac520441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9fc3123b5f4056" /><Relationship Type="http://schemas.openxmlformats.org/officeDocument/2006/relationships/notesMaster" Target="/ppt/notesMasters/notesMaster1.xml" Id="Rda503234179c48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343ec794e3464e" /><Relationship Type="http://schemas.openxmlformats.org/officeDocument/2006/relationships/notesMaster" Target="/ppt/notesMasters/notesMaster1.xml" Id="R748a9be5e3844f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8d69675ad74aea" /><Relationship Type="http://schemas.openxmlformats.org/officeDocument/2006/relationships/notesMaster" Target="/ppt/notesMasters/notesMaster1.xml" Id="Re5c12f6457bf4d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今回は、Wificafe Billingの技術構成を短く解説します。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https://github.com/syunnjack/wificafe-billing</a:t>
            </a:r>
          </a:p>
          <a:p xmlns:a="http://schemas.openxmlformats.org/drawingml/2006/main">
            <a:r>
              <a:t>- https://syunnjack.dev/articles/wificafe-billing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Wificafe Billingの設計と実装を記録したプロジェクト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https://github.com/syunnjack/wificafe-billing</a:t>
            </a:r>
          </a:p>
          <a:p xmlns:a="http://schemas.openxmlformats.org/drawingml/2006/main">
            <a:r>
              <a:t>- https://syunnjack.dev/articles/wificafe-billing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https://github.com/syunnjack/wificafe-billing</a:t>
            </a:r>
          </a:p>
          <a:p xmlns:a="http://schemas.openxmlformats.org/drawingml/2006/main">
            <a:r>
              <a:t>- https://syunnjack.dev/articles/wificafe-billing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https://github.com/syunnjack/wificafe-billing</a:t>
            </a:r>
          </a:p>
          <a:p xmlns:a="http://schemas.openxmlformats.org/drawingml/2006/main">
            <a:r>
              <a:t>- https://syunnjack.dev/articles/wificafe-billing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https://github.com/syunnjack/wificafe-billing</a:t>
            </a:r>
          </a:p>
          <a:p xmlns:a="http://schemas.openxmlformats.org/drawingml/2006/main">
            <a:r>
              <a:t>- https://syunnjack.dev/articles/wificafe-billing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https://github.com/syunnjack/wificafe-billing</a:t>
            </a:r>
          </a:p>
          <a:p xmlns:a="http://schemas.openxmlformats.org/drawingml/2006/main">
            <a:r>
              <a:t>- https://syunnjack.dev/articles/wificafe-billing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e57fedfef45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d121d763c44610" /><Relationship Type="http://schemas.openxmlformats.org/officeDocument/2006/relationships/slideLayout" Target="/ppt/slideLayouts/slideLayout1.xml" Id="R366646ccc6d245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6646ccc6d245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d17f8956b4a27" /><Relationship Type="http://schemas.openxmlformats.org/officeDocument/2006/relationships/notesSlide" Target="/ppt/notesSlides/notesSlide1.xml" Id="Rd0a23cf7ffcb43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a25a698f44643" /><Relationship Type="http://schemas.openxmlformats.org/officeDocument/2006/relationships/notesSlide" Target="/ppt/notesSlides/notesSlide2.xml" Id="R1d999799b04541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036e87e644a58" /><Relationship Type="http://schemas.openxmlformats.org/officeDocument/2006/relationships/notesSlide" Target="/ppt/notesSlides/notesSlide3.xml" Id="R2d6fecfca59c42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43c455f1a4d0d" /><Relationship Type="http://schemas.openxmlformats.org/officeDocument/2006/relationships/notesSlide" Target="/ppt/notesSlides/notesSlide4.xml" Id="R473b8779b5624b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20a8cdead48e2" /><Relationship Type="http://schemas.openxmlformats.org/officeDocument/2006/relationships/notesSlide" Target="/ppt/notesSlides/notesSlide5.xml" Id="R9c436a8815364e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ffce60e7e4735" /><Relationship Type="http://schemas.openxmlformats.org/officeDocument/2006/relationships/notesSlide" Target="/ppt/notesSlides/notesSlide6.xml" Id="R4207908008dd40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860DD-8ECA-4020-9A2E-E94950D5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2CFCD-9BE2-482E-9FE5-5E4F1B74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F2E8AE5A-7088-4CFA-9C71-5F3C53DA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B63EFE4C-D07D-4B35-8FC3-0829D69C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2C42D39-505A-496A-89BD-E41E74FB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Wificafe Billingの技術解説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A7BF135A-DA35-47F3-A7FA-A60FCAC6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CE7722C1-F9F6-4959-886B-C75968BA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3834822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D12D1-469A-4611-A662-79EC53C6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ABF02-89AE-4D47-8B7D-442D7458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EC4AE883-E459-4067-881B-131566C5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EF0F13AF-61BB-485F-AF00-E61EDD70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935BF67D-3ABE-4B3D-867F-49630B69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56ED7-4534-424F-A193-7BB8A3CF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0ACF97DF-D647-4AF7-BDD8-CFE3B7E0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Wificafe Billingの設計と実装を記録したプロジェクト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5735580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8EAD2-9AA3-4F34-9A70-AC344E8C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EEDAC-BB92-4196-9B02-AF36FB1D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F751EC6B-633C-4EE3-9438-42A49792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467FAEA2-F7DC-4367-805B-53BE40D8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D04D047C-32B7-445A-962E-51D2A2B2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E8D37-5EB5-4026-BE9D-58158273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613C71BC-4E40-495D-999B-7ED17DD2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8930829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93C60-A217-48F9-815B-928A79E0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E9F93-D50A-464E-BCF1-1CF162EF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D5ECF988-365E-4EBB-A6F5-C3BA20DE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AD464C64-D1C3-4AA8-B753-E82D7323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BC99D954-46DB-4F94-BD48-67598440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B2B875-4190-4B60-94F3-C526393C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B281A857-01D0-43D1-9B09-DAD783BD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623555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07EB5-B6B7-4FE4-93DC-09B20B7C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D0D62-3E79-4F41-86FE-0F6F11D1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80FEE79C-3EC1-489E-BF9C-7ED04900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E3FF1657-1317-4496-B52C-37B53862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155BECEE-7C98-4452-8E3B-670B608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001839-EFBD-4AFD-AD31-099CC26A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93523E6C-9136-4135-BF9D-E350CBA8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20563907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7FDC7-2D34-4834-8A46-31D3AB33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7420A-B359-4448-98FB-6DDFA2B0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AC2317AF-7E57-41BB-8E5D-C16867B1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11E4BA02-1368-46DC-8678-65BCAD86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9BD4B7B8-4A45-436A-B0DF-03858B7B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251B3-BFAD-42EE-A17A-631CF672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E7EFCD91-450F-41FB-8950-B810AF90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https://syunnjack.dev/articles/wificafe-billing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9381333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2026-08-15T06:19:51.0810000Z</dcterms:created>
  <dcterms:modified xsi:type="dcterms:W3CDTF">2026-08-15T06:19:51.0810000Z</dcterms:modified>
</coreProperties>
</file>