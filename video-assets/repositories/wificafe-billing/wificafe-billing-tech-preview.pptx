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83c55b16a64930" /><Relationship Type="http://schemas.openxmlformats.org/officeDocument/2006/relationships/extended-properties" Target="/docProps/app.xml" Id="R194e2edcf75a415e" /><Relationship Type="http://schemas.openxmlformats.org/officeDocument/2006/relationships/officeDocument" Target="/ppt/presentation.xml" Id="R5a85ab1cb5a94a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aadbf6913c499f"/>
  </p:sldMasterIdLst>
  <p:notesMasterIdLst>
    <p:notesMasterId xmlns:r="http://schemas.openxmlformats.org/officeDocument/2006/relationships" r:id="R6421d63ea5eb4acc"/>
  </p:notesMasterIdLst>
  <p:sldIdLst>
    <p:sldId xmlns:r="http://schemas.openxmlformats.org/officeDocument/2006/relationships" id="256" r:id="R842bf7e389804247"/>
    <p:sldId xmlns:r="http://schemas.openxmlformats.org/officeDocument/2006/relationships" id="257" r:id="Ra6404a8d11a0466f"/>
    <p:sldId xmlns:r="http://schemas.openxmlformats.org/officeDocument/2006/relationships" id="258" r:id="R34760f6940334287"/>
    <p:sldId xmlns:r="http://schemas.openxmlformats.org/officeDocument/2006/relationships" id="259" r:id="Rfdff014884fb4780"/>
    <p:sldId xmlns:r="http://schemas.openxmlformats.org/officeDocument/2006/relationships" id="260" r:id="R6266e25212c04b2f"/>
    <p:sldId xmlns:r="http://schemas.openxmlformats.org/officeDocument/2006/relationships" id="261" r:id="Rfe258504b9754b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742d804fa742aa" /><Relationship Type="http://schemas.openxmlformats.org/officeDocument/2006/relationships/slideMaster" Target="/ppt/slideMasters/slideMaster1.xml" Id="R31aadbf6913c499f" /><Relationship Type="http://schemas.openxmlformats.org/officeDocument/2006/relationships/notesMaster" Target="/ppt/notesMasters/notesMaster1.xml" Id="R6421d63ea5eb4acc" /><Relationship Type="http://schemas.openxmlformats.org/officeDocument/2006/relationships/presProps" Target="/ppt/presProps.xml" Id="R36a109df3b1545a9" /><Relationship Type="http://schemas.openxmlformats.org/officeDocument/2006/relationships/tableStyles" Target="/ppt/tableStyles.xml" Id="R838084a83d0341c2" /><Relationship Type="http://schemas.openxmlformats.org/officeDocument/2006/relationships/slide" Target="/ppt/slides/slide1.xml" Id="R842bf7e389804247" /><Relationship Type="http://schemas.openxmlformats.org/officeDocument/2006/relationships/slide" Target="/ppt/slides/slide2.xml" Id="Ra6404a8d11a0466f" /><Relationship Type="http://schemas.openxmlformats.org/officeDocument/2006/relationships/slide" Target="/ppt/slides/slide3.xml" Id="R34760f6940334287" /><Relationship Type="http://schemas.openxmlformats.org/officeDocument/2006/relationships/slide" Target="/ppt/slides/slide4.xml" Id="Rfdff014884fb4780" /><Relationship Type="http://schemas.openxmlformats.org/officeDocument/2006/relationships/slide" Target="/ppt/slides/slide5.xml" Id="R6266e25212c04b2f" /><Relationship Type="http://schemas.openxmlformats.org/officeDocument/2006/relationships/slide" Target="/ppt/slides/slide6.xml" Id="Rfe258504b9754b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cdb98fb01d4f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bdfe80de76478a" /><Relationship Type="http://schemas.openxmlformats.org/officeDocument/2006/relationships/notesMaster" Target="/ppt/notesMasters/notesMaster1.xml" Id="R568f4bc238994e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0a360a30714473" /><Relationship Type="http://schemas.openxmlformats.org/officeDocument/2006/relationships/notesMaster" Target="/ppt/notesMasters/notesMaster1.xml" Id="R92da5086f77d45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cac5e715044bb3" /><Relationship Type="http://schemas.openxmlformats.org/officeDocument/2006/relationships/notesMaster" Target="/ppt/notesMasters/notesMaster1.xml" Id="R405333c0fa5b49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c69c9d1bdf4a4e" /><Relationship Type="http://schemas.openxmlformats.org/officeDocument/2006/relationships/notesMaster" Target="/ppt/notesMasters/notesMaster1.xml" Id="R0fee7f1ae24d4b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030f9ff9914d4e" /><Relationship Type="http://schemas.openxmlformats.org/officeDocument/2006/relationships/notesMaster" Target="/ppt/notesMasters/notesMaster1.xml" Id="R6975fa17416b46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91397f052546fc" /><Relationship Type="http://schemas.openxmlformats.org/officeDocument/2006/relationships/notesMaster" Target="/ppt/notesMasters/notesMaster1.xml" Id="Re21ad46ab26d48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今回は、Wificafe Billingの技術構成を短く解説します。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https://github.com/syunnjack/wificafe-billing</a:t>
            </a:r>
          </a:p>
          <a:p xmlns:a="http://schemas.openxmlformats.org/drawingml/2006/main">
            <a:r>
              <a:t>- https://syunnjack.dev/articles/wificafe-billing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Wificafe Billingの設計と実装を記録したプロジェクト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https://github.com/syunnjack/wificafe-billing</a:t>
            </a:r>
          </a:p>
          <a:p xmlns:a="http://schemas.openxmlformats.org/drawingml/2006/main">
            <a:r>
              <a:t>- https://syunnjack.dev/articles/wificafe-billing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主な技術は未分類です。役割を分け、保守しやすい構成を目指しています。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https://github.com/syunnjack/wificafe-billing</a:t>
            </a:r>
          </a:p>
          <a:p xmlns:a="http://schemas.openxmlformats.org/drawingml/2006/main">
            <a:r>
              <a:t>- https://syunnjack.dev/articles/wificafe-billing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https://github.com/syunnjack/wificafe-billing</a:t>
            </a:r>
          </a:p>
          <a:p xmlns:a="http://schemas.openxmlformats.org/drawingml/2006/main">
            <a:r>
              <a:t>- https://syunnjack.dev/articles/wificafe-billing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https://github.com/syunnjack/wificafe-billing</a:t>
            </a:r>
          </a:p>
          <a:p xmlns:a="http://schemas.openxmlformats.org/drawingml/2006/main">
            <a:r>
              <a:t>- https://syunnjack.dev/articles/wificafe-billing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https://github.com/syunnjack/wificafe-billing</a:t>
            </a:r>
          </a:p>
          <a:p xmlns:a="http://schemas.openxmlformats.org/drawingml/2006/main">
            <a:r>
              <a:t>- https://syunnjack.dev/articles/wificafe-billing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35e88e84a45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d6cae1d0174858" /><Relationship Type="http://schemas.openxmlformats.org/officeDocument/2006/relationships/slideLayout" Target="/ppt/slideLayouts/slideLayout1.xml" Id="R6925706e65d645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25706e65d645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f6c0aec894e46" /><Relationship Type="http://schemas.openxmlformats.org/officeDocument/2006/relationships/notesSlide" Target="/ppt/notesSlides/notesSlide1.xml" Id="R8d947228fe344a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11a2046b44d73" /><Relationship Type="http://schemas.openxmlformats.org/officeDocument/2006/relationships/notesSlide" Target="/ppt/notesSlides/notesSlide2.xml" Id="Rbfa90aee8cb147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8a40c2d3c4124" /><Relationship Type="http://schemas.openxmlformats.org/officeDocument/2006/relationships/notesSlide" Target="/ppt/notesSlides/notesSlide3.xml" Id="R736ac6b3323046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db65a906e4f81" /><Relationship Type="http://schemas.openxmlformats.org/officeDocument/2006/relationships/notesSlide" Target="/ppt/notesSlides/notesSlide4.xml" Id="R765716a7224d42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3ef10356c4778" /><Relationship Type="http://schemas.openxmlformats.org/officeDocument/2006/relationships/notesSlide" Target="/ppt/notesSlides/notesSlide5.xml" Id="Red5a5a60fc954c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d42bec3014796" /><Relationship Type="http://schemas.openxmlformats.org/officeDocument/2006/relationships/notesSlide" Target="/ppt/notesSlides/notesSlide6.xml" Id="Rfee6a1ebc22b4e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F9FC8-118B-4529-96F5-86BC0C24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9E531-97AF-44BF-8A2E-16368150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095ABBAE-4252-4F3D-94EB-9F525A36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BFDF7A9A-99AC-4B37-BD1E-B9F4C572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5D8C805-0B8F-43F8-9A7A-08E2CB8C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Wificafe Billingの技術解説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CDBD472-BD7D-4E0E-8130-19106827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90B75B11-F33B-427D-BEA4-6C231DA2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未分類</a:t>
            </a:r>
          </a:p>
        </p:txBody>
      </p:sp>
    </p:spTree>
    <p:extLst>
      <p:ext uri="{BB962C8B-B14F-4D97-AF65-F5344CB8AC3E}">
        <p14:creationId xmlns:p14="http://schemas.microsoft.com/office/powerpoint/2010/main" val="5850613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3953B-D03F-4162-9251-23E435EA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26CF1-FB11-4B59-B40B-A79F7B68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08D8522C-A47C-49C2-B3C2-68F65A5A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3F70F5D7-4890-4AA3-9F7D-98751789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84DEF7D8-B61C-4F5B-B048-65E8F1BB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AC930-BDC7-45D4-87C5-C4F22116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D6917A3D-08E9-4E69-B1DF-ADE56A35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Wificafe Billingの設計と実装を記録したプロジェクト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1464378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9C90A-3285-4186-AB9C-2D016FE2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A479C-994A-4E1E-A053-735922BF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D4612AE9-04A8-4DCB-BF2E-A90EF01E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85DCC224-3CD1-4969-8DA8-BD9E00DE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DA87C143-0ECA-4C8D-9C62-C38234F6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82870-6DE1-4988-BE58-814AD49B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586CFAB2-51D1-47B0-AD22-1991226E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主要技術：未分類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6639696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D7746-3440-4CE3-BACB-6DA40CC3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0A937-2D54-44BD-9B83-6CCFFB3A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2BBD680C-5CCA-4AA1-9FE5-9FE1F44B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5DE8946C-B561-478C-9BD0-99AB7A5F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6B62203E-E7AD-47FD-9EB0-AAD2F80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38BB1-38F9-4F51-AD64-943B4080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CE62E7A7-09A8-4C0E-805C-7C71F4E2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8363313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77F70-7ED3-4671-BB0F-255E05AF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A38FF-9593-4161-B6FD-448289A7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6D121A61-9E11-46AD-954A-45732D3D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1B34F95D-256D-4574-8400-C4483463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DD123A4E-FD0A-4ED1-AC5D-D92764C6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12FEF-1574-4085-A1CC-6D2D8128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95B0FB41-359D-445A-B6C1-A9808FED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1712211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9B6E9-890B-4459-B494-11426CA7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550B4-01A2-45ED-AF8B-9ADAD874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AE586001-0F19-41B4-ABC1-AADDD31A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C0FEBCD5-E564-41E3-A4E6-5B2F83C7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6BD709D8-8FB1-4CB3-B471-EF63C86E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22C81-94B9-4D89-AB77-C01A3B5C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7FD14BE8-ECEB-4162-A78D-2A19B9A7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https://syunnjack.dev/articles/wificafe-billing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2041786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2026-08-15T06:54:21.9520000Z</dcterms:created>
  <dcterms:modified xsi:type="dcterms:W3CDTF">2026-08-15T06:54:21.9530000Z</dcterms:modified>
</coreProperties>
</file>