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ca25b642ec4f36" /><Relationship Type="http://schemas.openxmlformats.org/officeDocument/2006/relationships/extended-properties" Target="/docProps/app.xml" Id="R89bf09e1f1cc450d" /><Relationship Type="http://schemas.openxmlformats.org/officeDocument/2006/relationships/officeDocument" Target="/ppt/presentation.xml" Id="Ra9e302c199da4c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c6c06e290444a8"/>
  </p:sldMasterIdLst>
  <p:notesMasterIdLst>
    <p:notesMasterId xmlns:r="http://schemas.openxmlformats.org/officeDocument/2006/relationships" r:id="R591ef077a76f4b37"/>
  </p:notesMasterIdLst>
  <p:sldIdLst>
    <p:sldId xmlns:r="http://schemas.openxmlformats.org/officeDocument/2006/relationships" id="256" r:id="R0d54d497f07240f0"/>
    <p:sldId xmlns:r="http://schemas.openxmlformats.org/officeDocument/2006/relationships" id="257" r:id="R5f6a63e3696f4c16"/>
    <p:sldId xmlns:r="http://schemas.openxmlformats.org/officeDocument/2006/relationships" id="258" r:id="R77bc8ebb8eb74d94"/>
    <p:sldId xmlns:r="http://schemas.openxmlformats.org/officeDocument/2006/relationships" id="259" r:id="Rd6d97da56c6746a8"/>
    <p:sldId xmlns:r="http://schemas.openxmlformats.org/officeDocument/2006/relationships" id="260" r:id="Rb66eac339ce149b1"/>
    <p:sldId xmlns:r="http://schemas.openxmlformats.org/officeDocument/2006/relationships" id="261" r:id="R201422c7e40241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266b6e53f04899" /><Relationship Type="http://schemas.openxmlformats.org/officeDocument/2006/relationships/slideMaster" Target="/ppt/slideMasters/slideMaster1.xml" Id="Rb4c6c06e290444a8" /><Relationship Type="http://schemas.openxmlformats.org/officeDocument/2006/relationships/notesMaster" Target="/ppt/notesMasters/notesMaster1.xml" Id="R591ef077a76f4b37" /><Relationship Type="http://schemas.openxmlformats.org/officeDocument/2006/relationships/presProps" Target="/ppt/presProps.xml" Id="R2f48f708033a4bab" /><Relationship Type="http://schemas.openxmlformats.org/officeDocument/2006/relationships/tableStyles" Target="/ppt/tableStyles.xml" Id="Rdca99cd54896483f" /><Relationship Type="http://schemas.openxmlformats.org/officeDocument/2006/relationships/slide" Target="/ppt/slides/slide1.xml" Id="R0d54d497f07240f0" /><Relationship Type="http://schemas.openxmlformats.org/officeDocument/2006/relationships/slide" Target="/ppt/slides/slide2.xml" Id="R5f6a63e3696f4c16" /><Relationship Type="http://schemas.openxmlformats.org/officeDocument/2006/relationships/slide" Target="/ppt/slides/slide3.xml" Id="R77bc8ebb8eb74d94" /><Relationship Type="http://schemas.openxmlformats.org/officeDocument/2006/relationships/slide" Target="/ppt/slides/slide4.xml" Id="Rd6d97da56c6746a8" /><Relationship Type="http://schemas.openxmlformats.org/officeDocument/2006/relationships/slide" Target="/ppt/slides/slide5.xml" Id="Rb66eac339ce149b1" /><Relationship Type="http://schemas.openxmlformats.org/officeDocument/2006/relationships/slide" Target="/ppt/slides/slide6.xml" Id="R201422c7e40241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827fa359d342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12bd1c2e924b14" /><Relationship Type="http://schemas.openxmlformats.org/officeDocument/2006/relationships/notesMaster" Target="/ppt/notesMasters/notesMaster1.xml" Id="R85bd370fc9c245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e1160cd8e54bb4" /><Relationship Type="http://schemas.openxmlformats.org/officeDocument/2006/relationships/notesMaster" Target="/ppt/notesMasters/notesMaster1.xml" Id="Rfc03358f607348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1d5d95c36f46c3" /><Relationship Type="http://schemas.openxmlformats.org/officeDocument/2006/relationships/notesMaster" Target="/ppt/notesMasters/notesMaster1.xml" Id="Ra168f3d0821c47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67863b7af24cf9" /><Relationship Type="http://schemas.openxmlformats.org/officeDocument/2006/relationships/notesMaster" Target="/ppt/notesMasters/notesMaster1.xml" Id="Rde038d0484894d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afc71ca9a341d6" /><Relationship Type="http://schemas.openxmlformats.org/officeDocument/2006/relationships/notesMaster" Target="/ppt/notesMasters/notesMaster1.xml" Id="R75442cad589341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e33b06b85040f4" /><Relationship Type="http://schemas.openxmlformats.org/officeDocument/2006/relationships/notesMaster" Target="/ppt/notesMasters/notesMaster1.xml" Id="Rf667629e59f04c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今回は、Municipality Reformの技術構成を短く解説します。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https://github.com/syunnjack/municipality-reform</a:t>
            </a:r>
          </a:p>
          <a:p xmlns:a="http://schemas.openxmlformats.org/drawingml/2006/main">
            <a:r>
              <a:t>- https://syunnjack.dev/articles/municipality-reform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municipality reform 全国47都道府県・1916地域を収録したリフォームサイト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https://github.com/syunnjack/municipality-reform</a:t>
            </a:r>
          </a:p>
          <a:p xmlns:a="http://schemas.openxmlformats.org/drawingml/2006/main">
            <a:r>
              <a:t>- https://syunnjack.dev/articles/municipality-reform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主な技術はJavaScriptです。役割を分け、保守しやすい構成を目指しています。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https://github.com/syunnjack/municipality-reform</a:t>
            </a:r>
          </a:p>
          <a:p xmlns:a="http://schemas.openxmlformats.org/drawingml/2006/main">
            <a:r>
              <a:t>- https://syunnjack.dev/articles/municipality-reform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https://github.com/syunnjack/municipality-reform</a:t>
            </a:r>
          </a:p>
          <a:p xmlns:a="http://schemas.openxmlformats.org/drawingml/2006/main">
            <a:r>
              <a:t>- https://syunnjack.dev/articles/municipality-reform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直近のコミットでは、新機能の追加と実装強化が行われました。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https://github.com/syunnjack/municipality-reform</a:t>
            </a:r>
          </a:p>
          <a:p xmlns:a="http://schemas.openxmlformats.org/drawingml/2006/main">
            <a:r>
              <a:t>- https://syunnjack.dev/articles/municipality-reform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https://github.com/syunnjack/municipality-reform</a:t>
            </a:r>
          </a:p>
          <a:p xmlns:a="http://schemas.openxmlformats.org/drawingml/2006/main">
            <a:r>
              <a:t>- https://syunnjack.dev/articles/municipality-reform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1b306ec45c4a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3852bca05e4daf" /><Relationship Type="http://schemas.openxmlformats.org/officeDocument/2006/relationships/slideLayout" Target="/ppt/slideLayouts/slideLayout1.xml" Id="R46dddee4148441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dddee4148441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a42c527ba4c0f" /><Relationship Type="http://schemas.openxmlformats.org/officeDocument/2006/relationships/notesSlide" Target="/ppt/notesSlides/notesSlide1.xml" Id="Ra72a8ee1f32146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07c1b2eee4bfc" /><Relationship Type="http://schemas.openxmlformats.org/officeDocument/2006/relationships/notesSlide" Target="/ppt/notesSlides/notesSlide2.xml" Id="Re09ec40641d14a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03f3d967e4ed8" /><Relationship Type="http://schemas.openxmlformats.org/officeDocument/2006/relationships/notesSlide" Target="/ppt/notesSlides/notesSlide3.xml" Id="Rd756f979190447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8ae94b55642c9" /><Relationship Type="http://schemas.openxmlformats.org/officeDocument/2006/relationships/notesSlide" Target="/ppt/notesSlides/notesSlide4.xml" Id="R30de8179a8b143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a2bc70b2b49c5" /><Relationship Type="http://schemas.openxmlformats.org/officeDocument/2006/relationships/notesSlide" Target="/ppt/notesSlides/notesSlide5.xml" Id="Rd8b73353460147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554bcba734705" /><Relationship Type="http://schemas.openxmlformats.org/officeDocument/2006/relationships/notesSlide" Target="/ppt/notesSlides/notesSlide6.xml" Id="R20901751d7494e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7378E-36F2-4209-9B1F-888ADC67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D79D8-5B9E-4226-86D5-1FA3D16F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9BF74125-9073-4F0C-9951-6DDE59D6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60FA612C-D28E-4151-91AD-005748F6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5A222AD-AFE6-4C74-A9D0-68A2F890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Municipality Reformの技術解説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43827A8F-538B-4080-8EBB-2C88C06A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3B6BCF9C-3C56-458D-BDD5-8E688212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JavaScript</a:t>
            </a:r>
          </a:p>
        </p:txBody>
      </p:sp>
    </p:spTree>
    <p:extLst>
      <p:ext uri="{BB962C8B-B14F-4D97-AF65-F5344CB8AC3E}">
        <p14:creationId xmlns:p14="http://schemas.microsoft.com/office/powerpoint/2010/main" val="6269508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3CF2D-E4C1-4908-98F4-939D538E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464DD-F4A9-47C0-8AE5-00C59051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3E7F13D7-7DF3-428F-ABD3-19356448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CE25EB28-F1BD-42EB-9679-E07BC2B3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9A735890-EAA1-44C4-B216-5F42D8DD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066AD-48FB-4742-AE33-74D2ACEB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8B469621-F34A-44AF-9B01-74A88D39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municipality reform 全国47都道府県・1916地域を収録したリフォームサイト</a:t>
            </a:r>
          </a:p>
        </p:txBody>
      </p:sp>
    </p:spTree>
    <p:extLst>
      <p:ext uri="{BB962C8B-B14F-4D97-AF65-F5344CB8AC3E}">
        <p14:creationId xmlns:p14="http://schemas.microsoft.com/office/powerpoint/2010/main" val="13701030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83E96-7A94-45CB-953E-F351B6BD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39FC6-A538-4E36-92DF-545D03F9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F103A729-DBFE-427A-9C27-BA14F86E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7FD63F10-749A-4FA1-AC9A-A25D476B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5ABE0B34-F99A-492D-9C7D-25E8B6CD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F9DC9-3C6E-45CD-A626-261CF3A8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F864021F-F476-40ED-8A00-DA128976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主要技術：JavaScript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3873269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F72DF-A28A-4EEE-BFB5-928B5F6F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43723-C1E9-4570-94DF-9F2C6545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FE07CD9E-502F-4E17-9780-226BF9E3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0C66A693-0B2C-4FEE-ADC0-7504647E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36223D74-70B3-4CAC-8AF5-86EF75AA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AD04E-4CCD-4FF5-A4AD-2931A5B5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A73CC120-0579-49C2-ADE6-924D4F9F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19679051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F63D5-CFDA-4E79-8304-105ADDD7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6AD2C-C4D4-4D48-ADFA-5983210A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50506DFB-FC4E-4250-979C-A8EC12D6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CE6955CB-135E-41BF-A20B-2E23EBC7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5C1EFE25-95B1-46C8-AE5C-772446B8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F251D-851E-450B-B3CD-C5A246DF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A195A358-8F14-4796-BD26-1BB138BE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直近のコミットでは、新機能の追加と実装強化が行われました。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10264306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A895A-31BD-4F49-A066-55001EB1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D4019-8DBA-4428-A22D-5F3B70DB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A4A6BC32-109A-4035-B985-D3411720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F4CFF179-F69A-484B-BBF2-AACB04A6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BAA855B8-D9C8-4BB7-89BC-BDDC6861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6FA05-0E71-4E75-A77F-28C8AFD3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BFE91B71-C264-4AFB-9092-84F65F6D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https://syunnjack.dev/articles/municipality-reform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9664045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2026-08-15T13:58:43.2800000Z</dcterms:created>
  <dcterms:modified xsi:type="dcterms:W3CDTF">2026-08-15T13:58:43.2800000Z</dcterms:modified>
</coreProperties>
</file>