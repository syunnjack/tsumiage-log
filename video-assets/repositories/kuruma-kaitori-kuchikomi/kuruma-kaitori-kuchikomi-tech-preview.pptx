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768FDE-7DA9-19E4-C242-C78247FE7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5F00FC-C297-8C1F-6FD2-0268FA0D9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6A1C61-6325-2CC4-68D5-541252D5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02A9DF-B99A-9809-5AC9-F55D8563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D29488-003B-0884-5EA3-6D8877B8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0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ED140-4C6D-57B1-0D6B-48AF4A9C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8E32F0-B46D-D933-9791-0D02740C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B81A08-928E-C137-5A7A-00316226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D7DCC5-2F6F-C3F4-577F-16704CB5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9E6248-A539-8B34-7E64-4B657060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91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6FE0E-329C-B48D-13B0-EEEE80AD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67100C-E928-FFB3-110F-779D88891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160C7B-63E8-A9DF-1D65-06D0AD59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F6F1F9-65CC-9B23-D1B0-3FC8605C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90FBCA-D72F-E186-6450-4F076EC0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889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99A65D-B893-9A44-8D6C-F7DD9E67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38D393-A1A9-3A41-A88D-560D330CC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877D96-B2DD-CDD4-85B5-47F2D1A4B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80D22F-4C6F-7A8F-0EEB-2C4D9335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0DBAD9-DF7F-031D-E4C3-48584DA2C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BD719A-16D5-12CA-F514-0247CF55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55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E89B1-B81C-7854-9D56-36FDD4DC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1C7A73-44B3-0002-D297-F3EAA1944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0E8557-2B2A-41F5-A360-71CDD84AF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3D8158-6768-958C-8517-76A85EF2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91E436-352A-862C-D12C-B9A0C28D3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89F21E-E3FA-373B-6014-FF08AB19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B05F51-EDBA-1E8F-2810-C4681EA0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DC4C1F1-222D-79A8-00C8-0669278B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62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BA73EB-9AD1-EFEA-DC69-B19F2BA6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004F96-13CC-E4E0-5652-FD7FBE01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F006A1-9DBD-2DC7-A316-67EC8244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C1B28C-1A3C-54E8-937C-110F3FF7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03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8E0FF98-C6F4-D814-F3B8-02339F66F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EF7C1DD-E5DC-E698-D04B-639B4DE2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7473C5-0770-F61A-B790-18FEE69C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29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4854-611C-2969-C751-45E25FCE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013DEB-1C98-567B-3622-61C72761E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D2E451-4461-FA9C-DAFD-E4E3329DD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42F984-CE91-6BE4-3D6F-3FE9DBBE4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AADA1E-46A1-C11F-CFDB-5895FBE3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6DAA18-3054-1FF6-12EC-CC4B1257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16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D6416-029B-D270-85DE-EEB101C5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5AE7F8-1B38-9A47-50A4-84982DA8C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1F42DF-BFBA-91CF-6914-E345D3B3C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732585-5955-B580-CFBC-4608363E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34387D-21FE-B270-0418-D170CF11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2FBC4E-B5AE-39A1-4032-D9BB7D84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63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E35F7-E45A-C85B-5170-581761EEE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11ACA8-520A-8540-04F0-4D3323220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41C71B-E40C-2F7C-628C-05DE419A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7F4AE1-C4C3-F94E-3EA7-3BC20A8C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6DDCB5-5F8F-65FB-BC27-E8187F5D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840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D8B378-E590-C34E-5D1A-78F4E25DC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6F059A-905A-4C0E-2761-D464A4EEB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B84FB4-EF53-D20C-839E-C13E9E2F9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26E088-EE25-B4BB-8BC2-47F1F58A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FFFF1A-8E40-541A-ABA4-9DBCE1F7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83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213E78-DBF5-BCD5-5F05-A12CF1B4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27919E-EA80-A724-1AB1-C6031CAEC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1C2404-1110-A102-107C-67101FB95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58D7C-FF40-44A0-9CCA-82C00B9D49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981CC6-6ED8-99A5-766E-9E46FC82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762628-D743-4024-24CF-98C4BAA4D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B1015-0A55-49B0-9136-CCD481C01A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109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2B85A4-A2C2-A0AE-A33B-29DBA9169B6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F56A9A-6F2D-17FA-AE6E-B49AF7FC5D7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Kuruma Kaitori Kuchikomi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E6EB49-9B43-0B6E-D22D-B7242CEA591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28C2B4-CF80-30AF-24A3-E73AF729F3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5412AA8-E009-020E-063F-C7C3B8970E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58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C962A7-B8F4-1A51-9654-F1E78CCF307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999232-C09A-C291-4A25-E4571C0AF36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AB9177-B66F-05A8-C31B-B207FA81322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Kuruma Kaitori Kuchikomi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746793-262C-B3B7-24DC-753ACA74A1B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C47087C-001D-5BDE-9CC3-9250F4B8E5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BB77F8-A66C-0480-1A1D-11C409ACAA3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A33351-697D-62BD-6C00-5EA9E792BF1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82E236-C5DD-B406-323E-3F925FB2387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73DAA2-9A17-F468-4E17-7B4E0167BA6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1AAC1E0-B2E3-5727-DCA1-1373069F76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36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6F9471-81A2-A78B-E6D8-8DBF95E46D8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1B4AA8-CEA3-B97F-10B3-01F5C1CC772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68AB37-7EC6-DE26-3584-96F6D1F3FB1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DF2563-7BB4-B4CB-5BE9-ED4D9C522D0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5A6DD44-DECC-B895-E001-B0D173F7BD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38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6CA048-8565-5572-6045-DBB33440034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81A83F-5D3A-B799-593D-31090336FF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0EB1A2-F9B9-AF40-D44E-4EFD82B76CB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B15BC0-704D-86D6-A033-9593E732D19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A18FC15-1B51-C5ED-F05E-4A01544B86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39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BD8124-471A-9F5F-3CE0-CADE4A2F2EF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25CD39-7770-1C26-9313-2B2C3A09B7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B894A9-CB6B-8E5F-1832-171FA470192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https://syunnjack.dev/articles/kuruma-kaitori-kuchikomi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C434649-8A41-28B7-825A-C6B271C4689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FEAA0D5-2F9D-1C03-F541-44C3021220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70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2026-07-30T12:15:23Z</dcterms:created>
  <dcterms:modified xsi:type="dcterms:W3CDTF">2026-07-30T12:15:23Z</dcterms:modified>
</cp:coreProperties>
</file>