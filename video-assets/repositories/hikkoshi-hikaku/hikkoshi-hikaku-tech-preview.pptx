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eaac4c0de44678" /><Relationship Type="http://schemas.openxmlformats.org/officeDocument/2006/relationships/extended-properties" Target="/docProps/app.xml" Id="Re31a8e7118e44693" /><Relationship Type="http://schemas.openxmlformats.org/officeDocument/2006/relationships/officeDocument" Target="/ppt/presentation.xml" Id="R5cf69d89a6994d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1d097bbf714b39"/>
  </p:sldMasterIdLst>
  <p:notesMasterIdLst>
    <p:notesMasterId xmlns:r="http://schemas.openxmlformats.org/officeDocument/2006/relationships" r:id="R72752966879f447e"/>
  </p:notesMasterIdLst>
  <p:sldIdLst>
    <p:sldId xmlns:r="http://schemas.openxmlformats.org/officeDocument/2006/relationships" id="256" r:id="R8850f456ba0948be"/>
    <p:sldId xmlns:r="http://schemas.openxmlformats.org/officeDocument/2006/relationships" id="257" r:id="Rb03d97da93564c8b"/>
    <p:sldId xmlns:r="http://schemas.openxmlformats.org/officeDocument/2006/relationships" id="258" r:id="R95751f6e08fa481b"/>
    <p:sldId xmlns:r="http://schemas.openxmlformats.org/officeDocument/2006/relationships" id="259" r:id="R5d2e90c597ff49cc"/>
    <p:sldId xmlns:r="http://schemas.openxmlformats.org/officeDocument/2006/relationships" id="260" r:id="R567802a0eaa240e1"/>
    <p:sldId xmlns:r="http://schemas.openxmlformats.org/officeDocument/2006/relationships" id="261" r:id="R5f38fcf2f6db47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164ea00de3408f" /><Relationship Type="http://schemas.openxmlformats.org/officeDocument/2006/relationships/slideMaster" Target="/ppt/slideMasters/slideMaster1.xml" Id="R6e1d097bbf714b39" /><Relationship Type="http://schemas.openxmlformats.org/officeDocument/2006/relationships/notesMaster" Target="/ppt/notesMasters/notesMaster1.xml" Id="R72752966879f447e" /><Relationship Type="http://schemas.openxmlformats.org/officeDocument/2006/relationships/presProps" Target="/ppt/presProps.xml" Id="Raa26d68874324a30" /><Relationship Type="http://schemas.openxmlformats.org/officeDocument/2006/relationships/tableStyles" Target="/ppt/tableStyles.xml" Id="Rae35d047327f4aca" /><Relationship Type="http://schemas.openxmlformats.org/officeDocument/2006/relationships/slide" Target="/ppt/slides/slide1.xml" Id="R8850f456ba0948be" /><Relationship Type="http://schemas.openxmlformats.org/officeDocument/2006/relationships/slide" Target="/ppt/slides/slide2.xml" Id="Rb03d97da93564c8b" /><Relationship Type="http://schemas.openxmlformats.org/officeDocument/2006/relationships/slide" Target="/ppt/slides/slide3.xml" Id="R95751f6e08fa481b" /><Relationship Type="http://schemas.openxmlformats.org/officeDocument/2006/relationships/slide" Target="/ppt/slides/slide4.xml" Id="R5d2e90c597ff49cc" /><Relationship Type="http://schemas.openxmlformats.org/officeDocument/2006/relationships/slide" Target="/ppt/slides/slide5.xml" Id="R567802a0eaa240e1" /><Relationship Type="http://schemas.openxmlformats.org/officeDocument/2006/relationships/slide" Target="/ppt/slides/slide6.xml" Id="R5f38fcf2f6db47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409a594d7047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fbbee1eeb24540" /><Relationship Type="http://schemas.openxmlformats.org/officeDocument/2006/relationships/notesMaster" Target="/ppt/notesMasters/notesMaster1.xml" Id="R0cf5ef681a0543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4cecd3c31048c9" /><Relationship Type="http://schemas.openxmlformats.org/officeDocument/2006/relationships/notesMaster" Target="/ppt/notesMasters/notesMaster1.xml" Id="R8dbca80969a44d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0a6d1ee7bb474a" /><Relationship Type="http://schemas.openxmlformats.org/officeDocument/2006/relationships/notesMaster" Target="/ppt/notesMasters/notesMaster1.xml" Id="R1b24335ba41b4e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870276ecab4db1" /><Relationship Type="http://schemas.openxmlformats.org/officeDocument/2006/relationships/notesMaster" Target="/ppt/notesMasters/notesMaster1.xml" Id="R251fc5e92e7c49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c8218ecdde4347" /><Relationship Type="http://schemas.openxmlformats.org/officeDocument/2006/relationships/notesMaster" Target="/ppt/notesMasters/notesMaster1.xml" Id="Ra433b800bd5746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d957ad10224061" /><Relationship Type="http://schemas.openxmlformats.org/officeDocument/2006/relationships/notesMaster" Target="/ppt/notesMasters/notesMaster1.xml" Id="R7d037bb690a240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今回は、Hikkoshi Hikakuの技術構成を短く解説します。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https://github.com/syunnjack/hikkoshi-hikaku</a:t>
            </a:r>
          </a:p>
          <a:p xmlns:a="http://schemas.openxmlformats.org/drawingml/2006/main">
            <a:r>
              <a:t>- https://syunnjack.dev/articles/hikkoshi-hikaku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Hikkoshi Hikakuは、Bladeを中心に設計・実装したプロジェクトです。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https://github.com/syunnjack/hikkoshi-hikaku</a:t>
            </a:r>
          </a:p>
          <a:p xmlns:a="http://schemas.openxmlformats.org/drawingml/2006/main">
            <a:r>
              <a:t>- https://syunnjack.dev/articles/hikkoshi-hikaku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主な技術はBladeです。役割を分け、保守しやすい構成を目指しています。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https://github.com/syunnjack/hikkoshi-hikaku</a:t>
            </a:r>
          </a:p>
          <a:p xmlns:a="http://schemas.openxmlformats.org/drawingml/2006/main">
            <a:r>
              <a:t>- https://syunnjack.dev/articles/hikkoshi-hikaku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https://github.com/syunnjack/hikkoshi-hikaku</a:t>
            </a:r>
          </a:p>
          <a:p xmlns:a="http://schemas.openxmlformats.org/drawingml/2006/main">
            <a:r>
              <a:t>- https://syunnjack.dev/articles/hikkoshi-hikaku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https://github.com/syunnjack/hikkoshi-hikaku</a:t>
            </a:r>
          </a:p>
          <a:p xmlns:a="http://schemas.openxmlformats.org/drawingml/2006/main">
            <a:r>
              <a:t>- https://syunnjack.dev/articles/hikkoshi-hikaku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https://github.com/syunnjack/hikkoshi-hikaku</a:t>
            </a:r>
          </a:p>
          <a:p xmlns:a="http://schemas.openxmlformats.org/drawingml/2006/main">
            <a:r>
              <a:t>- https://syunnjack.dev/articles/hikkoshi-hikaku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d1cfac7cdf45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a5285bb4374cee" /><Relationship Type="http://schemas.openxmlformats.org/officeDocument/2006/relationships/slideLayout" Target="/ppt/slideLayouts/slideLayout1.xml" Id="R56e63acbf27a42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e63acbf27a42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bd9f712174344" /><Relationship Type="http://schemas.openxmlformats.org/officeDocument/2006/relationships/notesSlide" Target="/ppt/notesSlides/notesSlide1.xml" Id="Rb8d1256b58a543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51ce7109c4ae0" /><Relationship Type="http://schemas.openxmlformats.org/officeDocument/2006/relationships/notesSlide" Target="/ppt/notesSlides/notesSlide2.xml" Id="R76c3ae155e1f42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a7728053e4d67" /><Relationship Type="http://schemas.openxmlformats.org/officeDocument/2006/relationships/notesSlide" Target="/ppt/notesSlides/notesSlide3.xml" Id="Rc4a37b7a75f648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af92430824fc1" /><Relationship Type="http://schemas.openxmlformats.org/officeDocument/2006/relationships/notesSlide" Target="/ppt/notesSlides/notesSlide4.xml" Id="Rd228b03232654c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817c8052e4da3" /><Relationship Type="http://schemas.openxmlformats.org/officeDocument/2006/relationships/notesSlide" Target="/ppt/notesSlides/notesSlide5.xml" Id="R50f23a56702044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86c17ad314029" /><Relationship Type="http://schemas.openxmlformats.org/officeDocument/2006/relationships/notesSlide" Target="/ppt/notesSlides/notesSlide6.xml" Id="R63d0e64f177940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63E72-4C01-4DC0-8248-DF9A72E4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6C3A1-9B87-45C4-B683-25107D52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9D109B1A-6830-41AE-A473-9C55038F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6E733D45-E47E-47DA-96CD-6759E382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46EFEB1-9C11-47C9-966F-D6A412D7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Hikkoshi Hikakuの技術解説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F50B568D-926F-48B0-975E-D66BB829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D25A6605-91E3-4452-9D63-091BA7B5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Blade</a:t>
            </a:r>
          </a:p>
        </p:txBody>
      </p:sp>
    </p:spTree>
    <p:extLst>
      <p:ext uri="{BB962C8B-B14F-4D97-AF65-F5344CB8AC3E}">
        <p14:creationId xmlns:p14="http://schemas.microsoft.com/office/powerpoint/2010/main" val="1287681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84178-01E2-4ADE-813E-58E88E85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5988A-6B60-4090-8047-D234E91D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4913E7BA-486E-453F-9C05-E2513580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5F5EA778-F145-4684-A7BC-802FCFAA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31A664A2-5063-4054-BFD4-4759EFC6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B0B60-7A32-4503-97D6-1FCA4707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D6EA30C9-43C4-4DB8-BDAC-5F265794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Hikkoshi Hikakuは、Bladeを中心に設計・実装したプロジェクトです。</a:t>
            </a:r>
          </a:p>
        </p:txBody>
      </p:sp>
    </p:spTree>
    <p:extLst>
      <p:ext uri="{BB962C8B-B14F-4D97-AF65-F5344CB8AC3E}">
        <p14:creationId xmlns:p14="http://schemas.microsoft.com/office/powerpoint/2010/main" val="9024977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45D67-58E3-448D-A718-12AB495A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A4353-1437-4E53-858D-136C00BC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A2570297-8851-42EE-89B0-1CB23DD2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5B8BA2FE-D0FE-4D17-A0AB-DF72EDA1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39F7B4A1-0AD5-4EFF-BFF6-7DB54B8C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B33CA-7875-4E99-8B35-1DE62FE0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163BDE8A-D71D-4299-8648-127AD1C9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主要技術：Blade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8858585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1E306-836F-4E95-A31C-D9CB4F32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EFF35-DE49-4953-8166-1FDC249D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9E6FFE0E-1150-4713-9C92-A5DF6742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F9ED1DD8-B986-4406-8DE5-C21C2E47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746EA731-085F-4F2D-9881-F5F60627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57EA7-9F97-40DB-9BC0-B8E2BD53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1783C84A-E6F7-490B-A016-3606853A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15501838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C1879-3947-4666-9899-230C99FD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E1054-3290-4F96-A1E4-BC56ABD5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875FE0AA-DD5A-47F9-9B85-8901488B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7D917976-D1B3-4885-8A17-5D3CF502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0235EB43-195F-4156-861D-A03154FF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3FB2C-A5B9-4C19-9358-23B251EA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E8A22417-DAC6-4D3F-9E9E-11E8A19B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3016757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25CA4-1630-4808-8C74-FFD0CCEA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5B9DD-988D-4D82-B47D-9FBB7E86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9D15E7C5-877E-4C08-B87E-3187863B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6BE1739C-20B3-4D32-BB3D-EAE54005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74DC8BB0-52BC-4B3E-8F06-8CB4B27B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3CB57-13D8-4347-A356-6B1D1E75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C00C8ADC-8EBD-4C28-B5FF-997D32A5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https://syunnjack.dev/articles/hikkoshi-hikaku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397603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2026-08-12T15:25:08.3460000Z</dcterms:created>
  <dcterms:modified xsi:type="dcterms:W3CDTF">2026-08-12T15:25:08.3460000Z</dcterms:modified>
</coreProperties>
</file>