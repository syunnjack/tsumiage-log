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13A14A-B9F5-92CB-E039-363FFADFD2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53A120E-268C-D0C8-4BC4-7306D0265C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00B20-5F3E-CAEB-E9D1-D69763390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3A22F-7DA3-4DFC-B0E7-699664E6020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EAD118B-E96C-DA56-CBDE-A68EF820F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2E9FB5-99F1-9789-8D9C-A5DD560A7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4027A-2514-4CCF-9CDD-0F55957BC7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5618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F70146-65B9-28E5-F1C0-5902ADC3C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131B020-B6F2-B402-791A-A6821E9F6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FE03E6B-8B65-8851-45CE-D014B72F2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3A22F-7DA3-4DFC-B0E7-699664E6020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26509F1-81A2-6C56-6760-E65CD5AE0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023DB41-15E7-CF98-722B-03FADCAAE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4027A-2514-4CCF-9CDD-0F55957BC7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602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6930A0-5E45-3F0C-A636-8BC11DA87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A189305-376B-782B-FB57-EB289C0F2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DE41351-A904-08DE-4289-0F42BB054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3A22F-7DA3-4DFC-B0E7-699664E6020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30F4D92-DFB6-66E9-B105-2CADCBADE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998F6E-EE1C-6EF0-8E8D-D33D6D429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4027A-2514-4CCF-9CDD-0F55957BC7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416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4B7AE9-843D-4E99-1FF6-74E2B9D54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0C5BC50-1F16-11A2-CD7F-FF1083532B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8A5F892-6176-7463-6BD8-FE577C0E85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514FCD3-26A8-F1E3-6C1F-E58D2C3CD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3A22F-7DA3-4DFC-B0E7-699664E6020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5F8D757-CB9C-D21F-535C-9FD7ECA03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6E6B097-FCAF-E40F-F971-21D28F560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4027A-2514-4CCF-9CDD-0F55957BC7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8884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FF6428-DC20-0A4E-A708-A0807E217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11A3BED-D068-439A-39BF-F1C143FE2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E256FE1-7DE2-71E5-37C6-F85B897D83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4CAE12C-2B84-C78A-BAB5-89B48B6C8B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62FC1C0-3C3E-FA67-8458-610BD3DA91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7C3F4A4-2BEE-D33D-D0B3-767045E5E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3A22F-7DA3-4DFC-B0E7-699664E6020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FAF3CD4-36CC-DCC4-8BAD-53CDD82C1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7D5B507-9E0B-CDFA-DC15-079978EBB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4027A-2514-4CCF-9CDD-0F55957BC7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1532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43B3A1-7B7C-F017-0FD6-7F0ACE204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71E7D5F-55B6-3B32-EF13-86280AFD6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3A22F-7DA3-4DFC-B0E7-699664E6020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D1BF1F5-5C66-A141-EE48-8492F3F13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B1E3E59-6442-406C-3BDA-E3A599CFE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4027A-2514-4CCF-9CDD-0F55957BC7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1789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CF4810F-9CC4-E5CB-8723-705918E88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3A22F-7DA3-4DFC-B0E7-699664E6020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2577CAF-C494-236D-1BF1-96998BCAF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E831D22-BD1A-F468-811E-B7DF1021D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4027A-2514-4CCF-9CDD-0F55957BC7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5705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F89D15-4B5F-302A-3765-02BE48F4D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B0C81CE-78F8-DF55-8E50-1661FBF18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81C287C-AC83-B2BD-4715-5D811953F1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685F94F-AD58-29B2-E390-82B15EB2F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3A22F-7DA3-4DFC-B0E7-699664E6020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5F52991-9083-3F14-E104-A8E972A2D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73A7888-0074-1B5D-54CD-B57410791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4027A-2514-4CCF-9CDD-0F55957BC7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8621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0718AD-9A2D-2CB1-0653-5833B7B71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4DB6A05-8588-4759-F67C-66AF75665D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CDE4EE1-23B6-D6C9-60F2-93D11B433F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A5833CA-6BA8-BC5B-AA05-BE86B9297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3A22F-7DA3-4DFC-B0E7-699664E6020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FED3086-1BAD-5020-AEE0-DD96E893F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1E9FBF3-8A3A-490C-EF88-E174DB4B0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4027A-2514-4CCF-9CDD-0F55957BC7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901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8B6C07-48F4-16C6-C6F6-A2E06433E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124D9D0-C48E-A216-647D-8314C9DCCA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A9DD27F-E614-59ED-CEA2-B51D0CB91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3A22F-7DA3-4DFC-B0E7-699664E6020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F30D03C-9514-F064-572C-43A4819FC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5B161D-7CDD-859C-4909-021C5B78E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4027A-2514-4CCF-9CDD-0F55957BC7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0540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FE5B169-4332-FDE3-7337-234F0E72D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4E1896A-2A76-CB75-13A6-B786119446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AA583E-F6D1-B932-4726-E4A7859DC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3A22F-7DA3-4DFC-B0E7-699664E6020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31F0711-4839-6746-B13A-63242C407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EC4247-FC31-83E9-E67D-B9AED5050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4027A-2514-4CCF-9CDD-0F55957BC7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2140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751449D-0FF6-8F58-7227-C09EE8475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D6F5224-1C72-49B1-2EC5-AA5D5D2E9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88B68E-0EF5-9E19-DDDD-ADF329C95A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63A22F-7DA3-4DFC-B0E7-699664E6020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CF44A7E-9ECB-1411-B4E1-BB6F49E60A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0E7E0A-D168-D36E-04C9-5F64F9BBB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04027A-2514-4CCF-9CDD-0F55957BC7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1496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F0A6139-5AAF-96F5-F3CA-520DD866C0D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E9857BF-EE38-7556-1BB8-635625EC879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Ai Quiz Study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A941CC3-75FD-0771-15DA-3331CFF094F6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369E187-A3FD-21D1-A097-FEDB74CED86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078D5E2C-9C94-B6B7-69B8-0E8C9906CF6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1082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0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D0EFA09-2982-A1D5-F057-D3DAAD7D312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13DF6AF-E67A-F59E-17D1-717B7359832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35AD717-C497-B5E2-9100-34743BEEE2AC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AI Quiz Study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資格・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AI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一問一答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ai quiz study Domain candidates Confirmed domain: aiichimon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0298BBC-FCB7-E919-F703-F91BE58B2F9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4CCB83F8-C30F-0B30-FBEA-A7571BCD7B9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4514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00"/>
    </mc:Choice>
    <mc:Fallback>
      <p:transition spd="slow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47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638B802-0122-76CA-D87E-103A37E1502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4C0CB06-D204-085A-E85D-A6728CFFF78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F9247DC-F319-F2FC-EA2C-FD35691DB17D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8AFE817-470C-A6FD-EA66-CFBE78786F5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A6AC6E80-AE12-6A99-A9BB-DE5199556B8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5560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87773CC-409B-424A-4E0C-DA7020681E0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9187421-8CAB-A6E4-C1E1-078F745E805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282872C-17E3-5157-1804-F282238FD49B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AEA2144-37C7-BCE1-D2D9-F9BE04D74F5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803C57AA-1C94-AFF2-6BFF-7CE60789E4C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7446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F687986-3C2F-FD43-0B70-DFC6ADB88A0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395E6CF-61F0-6366-0AD4-1710F119632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D727185-F127-CDF3-6577-73CF79F3F719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96154F9-AE8F-6910-3366-31D5608A69D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34478758-C4F6-BCF4-83BF-0512CA82696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2067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57CCB46-4541-BBE9-BF4B-507FA9A8888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EFE548F-4FF8-1475-65CF-1BC82129699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4EB4ABD-063F-4BE2-8B87-A68BBB95FC61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https://syunnjack.dev/articles/ai-quiz-study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BE16B2F-CF11-41F5-78BA-FEA06EF0C1A0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0B974D7D-917D-001E-ED58-3B9FE647D62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54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2026-07-30T11:49:18Z</dcterms:created>
  <dcterms:modified xsi:type="dcterms:W3CDTF">2026-07-30T11:49:18Z</dcterms:modified>
</cp:coreProperties>
</file>