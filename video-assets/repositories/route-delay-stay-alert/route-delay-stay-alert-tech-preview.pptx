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A5EBF6-BA45-0E1D-CDCA-692E3D40A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3B26871-56E5-3EA8-B8A2-6C39B7373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025095-5C91-8CF4-60D5-B78419731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E391D-2F2B-46D1-BB61-E5B05FCB4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D12592-69A9-C26F-BCD3-D6CADD724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62A86D-E995-46CE-EC46-B8ADD413A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B155-496F-4056-8AE7-3BE543D5FF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533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D634AD-6D42-03C7-3EDD-661637D16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8129AC-A940-8384-300B-7DDFAAF74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8DABBD-0CE0-3FC6-40EE-981074479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E391D-2F2B-46D1-BB61-E5B05FCB4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E1A73E-F5FE-1E7B-B850-2D204D6F4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D75822-7697-BD91-9C8D-7C3A2753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B155-496F-4056-8AE7-3BE543D5FF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1006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794C4-5CB0-41C3-D394-791E54CC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8EAC0B-111D-B82F-9BA8-24DE44EAE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C40CA6-5604-AF58-FC08-F094EB719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E391D-2F2B-46D1-BB61-E5B05FCB4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00E566-3BCA-BCEB-A34A-4A3581562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4131C-E1F2-A0C4-52A4-EC1BE5CE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B155-496F-4056-8AE7-3BE543D5FF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078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628AF1-83EC-0782-446D-94BF05AF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ACBECD-3F56-18BB-D0ED-C6AD98E4D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C3C6B03-A54D-3B26-C71C-3E0AFE783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0CC97E-90EF-E53A-B4AE-2DC20C2A3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E391D-2F2B-46D1-BB61-E5B05FCB4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C117022-675C-93DC-22D2-8B4CA391C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FAB666-EA58-7071-472A-BE27EAC6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B155-496F-4056-8AE7-3BE543D5FF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30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C1684B-C1BA-A50A-5617-7D0CB4BE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5D6793-6DE0-3818-3EB9-15936C86D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1DB2CC0-BE7D-C94A-2638-83B6FEDEF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6CCCF1F-8BFE-F3D0-E473-8551D3839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EC92892-0C1A-BAD6-0287-8E5CBECF7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4755756-47A1-5118-C275-07BC56F00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E391D-2F2B-46D1-BB61-E5B05FCB4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74F240A-E8E0-B35C-16EA-DF9D9C8FD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E92A115-62B7-4B36-2AA3-DBE62B6E8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B155-496F-4056-8AE7-3BE543D5FF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1026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018B11-4D76-3D15-DFDB-8C10A1D0C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04CAD0D-4D9A-C80B-9AF1-89711E5C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E391D-2F2B-46D1-BB61-E5B05FCB4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090A6E4-A24B-EAC4-5E85-72A53CCFC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67937DC-9B62-7D70-AEE4-CC273F92F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B155-496F-4056-8AE7-3BE543D5FF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4174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A275A2B-D19F-EA5C-93BD-85379B28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E391D-2F2B-46D1-BB61-E5B05FCB4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41C0D75-8736-D038-B3D7-BA31F7564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4F83EA-2D1C-CB16-DCB5-767E993D6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B155-496F-4056-8AE7-3BE543D5FF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14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6FF3C5-7DFF-1640-AA68-B7A147703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A35BB4-9351-ED2B-34D9-7932F599D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29577C-33B3-CF35-FAB0-AF28A88BE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CB001C-B19B-FCA2-36E7-55040DB9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E391D-2F2B-46D1-BB61-E5B05FCB4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622745-4075-1F73-DD1B-E95D919C7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51B6A2-C048-1C61-8895-1AC99C14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B155-496F-4056-8AE7-3BE543D5FF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374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3A0416-5C6A-9962-93DD-05781D5EC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B08F33C-B198-CAD5-5FEE-589D8543C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3545D94-1D16-8B64-5280-173CA2F37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F123B4-CC6A-1C3C-06E1-B5AD54C7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E391D-2F2B-46D1-BB61-E5B05FCB4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5B628C-89A7-6B6B-AD60-862A1C42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FB4384-DA7D-504D-0DC6-253F6E817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B155-496F-4056-8AE7-3BE543D5FF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7900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AC09E-E986-C863-A0A3-99038D7C8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6F0B83-1F8C-F789-D384-29F7D2CAB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85F65E-180E-25B4-AE29-BCA64CF1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E391D-2F2B-46D1-BB61-E5B05FCB4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90FC43-8796-D76F-B8C1-A7631620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8C2E40-EE05-DE48-C49E-F0E4B0F08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B155-496F-4056-8AE7-3BE543D5FF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379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C37AA16-7BE1-63B4-86DF-5639A4C0D3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6DC4B5-5996-F977-2613-F1F04321D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A1FE4E-A9C0-B5A6-96A8-1CB19C9C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E391D-2F2B-46D1-BB61-E5B05FCB4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638FD1-A866-3A5A-9842-1960BB3E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BE3C51-E39D-62B5-53DF-03443455B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9B155-496F-4056-8AE7-3BE543D5FF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2304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BAA0383-B3CE-740E-E8A2-81285674E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0B0AAF-5C14-3383-5331-2DE61632B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C8A2F2-6D1D-AEC2-0609-2D9E0BADA0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E391D-2F2B-46D1-BB61-E5B05FCB4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FEB5C8-E4F6-5D2E-7231-86E3F063B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B1CFB7-A17F-5D84-4135-FDBAF9BE1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9B155-496F-4056-8AE7-3BE543D5FF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601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898BF90-52BD-0FB1-95D5-34A9ADFB374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6EA473D-FF42-983E-D623-9AF758B9BD2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Route Delay Stay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03B77AE-B66B-859B-F888-6CF69CF9969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DB6DEAE-B995-52F0-C890-92C616337BE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28E438BF-AB56-DF33-B7B3-765E53035C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87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1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F6F888-FA2B-01EC-688C-3E695EE3E35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1169F60-9985-EB58-84B4-746649560A4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3D1381-6D80-D346-FAD5-B99A79C9A20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Route Delay Stay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高速バス・電車遅延・到着後スポット通知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route delay stay alert Domain candidates Confirmed domain: delaystay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9E7731-9B2C-DD0D-DA3B-4B096FB784F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B57B48E-7403-67BE-CAE3-26340BCAC1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000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F779CE-12EC-FB18-BAEC-6F487C14E5C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EF99C14-2301-2D42-1C0B-D4942CCB15E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6EFA39F-A82D-9DA2-0C4E-B5BCD89E5E7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1554C0-3F32-0EA3-5C6B-D7C3C9A786C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16640632-44B5-E20E-3D5E-665AB3C424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82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961EDFC-93A2-3CA9-C79D-1A3B2E83FF5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78A266-19F3-2DE3-49EF-732DB23C122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30684A7-77D4-8CB2-0888-DC77E77EEC2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D9EE0B-516C-5655-7C9E-5BA8AC6A190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8F54C0B2-34C3-DD35-A5A0-CD36467EAD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51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17CC334-FACE-535F-80EB-CFD4641B125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F13D328-3E5D-8E5F-ABD3-45AF88D4669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8B4CB3A-78A6-A422-2684-BCEC7831D7C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2E9E7E-273F-0FA0-B8A4-5ABFC9A3DEB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B1B2AC72-14A2-685F-2152-814C56BC09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70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36C05C1-8DF1-1A16-E88B-9C4464F74D6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055F85-4B4A-C471-AD26-7FD27345130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4D47AF-0BD0-CFE2-FBEC-DB9CF6A5476B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https://syunnjack.dev/articles/route-delay-stay-alert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0BB8102-4301-BD85-BC36-58200AD076A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E5284A94-ADE4-7C8D-A31F-87933358EF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46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2026-07-30T11:47:44Z</dcterms:created>
  <dcterms:modified xsi:type="dcterms:W3CDTF">2026-07-30T11:47:44Z</dcterms:modified>
</cp:coreProperties>
</file>