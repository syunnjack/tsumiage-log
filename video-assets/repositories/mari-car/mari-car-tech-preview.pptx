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3edc9ab2d2418f" /><Relationship Type="http://schemas.openxmlformats.org/officeDocument/2006/relationships/extended-properties" Target="/docProps/app.xml" Id="R7e814e4fbc774b70" /><Relationship Type="http://schemas.openxmlformats.org/officeDocument/2006/relationships/officeDocument" Target="/ppt/presentation.xml" Id="Red6799d0ccb245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2f8e28a19d4ea4"/>
  </p:sldMasterIdLst>
  <p:notesMasterIdLst>
    <p:notesMasterId xmlns:r="http://schemas.openxmlformats.org/officeDocument/2006/relationships" r:id="R64ede2dfaedb4bde"/>
  </p:notesMasterIdLst>
  <p:sldIdLst>
    <p:sldId xmlns:r="http://schemas.openxmlformats.org/officeDocument/2006/relationships" id="256" r:id="Rdcfe9078785c47b2"/>
    <p:sldId xmlns:r="http://schemas.openxmlformats.org/officeDocument/2006/relationships" id="257" r:id="Rad48e5d99bb041be"/>
    <p:sldId xmlns:r="http://schemas.openxmlformats.org/officeDocument/2006/relationships" id="258" r:id="R65dcb1fcc648442b"/>
    <p:sldId xmlns:r="http://schemas.openxmlformats.org/officeDocument/2006/relationships" id="259" r:id="Rc5b67e9d9655419f"/>
    <p:sldId xmlns:r="http://schemas.openxmlformats.org/officeDocument/2006/relationships" id="260" r:id="R209f75b00ed74208"/>
    <p:sldId xmlns:r="http://schemas.openxmlformats.org/officeDocument/2006/relationships" id="261" r:id="Rfdd08bd91b2345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900871a2204d3b" /><Relationship Type="http://schemas.openxmlformats.org/officeDocument/2006/relationships/slideMaster" Target="/ppt/slideMasters/slideMaster1.xml" Id="Rf52f8e28a19d4ea4" /><Relationship Type="http://schemas.openxmlformats.org/officeDocument/2006/relationships/notesMaster" Target="/ppt/notesMasters/notesMaster1.xml" Id="R64ede2dfaedb4bde" /><Relationship Type="http://schemas.openxmlformats.org/officeDocument/2006/relationships/presProps" Target="/ppt/presProps.xml" Id="R20a4bf73752f4769" /><Relationship Type="http://schemas.openxmlformats.org/officeDocument/2006/relationships/tableStyles" Target="/ppt/tableStyles.xml" Id="Rda1f6c911ef44ad5" /><Relationship Type="http://schemas.openxmlformats.org/officeDocument/2006/relationships/slide" Target="/ppt/slides/slide1.xml" Id="Rdcfe9078785c47b2" /><Relationship Type="http://schemas.openxmlformats.org/officeDocument/2006/relationships/slide" Target="/ppt/slides/slide2.xml" Id="Rad48e5d99bb041be" /><Relationship Type="http://schemas.openxmlformats.org/officeDocument/2006/relationships/slide" Target="/ppt/slides/slide3.xml" Id="R65dcb1fcc648442b" /><Relationship Type="http://schemas.openxmlformats.org/officeDocument/2006/relationships/slide" Target="/ppt/slides/slide4.xml" Id="Rc5b67e9d9655419f" /><Relationship Type="http://schemas.openxmlformats.org/officeDocument/2006/relationships/slide" Target="/ppt/slides/slide5.xml" Id="R209f75b00ed74208" /><Relationship Type="http://schemas.openxmlformats.org/officeDocument/2006/relationships/slide" Target="/ppt/slides/slide6.xml" Id="Rfdd08bd91b2345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e075f8041745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e0124da4dc4e69" /><Relationship Type="http://schemas.openxmlformats.org/officeDocument/2006/relationships/notesMaster" Target="/ppt/notesMasters/notesMaster1.xml" Id="R0a5549df305f42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7007b749d84196" /><Relationship Type="http://schemas.openxmlformats.org/officeDocument/2006/relationships/notesMaster" Target="/ppt/notesMasters/notesMaster1.xml" Id="R9894b53f41a044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e636ab43b449a9" /><Relationship Type="http://schemas.openxmlformats.org/officeDocument/2006/relationships/notesMaster" Target="/ppt/notesMasters/notesMaster1.xml" Id="R578e5e3f2e6042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a313c85fdf4401" /><Relationship Type="http://schemas.openxmlformats.org/officeDocument/2006/relationships/notesMaster" Target="/ppt/notesMasters/notesMaster1.xml" Id="Rb2dfbd26c24247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9d98957ce7444a" /><Relationship Type="http://schemas.openxmlformats.org/officeDocument/2006/relationships/notesMaster" Target="/ppt/notesMasters/notesMaster1.xml" Id="R33d229c55b0a4f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6a36032f05431c" /><Relationship Type="http://schemas.openxmlformats.org/officeDocument/2006/relationships/notesMaster" Target="/ppt/notesMasters/notesMaster1.xml" Id="Ra27065e9623f4d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今回は、Mari Carの技術構成を短く解説します。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https://github.com/syunnjack/mari-car</a:t>
            </a:r>
          </a:p>
          <a:p xmlns:a="http://schemas.openxmlformats.org/drawingml/2006/main">
            <a:r>
              <a:t>- https://syunnjack.dev/articles/mari-car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マリカーロケ図鑑（リポジトリ名: mari car） ゲームセンターで遊べる アーケード版マリオカート （ マリオカート アーケードグランプリ シリーズ）の 全国47都道府県の筐体設置・稼働状況 を、プレイヤーからの報告で共有するコミュニティポータル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https://github.com/syunnjack/mari-car</a:t>
            </a:r>
          </a:p>
          <a:p xmlns:a="http://schemas.openxmlformats.org/drawingml/2006/main">
            <a:r>
              <a:t>- https://syunnjack.dev/articles/mari-car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主な技術はTypeScriptです。役割を分け、保守しやすい構成を目指しています。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https://github.com/syunnjack/mari-car</a:t>
            </a:r>
          </a:p>
          <a:p xmlns:a="http://schemas.openxmlformats.org/drawingml/2006/main">
            <a:r>
              <a:t>- https://syunnjack.dev/articles/mari-car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https://github.com/syunnjack/mari-car</a:t>
            </a:r>
          </a:p>
          <a:p xmlns:a="http://schemas.openxmlformats.org/drawingml/2006/main">
            <a:r>
              <a:t>- https://syunnjack.dev/articles/mari-car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https://github.com/syunnjack/mari-car</a:t>
            </a:r>
          </a:p>
          <a:p xmlns:a="http://schemas.openxmlformats.org/drawingml/2006/main">
            <a:r>
              <a:t>- https://syunnjack.dev/articles/mari-car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https://github.com/syunnjack/mari-car</a:t>
            </a:r>
          </a:p>
          <a:p xmlns:a="http://schemas.openxmlformats.org/drawingml/2006/main">
            <a:r>
              <a:t>- https://syunnjack.dev/articles/mari-car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87016b9604b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9a05dfcade45eb" /><Relationship Type="http://schemas.openxmlformats.org/officeDocument/2006/relationships/slideLayout" Target="/ppt/slideLayouts/slideLayout1.xml" Id="R04a5f5965b7a47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5f5965b7a47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ed69df7914425" /><Relationship Type="http://schemas.openxmlformats.org/officeDocument/2006/relationships/notesSlide" Target="/ppt/notesSlides/notesSlide1.xml" Id="Rbfe6559257d54a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c2415d27e496b" /><Relationship Type="http://schemas.openxmlformats.org/officeDocument/2006/relationships/notesSlide" Target="/ppt/notesSlides/notesSlide2.xml" Id="R0407bab1101845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44da4cba14e11" /><Relationship Type="http://schemas.openxmlformats.org/officeDocument/2006/relationships/notesSlide" Target="/ppt/notesSlides/notesSlide3.xml" Id="Rc73201c6e1c440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3db03acd64aaf" /><Relationship Type="http://schemas.openxmlformats.org/officeDocument/2006/relationships/notesSlide" Target="/ppt/notesSlides/notesSlide4.xml" Id="R408f0fa803e84d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da90be6144c1d" /><Relationship Type="http://schemas.openxmlformats.org/officeDocument/2006/relationships/notesSlide" Target="/ppt/notesSlides/notesSlide5.xml" Id="Rf655c5d668f34c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9e4ba09ba40e7" /><Relationship Type="http://schemas.openxmlformats.org/officeDocument/2006/relationships/notesSlide" Target="/ppt/notesSlides/notesSlide6.xml" Id="Rea0bca3051964e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E27D1-E7AE-4CA3-B8C8-3958E080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5B490-EF4F-4065-A058-D0AAEB9E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5CAD51A3-70BC-45DC-A45F-95416272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DE680C03-B281-488A-89EE-32E21074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72942E-026F-427F-A0A0-203D09DE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Mari Carの技術解説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2801F51-8E6B-40E6-8D87-72C487D4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64D04997-9329-4EF6-80DD-6CDBDD8E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TypeScript</a:t>
            </a:r>
          </a:p>
        </p:txBody>
      </p:sp>
    </p:spTree>
    <p:extLst>
      <p:ext uri="{BB962C8B-B14F-4D97-AF65-F5344CB8AC3E}">
        <p14:creationId xmlns:p14="http://schemas.microsoft.com/office/powerpoint/2010/main" val="12170486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B549B-0266-494D-AF2C-82CE3CC6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B7F5E-0F89-4376-8BC6-739FACB3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B18F83F9-66A3-417A-A129-00264FBB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933B7968-7D4A-4D0B-94AE-507371E9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A6ED0570-C389-4178-8B91-7663A865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5C08C-F4C0-46B1-A676-8AA555BC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EB75D6A0-4A27-4250-8391-3B405C7A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マリカーロケ図鑑（リポジトリ名: mari car） ゲームセンターで遊べる アーケード版マリオカート （ マリオカート アーケードグランプリ シリーズ）の 全国47都道府県の筐体設置・稼働状況 を、プレイヤーからの報告で共有するコミュニティポータル</a:t>
            </a:r>
          </a:p>
        </p:txBody>
      </p:sp>
    </p:spTree>
    <p:extLst>
      <p:ext uri="{BB962C8B-B14F-4D97-AF65-F5344CB8AC3E}">
        <p14:creationId xmlns:p14="http://schemas.microsoft.com/office/powerpoint/2010/main" val="1273105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353A6-7FC0-4B3A-B0EA-A13E432C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E6C42-97B4-47BE-952A-58795513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35D9267A-266E-4F03-A521-FC3F4AB8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5EE58605-A0CD-4802-9DB6-C1CEDA8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4677E5A6-A220-4209-A6A3-F31E86F8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95145-08E9-4D8F-956E-C19BC2E6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5285A3C-61C6-486C-840A-BEC8D8DD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主要技術：TypeScript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4758774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4C23B-6731-415B-8895-AFB01712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E6852-828C-4014-A343-24B65880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65D9C388-279E-4A44-A194-51AB7A2D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54BAE01-939E-4245-A4F8-3C283E90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3ED74DC9-1598-4026-A58D-B5F15C65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4C1BD-3B10-45A5-9D08-92AA785A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535C5129-6452-40FA-99F6-15429F7F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8488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3CD1F-3147-4CA1-B139-A448B138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8D75C-F763-4E66-926D-0A6A5E65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23CCD316-766E-4D13-BD5C-7387ED08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7BDD3F9-54D1-4EC1-86D4-9141384D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D6142D71-12A1-425F-A736-52005A0F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8A638-2921-4BB0-BC84-5729F720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3DE77C3A-E7E8-43D2-A804-2C81DEC0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711396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11252-5FBB-4CBB-BA2A-09EA334E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1FDB0-3030-42EF-AAB0-4935B122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5EF444F3-58D0-4658-B4D9-49FD4D07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E31EFE3B-1484-4958-B49C-DC239C5C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687047E7-C5A7-485B-A163-FB65AB4F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0B5D8-048C-4DEC-A905-936C7059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6B1A6A46-B0C2-4646-A181-D404F306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https://syunnjack.dev/articles/mari-car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031476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2026-08-13T21:04:01.3740000Z</dcterms:created>
  <dcterms:modified xsi:type="dcterms:W3CDTF">2026-08-13T21:04:01.3740000Z</dcterms:modified>
</coreProperties>
</file>