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adc7f46caf4343" /><Relationship Type="http://schemas.openxmlformats.org/officeDocument/2006/relationships/extended-properties" Target="/docProps/app.xml" Id="R572dfbd1801f4239" /><Relationship Type="http://schemas.openxmlformats.org/officeDocument/2006/relationships/officeDocument" Target="/ppt/presentation.xml" Id="R3cb6b76e2d4d46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98fd4253ba413b"/>
  </p:sldMasterIdLst>
  <p:notesMasterIdLst>
    <p:notesMasterId xmlns:r="http://schemas.openxmlformats.org/officeDocument/2006/relationships" r:id="R2e2850a65576411f"/>
  </p:notesMasterIdLst>
  <p:sldIdLst>
    <p:sldId xmlns:r="http://schemas.openxmlformats.org/officeDocument/2006/relationships" id="256" r:id="R593238622b68403e"/>
    <p:sldId xmlns:r="http://schemas.openxmlformats.org/officeDocument/2006/relationships" id="257" r:id="R262887d3077e470b"/>
    <p:sldId xmlns:r="http://schemas.openxmlformats.org/officeDocument/2006/relationships" id="258" r:id="R85ca83557c3a48e8"/>
    <p:sldId xmlns:r="http://schemas.openxmlformats.org/officeDocument/2006/relationships" id="259" r:id="Rde08918bf7664339"/>
    <p:sldId xmlns:r="http://schemas.openxmlformats.org/officeDocument/2006/relationships" id="260" r:id="R3e69f3fd217e406b"/>
    <p:sldId xmlns:r="http://schemas.openxmlformats.org/officeDocument/2006/relationships" id="261" r:id="R86d4d01ab0374f6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ae3ecdafc147e2" /><Relationship Type="http://schemas.openxmlformats.org/officeDocument/2006/relationships/slideMaster" Target="/ppt/slideMasters/slideMaster1.xml" Id="R2398fd4253ba413b" /><Relationship Type="http://schemas.openxmlformats.org/officeDocument/2006/relationships/notesMaster" Target="/ppt/notesMasters/notesMaster1.xml" Id="R2e2850a65576411f" /><Relationship Type="http://schemas.openxmlformats.org/officeDocument/2006/relationships/presProps" Target="/ppt/presProps.xml" Id="Rdf34acad6114427f" /><Relationship Type="http://schemas.openxmlformats.org/officeDocument/2006/relationships/tableStyles" Target="/ppt/tableStyles.xml" Id="R3b8e8b8e4ba44ae0" /><Relationship Type="http://schemas.openxmlformats.org/officeDocument/2006/relationships/slide" Target="/ppt/slides/slide1.xml" Id="R593238622b68403e" /><Relationship Type="http://schemas.openxmlformats.org/officeDocument/2006/relationships/slide" Target="/ppt/slides/slide2.xml" Id="R262887d3077e470b" /><Relationship Type="http://schemas.openxmlformats.org/officeDocument/2006/relationships/slide" Target="/ppt/slides/slide3.xml" Id="R85ca83557c3a48e8" /><Relationship Type="http://schemas.openxmlformats.org/officeDocument/2006/relationships/slide" Target="/ppt/slides/slide4.xml" Id="Rde08918bf7664339" /><Relationship Type="http://schemas.openxmlformats.org/officeDocument/2006/relationships/slide" Target="/ppt/slides/slide5.xml" Id="R3e69f3fd217e406b" /><Relationship Type="http://schemas.openxmlformats.org/officeDocument/2006/relationships/slide" Target="/ppt/slides/slide6.xml" Id="R86d4d01ab0374f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41d06fa4824c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79ad11f54b47f9" /><Relationship Type="http://schemas.openxmlformats.org/officeDocument/2006/relationships/notesMaster" Target="/ppt/notesMasters/notesMaster1.xml" Id="Ra1e5982f597549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0f09b0f1ab4f57" /><Relationship Type="http://schemas.openxmlformats.org/officeDocument/2006/relationships/notesMaster" Target="/ppt/notesMasters/notesMaster1.xml" Id="R23405937c6fa49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67cc59aba4494e" /><Relationship Type="http://schemas.openxmlformats.org/officeDocument/2006/relationships/notesMaster" Target="/ppt/notesMasters/notesMaster1.xml" Id="R514a9051cda947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da8aacb2bc47df" /><Relationship Type="http://schemas.openxmlformats.org/officeDocument/2006/relationships/notesMaster" Target="/ppt/notesMasters/notesMaster1.xml" Id="R69f95839c2a842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487e6401364ecb" /><Relationship Type="http://schemas.openxmlformats.org/officeDocument/2006/relationships/notesMaster" Target="/ppt/notesMasters/notesMaster1.xml" Id="Rf57e02f35aa74e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02d05570804af0" /><Relationship Type="http://schemas.openxmlformats.org/officeDocument/2006/relationships/notesMaster" Target="/ppt/notesMasters/notesMaster1.xml" Id="R73fb5b2fbf9843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今回は、Yozan Heishuの技術構成を短く解説します。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https://github.com/syunnjack/yozan-heishu</a:t>
            </a:r>
          </a:p>
          <a:p xmlns:a="http://schemas.openxmlformats.org/drawingml/2006/main">
            <a:r>
              <a:t>- https://syunnjack.dev/articles/yozan-heishu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上杉鷹山と、その師・細井平洲の総合サイト。年号・言葉・場所のすべてに出典を示す。yozan-heishu.jp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https://github.com/syunnjack/yozan-heishu</a:t>
            </a:r>
          </a:p>
          <a:p xmlns:a="http://schemas.openxmlformats.org/drawingml/2006/main">
            <a:r>
              <a:t>- https://syunnjack.dev/articles/yozan-heishu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主な技術はJavaScriptです。役割を分け、保守しやすい構成を目指しています。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https://github.com/syunnjack/yozan-heishu</a:t>
            </a:r>
          </a:p>
          <a:p xmlns:a="http://schemas.openxmlformats.org/drawingml/2006/main">
            <a:r>
              <a:t>- https://syunnjack.dev/articles/yozan-heishu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リポジトリでは、主要なソースファイルを中心に実装を確認できます。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https://github.com/syunnjack/yozan-heishu</a:t>
            </a:r>
          </a:p>
          <a:p xmlns:a="http://schemas.openxmlformats.org/drawingml/2006/main">
            <a:r>
              <a:t>- https://syunnjack.dev/articles/yozan-heishu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直近のコミットでは、実装の見直しと継続的な改善が行われました。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https://github.com/syunnjack/yozan-heishu</a:t>
            </a:r>
          </a:p>
          <a:p xmlns:a="http://schemas.openxmlformats.org/drawingml/2006/main">
            <a:r>
              <a:t>- https://syunnjack.dev/articles/yozan-heishu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詳しい設計とコミット履歴は、技術ブログ積み上げログの記事で紹介しています。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https://github.com/syunnjack/yozan-heishu</a:t>
            </a:r>
          </a:p>
          <a:p xmlns:a="http://schemas.openxmlformats.org/drawingml/2006/main">
            <a:r>
              <a:t>- https://syunnjack.dev/articles/yozan-heishu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e95d24206749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0febcca6a546f5" /><Relationship Type="http://schemas.openxmlformats.org/officeDocument/2006/relationships/slideLayout" Target="/ppt/slideLayouts/slideLayout1.xml" Id="R16aec36aae5642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aec36aae5642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ce6222b1744b5" /><Relationship Type="http://schemas.openxmlformats.org/officeDocument/2006/relationships/notesSlide" Target="/ppt/notesSlides/notesSlide1.xml" Id="R3f9bacc0e7bc44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f2a509d32e47aa" /><Relationship Type="http://schemas.openxmlformats.org/officeDocument/2006/relationships/notesSlide" Target="/ppt/notesSlides/notesSlide2.xml" Id="R03f183ae641848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7127d667d24c70" /><Relationship Type="http://schemas.openxmlformats.org/officeDocument/2006/relationships/notesSlide" Target="/ppt/notesSlides/notesSlide3.xml" Id="Rf39b6eb5262c41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9231dd51044130" /><Relationship Type="http://schemas.openxmlformats.org/officeDocument/2006/relationships/notesSlide" Target="/ppt/notesSlides/notesSlide4.xml" Id="Ra802697d416e40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19e178932244f4" /><Relationship Type="http://schemas.openxmlformats.org/officeDocument/2006/relationships/notesSlide" Target="/ppt/notesSlides/notesSlide5.xml" Id="R217376edbf9047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8f867bee474377" /><Relationship Type="http://schemas.openxmlformats.org/officeDocument/2006/relationships/notesSlide" Target="/ppt/notesSlides/notesSlide6.xml" Id="Rcc5e1be7326b46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78FA2B-F534-4A8F-B8CD-EB67A118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3CA1CA-B641-4FB8-977C-7A63C851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0">
            <a:extLst xmlns:a="http://schemas.openxmlformats.org/drawingml/2006/main">
              <a:ext uri="{FF2B5EF4-FFF2-40B4-BE49-F238E27FC236}">
                <a16:creationId xmlns:a16="http://schemas.microsoft.com/office/drawing/2014/main" id="{65C3BE9B-FC78-40C4-BCD0-E1F63348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24DE7689-7F6B-49D4-B911-88B1E282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48B5BAB-6554-418B-B1E0-73C54462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2C22"/>
                </a:solidFill>
              </a:defRPr>
            </a:pPr>
            <a:r>
              <a:rPr sz="4350" b="1">
                <a:solidFill>
                  <a:srgbClr val="002C22"/>
                </a:solidFill>
              </a:rPr>
              <a:t>Yozan Heishuの技術解説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BAC6F39F-8EA9-4F9D-892D-144562D6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7534D"/>
                </a:solidFill>
              </a:defRPr>
            </a:pPr>
            <a:r>
              <a:rPr sz="1875">
                <a:solidFill>
                  <a:srgbClr val="57534D"/>
                </a:solidFill>
              </a:rPr>
              <a:t>設計・実装・コミットから学ぶ短時間の技術解説</a:t>
            </a:r>
          </a:p>
        </p:txBody>
      </p:sp>
      <p:sp>
        <p:nvSpPr>
          <p:cNvPr id="7" name="language">
            <a:extLst xmlns:a="http://schemas.openxmlformats.org/drawingml/2006/main">
              <a:ext uri="{FF2B5EF4-FFF2-40B4-BE49-F238E27FC236}">
                <a16:creationId xmlns:a16="http://schemas.microsoft.com/office/drawing/2014/main" id="{9FB93E4D-8C04-4D80-BCE1-6A87933C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E9A00"/>
                </a:solidFill>
              </a:defRPr>
            </a:pPr>
            <a:r>
              <a:rPr sz="1500" b="1">
                <a:solidFill>
                  <a:srgbClr val="FE9A00"/>
                </a:solidFill>
              </a:rPr>
              <a:t>JavaScript</a:t>
            </a:r>
          </a:p>
        </p:txBody>
      </p:sp>
    </p:spTree>
    <p:extLst>
      <p:ext uri="{BB962C8B-B14F-4D97-AF65-F5344CB8AC3E}">
        <p14:creationId xmlns:p14="http://schemas.microsoft.com/office/powerpoint/2010/main" val="634639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6F5192-9A73-4C52-A3CD-3C228F1C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923008-D500-479A-9D67-A15F7E3C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1">
            <a:extLst xmlns:a="http://schemas.openxmlformats.org/drawingml/2006/main">
              <a:ext uri="{FF2B5EF4-FFF2-40B4-BE49-F238E27FC236}">
                <a16:creationId xmlns:a16="http://schemas.microsoft.com/office/drawing/2014/main" id="{8FB6686E-D654-4591-99A8-30F791D3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B78DD9E4-62DA-43A7-958E-4464C8C1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02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A8C7E4E0-E40D-4463-82C7-377EA39D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このプロジェクトは何を解決する？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321CA6-5EC5-44EB-80BB-3E338DC6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46B1151C-42C3-473D-AA2F-A41860C7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上杉鷹山と、その師・細井平洲の総合サイト。年号・言葉・場所のすべてに出典を示す。yozan-heishu.jp</a:t>
            </a:r>
          </a:p>
        </p:txBody>
      </p:sp>
    </p:spTree>
    <p:extLst>
      <p:ext uri="{BB962C8B-B14F-4D97-AF65-F5344CB8AC3E}">
        <p14:creationId xmlns:p14="http://schemas.microsoft.com/office/powerpoint/2010/main" val="17584132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1001C6-0AA1-48F2-952C-D632F69D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C2ABD1-5CA3-47FA-822B-5870DB5A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2">
            <a:extLst xmlns:a="http://schemas.openxmlformats.org/drawingml/2006/main">
              <a:ext uri="{FF2B5EF4-FFF2-40B4-BE49-F238E27FC236}">
                <a16:creationId xmlns:a16="http://schemas.microsoft.com/office/drawing/2014/main" id="{B52F52B4-3C07-4082-B655-D0CC880A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40CFA931-56C4-4A7C-A4A2-3CBF6940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03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607A9037-DB90-4680-A275-5DAA40F4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技術スタック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FD0B32-54EE-4124-BC90-065A61FB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478FB1FD-679D-482F-B9A6-513BEEAB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主要技術：JavaScript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役割を分け、保守しやすい構成を目指しています。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10020235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24D66-250D-4A0D-94FF-AE17D480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59CACD-1CF8-4321-93DD-1EEAF1E7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3">
            <a:extLst xmlns:a="http://schemas.openxmlformats.org/drawingml/2006/main">
              <a:ext uri="{FF2B5EF4-FFF2-40B4-BE49-F238E27FC236}">
                <a16:creationId xmlns:a16="http://schemas.microsoft.com/office/drawing/2014/main" id="{80430669-8CD4-4DF1-B36E-FB1B10F4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0BDD09FA-37AB-4BF2-ADCC-A4FD6823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04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4F7A53E5-5F8E-4702-AA15-81285893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リポジトリの読みどころ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4F3BA2-BB45-4FB2-8336-7E288877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9503990C-4B3B-4579-A947-75857A06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公開コード、README、コミット履歴から設計判断を確認できます。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主なファイル：主要なソースファイル</a:t>
            </a:r>
          </a:p>
        </p:txBody>
      </p:sp>
    </p:spTree>
    <p:extLst>
      <p:ext uri="{BB962C8B-B14F-4D97-AF65-F5344CB8AC3E}">
        <p14:creationId xmlns:p14="http://schemas.microsoft.com/office/powerpoint/2010/main" val="6726876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B95AF6-955B-487F-9C2D-D702F286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EA94B7-EBAC-4F06-9E4E-0A94F4FA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4">
            <a:extLst xmlns:a="http://schemas.openxmlformats.org/drawingml/2006/main">
              <a:ext uri="{FF2B5EF4-FFF2-40B4-BE49-F238E27FC236}">
                <a16:creationId xmlns:a16="http://schemas.microsoft.com/office/drawing/2014/main" id="{954ED6D5-BAE4-4889-9331-06F9EE5C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BB6BA138-9526-4841-BB47-0BCE5BD0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05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8DDD4455-BA6C-4FFF-BF0B-18AC5007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コミットから分かる改善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61F023-D770-4F28-B2A9-75E8E302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D7E5E2F1-F811-4AC0-B58B-C683C8EA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直近のコミットでは、実装の見直しと継続的な改善が行われました。</a:t>
            </a:r>
          </a:p>
        </p:txBody>
      </p:sp>
    </p:spTree>
    <p:extLst>
      <p:ext uri="{BB962C8B-B14F-4D97-AF65-F5344CB8AC3E}">
        <p14:creationId xmlns:p14="http://schemas.microsoft.com/office/powerpoint/2010/main" val="10244877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7F1126-00F0-47FB-943D-20B55AA0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84B56D-5D5C-4D34-AF5B-03FC9A5C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5">
            <a:extLst xmlns:a="http://schemas.openxmlformats.org/drawingml/2006/main">
              <a:ext uri="{FF2B5EF4-FFF2-40B4-BE49-F238E27FC236}">
                <a16:creationId xmlns:a16="http://schemas.microsoft.com/office/drawing/2014/main" id="{F064AB07-35DF-445D-BEB3-BAB12A27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4D1C8B8E-2902-46FB-903D-FF0CAD53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06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2310DE86-20CE-4FBD-9E4B-05B99226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詳しくは積み上げログへ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2E9A7-C894-45AB-9BF5-56340F41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80F257CE-8206-4777-886A-8192BA16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記事： https://syunnjack.dev/articles/yozan-heishu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学び、作り、振り返る開発記録。</a:t>
            </a:r>
          </a:p>
        </p:txBody>
      </p:sp>
    </p:spTree>
    <p:extLst>
      <p:ext uri="{BB962C8B-B14F-4D97-AF65-F5344CB8AC3E}">
        <p14:creationId xmlns:p14="http://schemas.microsoft.com/office/powerpoint/2010/main" val="21238437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2026-08-15T19:07:02.7570000Z</dcterms:created>
  <dcterms:modified xsi:type="dcterms:W3CDTF">2026-08-15T19:07:02.7570000Z</dcterms:modified>
</coreProperties>
</file>