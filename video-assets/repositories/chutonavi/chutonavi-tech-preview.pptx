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3FA629-DA75-6B23-8CD0-B99CA0867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78AFC8-E440-9296-2D94-D4975FC5B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1CAE03-6232-E232-ECF4-6B716742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201FF2-B97C-75F3-D35F-E319F72A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2B9AB4-488E-6429-8ADE-D66E88EE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582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0FA26-42E1-5C35-388E-952B8871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3812A6-1D7C-541A-DAF8-4E0E7C7B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34F06E-23BA-04FE-41C0-1B15D400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113DA9-4341-2E50-72A8-54DE6B2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9F575D-720A-4244-E8A0-9310723CB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99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80E24-631B-8BCB-830A-C5E35E8B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AEF635-D649-A5B1-B6C4-A2F7290A7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46A40D-279C-E3B4-3C64-37D1CAC9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8930C8-0DFC-5BEE-3293-D2802C137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72D4CA-9C9E-9871-E720-A2875A44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355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17DA35-18C3-4050-0BFC-B8F82084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ADC444-6F99-1CDE-4EFC-60232B9E8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754548-0377-8577-A4E3-CAD7987D4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77AA8E-CE52-9BB7-34AB-4A5C6ACB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672921-DCC9-14BD-109F-F50E621A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26E52A-DBE4-A2F9-D9F1-9F7CE902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2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8D5E8-7AF3-D07C-151D-B625C740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BB1462-AA84-5BA7-93D4-F174E9F8E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AA898C-C1F1-6E9E-3051-F4D61EE48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15EF932-A362-F6B0-8232-F1872F478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571525-2F59-F618-F2A5-419B98646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E140FD-1155-B2FC-69E1-E8222A81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5A4CC9-0F9A-BFBE-CB87-7813EB128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BD6CA7-DB00-7C47-9E9E-0B28CCBE5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9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51F3A-13D5-CE9A-C23E-2A201189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CA80BF-9330-58F7-5C58-3DF5B33E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77137B-1F83-5915-8C2B-AAFE0FE8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BCDF1F-90A7-DEF3-CF8D-97B3FB28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72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440A0B-8A63-1592-FAE0-812860F2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87B5FA-0BEA-7A7E-C88D-A6A0ADDC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AF9C3C-CECC-CE61-E3BE-A047BE97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25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76D6B-F82E-65AC-0074-B41483A9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E19175-5531-CE0B-AE54-77BA9D8EC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8C0CB4-E4B7-3547-74DB-77C074460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BCD17D-6DDC-9992-1949-70E23E7B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81C482-BE6A-6074-E1C8-B87A59D1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D5C811-A1E4-AD00-DE8B-99988368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46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02280-056C-D333-0B27-13E8A616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EB4509F-B721-39DA-7B4B-B8C90B7E7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DAE39C-9FE3-ED00-0A86-4CA3FBE97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C20347-85B8-E8AB-E010-74E56CE90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4CFFE0-2CB8-26AF-EF1E-DDE340C7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01AE7D-1E90-44E8-5AAF-BF2B0B81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05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C1443C-FFD9-94E2-E740-B1242FD7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7CD16A-0455-D6C5-D3A5-05EBBF8E2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9CE4CD-03A7-3747-E9A7-E3B33352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E232E9-4C60-A4E2-B0CC-76DBF4FB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D4CA9E-5BD0-B253-9843-C364EAD9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99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5ADE62-B827-B14D-7309-334672784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7E13FD8-4C48-A67C-C716-A33CE2274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F25CA6-3B8C-BC27-E7F9-052A310C3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EE1B64-3D6A-82A3-9928-D655F8FE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70FF3-7D45-8440-E85C-69E900BC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4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F2FA420-92DD-53BE-260E-B77F7B93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6BEC19-F9C3-57C0-698C-49D88F44C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EC2E4C-37F8-49E3-7DFE-07116D245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A6B7-8275-4D70-8097-DAA8B1A1BCE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1015E9-DE25-3CB1-EEB7-B1AFC7358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D6062-9F75-747C-4241-527E8F14C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EF21F-3340-450A-AE9B-0B1F8E7183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37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3DFB90-BEED-B7A6-5EF0-7AF34B35D20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B68B99-F1D1-360C-ACD7-D49A1A8AEEE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Chutonavi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01C1F3-7D70-36A5-F55B-A792825B626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2339D5-EB03-1165-7DDD-BA29366779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05FEAE5-5581-439B-C648-61D08C11AD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03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B95699-F53D-2729-E7FC-36F825BC447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17456E-2A3B-95BE-280C-A4859C827FC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214755-7478-9D1F-0853-CF82A6B332F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Chutonavi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6CED2C-A80C-939A-218E-FA5BC764C47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AB337CA-3B97-3709-9E22-A18D03D520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51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58B2DE-EE20-03BC-E264-C50937D21E2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A36CCF-3D4A-18BD-3378-73681B77E7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3638EB-ABF4-92B4-E380-46D40766458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CA09EF-C05B-01AF-58BB-516E0D2496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680F7A1-FE71-3C7A-0138-EE1C1F6420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9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00E54D-29F0-4C1B-D988-4426D27F670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B9C881-F699-745A-B649-12EDBA4B2B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53EEAD-385F-91FC-DB74-DA29C3FB54E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185356-0DB4-0BA7-A433-AF5128254CC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F815319-77AE-65C9-62C2-A9CB2A00E8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36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E030EA-BF1E-AE5E-9306-8113314CD0D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B4A402-F2B0-948D-BF08-3265C53F46D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BA38E-0971-18D1-1D4A-40628641CC7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14DE2E-4BEC-34B3-778A-15F4F78F2C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DDDBCC0-4D03-176F-607E-8AF63BB847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91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5BFF35-7946-C012-BDB1-625D5B8EBC2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649AB1-8B33-9DF6-4087-EE86AAD99EA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9D81E0-B0DA-E530-38B0-88F30BE88E6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https://syunnjack.dev/articles/chutonavi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7C6B34-1010-2158-0610-8A61CA58961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EC7B930-EF17-FD79-6149-BD145FD8FC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5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2026-07-30T11:06:58Z</dcterms:created>
  <dcterms:modified xsi:type="dcterms:W3CDTF">2026-07-30T11:06:58Z</dcterms:modified>
</cp:coreProperties>
</file>