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DB0E6E-3002-FDD3-2248-204A0E11D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77AA23-82DE-C4D8-1F7F-610AAE791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41A776-D4F7-00DF-4070-1508ABD2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2FE25B-C4FD-D313-19A2-FAD00568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BB3FCA-B90E-A9EF-567C-A928D503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97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9C816-4682-DB34-5BB8-9C0D1FB2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166597-A83C-528C-2BB2-1C8A2E7C3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F0F258-ABE9-5083-EB5E-930D59772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8463EF-6DDE-C392-AA75-22B533E7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EF5167-A135-85EB-406C-5EA75019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19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AB4029-9F66-1EF8-53E4-67D920FF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C4F9AE-5F05-694A-B314-15D7C77A8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83F615-5189-74F7-C3B0-3755ADE5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FEA21-2662-9142-7899-5DACC17B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BF3E81-6D10-21B7-D212-8190DFEE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070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8D72A4-B2CA-A1B5-F8BA-71748A06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66788C-6479-A242-0C54-EE31A63AE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179FCB-4016-C3A6-B4F8-FE45CEA96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F6E75E-1C0C-EB2B-E380-6B07E0A8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D508CF-9F68-7939-8989-6E2D7363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0745F3-1000-D2CB-3264-55597014C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94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64A8AA-DE43-7029-0CA4-2EEFCD09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ADFB74-12BF-B7A0-D6D2-C24ED095B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705496-58BB-742E-F4B4-420F66267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9A1303-108A-8FB7-5F84-493CA573B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8F9C3E-AB8B-4959-BD8F-D5FC3A41B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E855047-F554-E051-3016-17EDB656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73E89AC-DA33-CC38-97D9-BCE1738C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1AD6617-177C-B21F-F141-F6C9E9BD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11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DA56E-3E69-9F66-01DF-7FC37495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C000210-9E85-7B1F-527A-A66F2AC6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DFF2D69-C27B-0CE3-3C4A-E082A5487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697460-3699-9755-CD6A-361D63CF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1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420222-8947-A693-CA6D-44B60379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A15EB89-33A2-F9D9-9D8A-AEADF342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C40DA8-4759-AEBE-0971-779A9E92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33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0DC807-BC32-3308-96EC-14DCC7BE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052CC-DB65-B194-7D68-76DDF2550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69D8CB-A86D-CDE5-9D2C-CA911F120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713920-2C3D-5B0F-135E-9945473B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E694FA-64CE-BB48-052C-C1CCBE20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03401F-0056-5BE2-BEAD-0E33D965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534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B5E521-148C-D923-C791-88B13FC89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99BFB85-AC4E-98D9-8D63-D366ADE1C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D3BF97-6300-3B83-D9DC-2005B3384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FF3909-A7B1-03C4-D5C7-2C522269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76955A-3F57-8EE1-0658-050B198F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4E46A6-AE4F-AE93-5A05-710874E5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26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8708F5-7D0D-0D9F-1D06-02EA923B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77CC45-68D2-BB22-741F-152AF0F3F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4CD4DF-3FAE-20A0-F6A7-646B1B81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4327CB-907C-1FCB-90F1-306AF1334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CAFA99-735D-781C-122F-125028F9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17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A09465F-0C20-35CF-458E-5C974535E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33C08C-86D8-5564-3946-CD8B59422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F880D9-FFBF-838D-1C28-5E7D7CAD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E4AE19-BC71-35A8-26A7-E6D67371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F02924-D8D2-D581-DE0B-A18A13EC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03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FE02D45-7B64-DE39-3461-938B98E3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3EA57E-DD49-BFFC-C672-628112301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2BA80A-B623-A412-5601-ABCCE940D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72920-0609-4E1C-889D-CB1D901CB9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2F5EBC-5426-D286-02EB-8627DF7D5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4C4EE5-DB15-50F1-5692-E008E17E1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11E95-DB63-4B1D-A3E8-7116A534ED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96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748F80-1992-21A9-6416-3439C2059C1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F90E0C-58FA-8C61-C744-0DECCA783BA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Bowling Lane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2483A8-3F7A-EDD0-DAF8-D1C91A14B65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CDB88F-4F2F-64BC-3A4C-540C3361629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7C8B80A-4707-094F-E2FC-1DEF109397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81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97947C-F400-DF0C-1CA3-6C6423C3574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BAAF85-F2BB-6D83-5070-77AFFD74416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F35263-ACFA-1AFB-E5F3-49802681AA4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Bowling Lane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ボウリング大会・空きレーン通知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bowling lane alert Domain candidates Confirmed domain: lanealert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71A67D-9719-2FF4-6CD1-E6C7C9F9FB6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4AD8D7F-E641-B2D9-F50E-55C14434B5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17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77F9FA-9131-3A40-01A0-51D6B5A3E4E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3F39F4-EEF3-5F1D-1869-7E910ABE0C0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5EAFA0-76A2-0060-8655-2662B9AF245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DF8ABD-57C4-0BB8-81C4-5B2B56BE460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C04E3A1-08C5-16E3-D658-BFE6926C13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30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5D7223-C586-75C8-DD90-93C4AD41D2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99A3F6-4D39-1D08-1842-3BD365FFBDD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64A82F-533E-824F-6AB3-E6F6918580F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307345-B649-ACE1-0CE9-983D5CA59D9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9D1E51BA-2FBB-3417-A943-6B67E0AA43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77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26387A-AD24-F611-77C8-6B8BA8053EF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606E86-86F9-FC9A-A310-92A7DBBDE1C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E3B932-ACE8-1757-A234-5C18FDEB79F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B47AB1-745A-D2E2-04F3-189833E7251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5E823A6-5A55-01A0-5B91-405167D61C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45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33CD78-01C9-912C-9055-FD9EED7943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AF2E1B-E300-3DBD-0C38-0CA7B5009C0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B5A7FC-EEBF-84DE-CB90-0A60CFD0293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https://syunnjack.dev/articles/bowling-lane-alert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FAB83E-C0A8-F875-94B1-B1E987E92D5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E326A5A-4F60-B3CC-3768-95028754B1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2026-07-30T11:41:10Z</dcterms:created>
  <dcterms:modified xsi:type="dcterms:W3CDTF">2026-07-30T11:41:10Z</dcterms:modified>
</cp:coreProperties>
</file>