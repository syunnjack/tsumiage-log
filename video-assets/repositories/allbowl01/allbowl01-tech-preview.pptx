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A55AD2-0C24-263C-4387-BA9FBF6B6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57EE71-BBAC-9538-63B5-049E5E87C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1F75BF-52C4-C57E-904E-9D657B74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50B0D2-1A7A-A637-56E0-0D63B3D7D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39BFD0-3D72-77E1-6A3C-BC890FA9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2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B17C0E-60FE-B850-F92A-0E73908D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685007-CF5C-F990-8A45-F4263B0CB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4049E6-9FCD-FB29-9242-C741E06B0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EB63BA-45CC-DABA-51C3-719BB8D8A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DF3747-C003-3085-3A86-5DE5B650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6472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52FD89-8E15-97A6-BBA2-7CBE5D4D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090F13-3F59-3313-A364-0F9023351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59D0F1-ECDB-7AA7-2EF7-AF5C7DC0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311735-B757-BFA2-3E61-39A841DB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9BAC89-E6B6-4215-916D-B8D7C264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018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F193F9-5372-DB32-ED89-98E6665F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F4EDD8-8F01-0CE9-8E17-84D18646E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723E3C-6CE4-3501-E164-6C8DCE898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FCFE87-24D3-76F4-9B6E-0913D66AA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DE1A46-5234-460C-FE23-748631F0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B7BA5E-25DA-0B2D-EA9B-2210641E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37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576FC9-23F7-65FD-0AF4-891EAEF1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8C2C19-57A8-E215-CBAB-070C48264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381B49-8D27-779D-01AE-86BA86DE8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742D6D-6479-E454-610E-2C5116097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07C6BCB-5F24-2F90-7B90-FCAECF09C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593DDF3-AEFD-071B-31F7-775402F0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14FDE5-B87D-7100-17A2-AA1E85FC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EFFDAA2-A38E-EC93-872E-BD176853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7983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48A22F-C75C-6BC4-E5A2-4868ECEEA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6B0092-171A-0A31-5974-A270F8137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C9B865C-B0B4-2618-EEF7-9D3BC10D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956E2D4-53D1-D474-2E80-FCADB19D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54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5F25A6-8F42-1364-FF2F-D0D2DA04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B31A80-E0ED-CCE3-BE9D-F4913097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811A67-6E5C-158C-318F-210A4C92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048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6533F0-3631-3162-A2E0-1644DD08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F59DF-C9B5-9562-FFE1-16CFBE57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67C3F6-E5BD-2882-FDB7-2E768EC2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0304AC-38DC-3334-25A9-96AEC3AD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23A607-C22C-3757-6508-3A3341CB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5F1B52-CB89-5D5F-E340-0E24D86C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209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878DB5-8529-432D-E11A-7D237082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27DEA87-281D-154D-7BD4-8DD4048FD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6F0A74-5E0C-8DC8-EE64-B46E70021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A751C1-E69D-A329-C0E8-D39106FFD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31DF8A-C2F9-CBE4-67C5-FF9C97FB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A89627-3604-4297-CBEC-3D8B1AA4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72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8D5D44-B1C6-6FAE-02B8-F510AF9C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BD721E-938C-09CC-2A48-42338681B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7A9FA7-6895-EECC-64CA-02B03F5E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BD3627-3774-66C5-8AC7-28E15056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07B1B0-F032-F230-EC1B-A8F12C222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780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FA2FBF-5544-DD32-DEC6-4E699531E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BC241E-D4AD-A568-5715-F98408032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777E1E-5FFA-AEA8-4A80-D9B567F1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2AB72D-662C-420E-672A-BEAE4EE1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82742F-A700-CFBE-5200-F65C8940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173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7887D40-7F9A-4389-5CA4-A154817B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514846-221B-0BAA-0610-48848421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2CB27C-C148-BF37-860A-DBB3C18A7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D6C51-3858-4B5B-B9E8-CC98B942A82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7AE38A-E78C-974C-6845-21556E3FE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FACD95-6C26-456A-5495-590D6279F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0BAE1-84E1-4DCD-B79B-8E4049F34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787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CF2986-86AD-174D-928C-FF4D1C73249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EDE4BE-A08F-EC99-B0F3-9A75FB5853E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Allbowl01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C36A69-363F-56C1-F532-4F196D4D46C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711A97-0111-0048-48F5-A4A1911167B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1BB962B-4605-7F83-4135-29E8A5B2E0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446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C2FE5A-03DB-D5D5-D5EF-CEC329D3E5A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1DD1CD-3923-0684-5654-53658522247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01AA1F5-EF89-91EA-0073-6152C984BF1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allbowl01 / Bowling Event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日本のプロボウリング来店イベントを集約するポータル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7CEB30-1D0C-56CC-3BC8-4FBD37BB788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D2145C5-3C44-5D32-AD3F-DA87A51D9D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62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2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48F852-2135-BFAA-A42E-E30301BBE4A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D3FE04-388A-69FF-E7A5-35FF168E517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133FFB-1DF6-E09F-9C40-4665C732FC8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C#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Astro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Python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599440-2B8D-4876-0928-04956F0A94D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3A48531-62C6-B9EB-2679-F25C20ABC4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3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D1CC9A-9C46-2D0A-DD79-A35DABCC528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65FE61-0935-CDCA-9E99-98E93B55934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78E724-82D9-A75A-0280-19A4DB4B7B6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allbowl01.sln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allbowl01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64EAD6-6450-E8EE-E63B-1DB4A8FF808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7658107-609E-0941-E907-D1BD989E1E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57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F9A2FD-17CA-6C55-7614-1E735EECA0A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8812B3-0D7B-FD16-E4B0-79DB69D4F3F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D0CF72-9C69-7252-E65D-E874D56F9C0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6FFE2A-E7CD-33A5-4DDA-C1A5A21B350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7B4F9F6-C0BF-CBC9-2D98-12092C4FB1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42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63F175-F5BE-62C9-16A0-A377A60DB15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344ED4-ABDA-52A2-4746-91A83AF8E5C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1C174A-25DF-CD19-66BE-003AEDD5B641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https://syunnjack.dev/articles/allbowl01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68227E-5A5A-56FA-3643-115A4796044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61CC254-9D12-25A4-94F9-461B1FB039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08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2026-07-30T11:01:25Z</dcterms:created>
  <dcterms:modified xsi:type="dcterms:W3CDTF">2026-07-30T11:01:25Z</dcterms:modified>
</cp:coreProperties>
</file>