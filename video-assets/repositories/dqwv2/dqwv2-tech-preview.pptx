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58A3C2-3925-A8FA-69B1-CB940939F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0E92920-2EB3-13C2-49A8-4AD663B88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32D31F-3AF2-D15C-9747-9C13CEA41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EC47-BBAE-4707-9CE4-7FB43AC6390C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684840-D22D-D6AA-4B2F-3088AD8E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713AA1-71F4-F820-2707-A46CFD255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34D1-B23C-4AF7-8E8F-E3714976B6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7841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A157A8-90E7-4627-363D-2304FB005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7D0A91-88AA-BEB5-0580-6B64A5672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E18503-303B-09CD-C31E-F21A98051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EC47-BBAE-4707-9CE4-7FB43AC6390C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E11C6B-7519-F986-6918-EF38A165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A72834-7379-AE95-E307-49E30E626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34D1-B23C-4AF7-8E8F-E3714976B6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424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C859CE-5E1D-00AB-349A-294FB06E6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81C61D-58C7-4442-8EBE-880B4F3A6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232E32-5E51-A69D-A532-354D948B7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EC47-BBAE-4707-9CE4-7FB43AC6390C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DC050C-E9B2-2159-AA26-0553083C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CB2527-721A-ECE3-47C7-82CA57CB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34D1-B23C-4AF7-8E8F-E3714976B6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197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CD23C1-91A6-C265-45FE-5312F89B1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91CC48-66A5-D3E0-890C-89570F580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5AB51DE-BCA5-117D-BF0F-172EE571D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FBC1668-8E1D-3DC4-8A3D-67C7E54AD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EC47-BBAE-4707-9CE4-7FB43AC6390C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A7C5DA-C74E-C8FF-5C5B-DBD9FF7C8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0BDD3A-0A33-8A75-52A0-8DFACCA3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34D1-B23C-4AF7-8E8F-E3714976B6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193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DF61A9-7C5B-0045-1B04-4A327E8F2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08A23C-6B06-8027-C6CB-E4566213F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1689977-2AD8-EFD4-5835-99EBD9088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4D5A30A-A549-5F53-EE62-56F135F94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709607E-ED50-E4C9-E7F2-F1BC436FE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E8B2CA5-4567-6CEA-B389-4D64669E5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EC47-BBAE-4707-9CE4-7FB43AC6390C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0AD70B2-9701-0624-F5CC-2583CEF26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8142AD2-0050-2EEB-903E-A378820B3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34D1-B23C-4AF7-8E8F-E3714976B6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45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A82FB4-F73A-289A-8191-8F639DE32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3532A5D-726A-8D04-399A-1DD641165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EC47-BBAE-4707-9CE4-7FB43AC6390C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6458383-872C-A894-D1A4-748313A91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1D2F88E-2580-2A76-A740-3D49B715E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34D1-B23C-4AF7-8E8F-E3714976B6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5622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6C15A10-C161-CA77-510A-48292B3D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EC47-BBAE-4707-9CE4-7FB43AC6390C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33BF8A5-4F9C-88CA-A8EE-2D377E03C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D28381-C96D-4902-F47F-2F4A590D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34D1-B23C-4AF7-8E8F-E3714976B6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7710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95B3CF-6626-7B37-98A5-639930262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24B93D-E498-2184-E326-CA528D667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242264-F493-7531-FD1E-B86C91DBB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B6D60B-DE03-0D1F-69F0-5A32301F0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EC47-BBAE-4707-9CE4-7FB43AC6390C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CEF5F9-46EF-FC9B-7E16-9F16D312E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74F543E-3017-71CE-F30E-833AC1215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34D1-B23C-4AF7-8E8F-E3714976B6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6935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70A968-7C20-7C3F-0064-282755634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750CC8E-5576-7678-F304-7C0117BCC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C06C09E-3830-088F-3047-C09D59FBD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01CFCC-A9FF-9843-9974-4BA022B4E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EC47-BBAE-4707-9CE4-7FB43AC6390C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BAE148-3E8E-B98D-16B8-F2CAE4A74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824517-6904-3A8C-2AE4-5C2AB141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34D1-B23C-4AF7-8E8F-E3714976B6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1920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4648FF-6136-D805-FFE2-4AF4CA7C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5E0E660-3EB2-6014-7314-9FD766D0C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50030F-34D7-219D-ECAC-2B64F1F0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EC47-BBAE-4707-9CE4-7FB43AC6390C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285381-812A-2989-56E9-5FE4E046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CD0017-AF92-1AAB-2A35-1C1A1A166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34D1-B23C-4AF7-8E8F-E3714976B6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299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9FF445A-C364-F3EB-9A03-0A51FEB5CB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98E670-67C8-5C4C-667F-CB40624E5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702589-FE9C-E608-8E96-A53EEADDA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EC47-BBAE-4707-9CE4-7FB43AC6390C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BEC261-BE91-CC16-9251-9BD37F793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405A8E-FC89-2717-7CCE-4B82C9CF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34D1-B23C-4AF7-8E8F-E3714976B6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5710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61EE7C5-FBE9-0437-BAD5-6B310192F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FBE407-D06B-BA06-732F-10D5C7D55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A3742F-AFCE-E045-46F0-A02D550F96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CEC47-BBAE-4707-9CE4-7FB43AC6390C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329B4F-6790-FD0D-1035-BB2404A55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57FDBB-23A4-408E-4E9A-EA1548B78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334D1-B23C-4AF7-8E8F-E3714976B6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699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908C187-3386-9274-FA2C-726AED05AC6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C14971B-1B69-81C9-4E3F-D640AEC5B99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Dqwv2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112A80-0A41-E52B-E82B-2E019C8462B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0D1F61-BC1A-21DE-F13A-DFAF549E99F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7FE970BA-5BFC-FEE0-A7A8-51DEF53882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156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0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0590711-8D3B-C037-28E2-F83C7737D07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B3D4E15-720F-5141-3A5C-7DF2B24914A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F8AE291-E35F-FC4C-3F79-F2CDB183D84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dqwv2 —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無課金ウォーカーの手引き 無課金でドラクエウォークを続けるプレイヤー向けの支援サイト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03D3F33-3E01-2071-CAA9-A7442D7AD93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861D9F39-4405-B1C1-F8D4-74F1AE7D48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84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36E84F9-0593-1337-CE95-416F7AB5BE8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8190213-2BD1-1392-FC6E-EBCC838F2F0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60A83F-588A-1118-9575-0CB9585EA09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A69517A-51E9-C887-C00B-6AC2E914DEE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3D953D6E-188B-59BA-671A-21593D22E0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931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A061A52-DD4A-EA84-948C-0A835C9FEF4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DDA48A7-BA72-232F-6B55-D2F9671D046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D6F4CD-A6D1-0B56-3CCC-D388DE8BC52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CLAUDE.md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F5C2FF-5FB8-D0D7-1171-10BA62A6938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71B11B65-8497-C520-01E0-28A6101D57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08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6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E2C985-227A-C15C-7E33-9FAE060DD06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397CC5C-F0CD-FC85-61D6-8732D27883B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257226F-1C02-019C-F6EC-665353ECBB2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E6DF5F0-C405-EBDA-CCF9-5B60D272001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E40527A0-24B0-76DB-641D-01655A8FE5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98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C38261E-7022-088D-3F90-FF44F1D06FA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54B2CF4-CCDE-E6C8-E2EB-D47B664809B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C346468-594D-345C-97F1-4C85C81901E5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https://syunnjack.dev/articles/dqwv2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1370F9-A568-CEE5-76E1-FE615CA3709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49A2110A-9CCC-0F27-6131-0D7DA92615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46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2026-08-01T05:03:20Z</dcterms:created>
  <dcterms:modified xsi:type="dcterms:W3CDTF">2026-08-01T05:03:21Z</dcterms:modified>
</cp:coreProperties>
</file>