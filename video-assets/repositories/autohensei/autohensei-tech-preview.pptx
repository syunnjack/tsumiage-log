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3068FB-68D8-1777-FEB7-F8B23240A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A077A6-5839-9736-1C57-1807E0C08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67F4BC-E56B-7C15-62BC-D1B84A2F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02DA6C-2BFC-BB05-7BC8-7BEB01A1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76C084-099E-D526-520E-3842AE70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969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12FDB-5CED-7395-70B7-365B84A2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795328-A394-1D0E-AA21-F828F127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DB8F2F-3A0F-7294-C171-FC09D466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AFFBB-BC8B-8347-C604-8A6DA5E3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0541DB-3AB7-994F-8A03-EF285454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73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D3EF6F-5820-1DC9-427C-DEF1B6B3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51AEE6-6B90-34C3-4C36-C871EA99D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8AD235-2ED3-61AE-C05F-EA167070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695E31-356D-3799-1FD4-438DC8E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DD8354-4B01-72FB-2C6B-71A8265B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639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5F5FF-9ABB-7609-D87F-873CE2C1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0DD8B7-2CFB-EF2F-CAE3-7C55045F5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28C365-2596-8ED4-7FD9-B51BB4C50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32811F-D54A-2C07-A762-EB5097B3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BAFA49-7B59-4D16-5FCA-1BAFBA6D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05EE7B-B681-9DB5-94F3-E62387B4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07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21194-B6FF-900A-9549-AF14A958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ABF61D-FDDF-A542-ED1D-A0B2AAB93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1364B1-89ED-03E1-4640-41B048E90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868F72-1EAE-3BA7-0A16-5E0C83444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EF50383-6610-7F6C-7B03-4A369C07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66ECDF-0036-4D92-3A81-39C647B38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78DAF50-2AF2-20AE-2363-0BCEFABC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66A3DE-0B0B-E603-4882-7EF3B4A9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806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733543-36D3-BE2A-D96E-CBD39644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473302-37A6-2347-E0E3-37750287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2697729-42B4-D030-209B-24664DF9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EB13A4-149F-C945-5977-90009597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7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94F396-FEA0-C469-0D0C-D1CED47C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84371C5-1DA0-F714-C076-C563B05F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15C4B7-D6E0-7B03-B80E-7A222617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077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4AACD6-FE47-BCC9-031F-F2858D68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B83E4A-5C1E-866F-BF4B-5755AC6B5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705366-0D21-C99B-CE53-CCA8DC8C1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BDE14C-7940-0BA5-AE18-0BE57CD5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E493AA-2FBC-A8CC-2017-49378A83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FB81C2-916A-BB0E-E12C-7B83AAA9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90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D13A47-4889-9DDC-819B-A60AE705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CE5E8CD-3F16-9759-B873-5B86DA4F6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AF2BAF-EB12-02C3-6BFB-06FB1C99B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37FEBB-99AC-5FF8-243F-49DC38EE9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CBD8E8-C983-EE1F-6DEC-5E6213AD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B374D4-04E8-0DA4-010F-C96C937B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357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DA28F-BBDC-CCDF-4A22-BF319C7C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744082-89B4-54D7-F8E6-B5E866A1F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9AE69E-0880-7BE3-8952-5C172BAC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814951-E273-1159-96DB-D8751024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26CD1C-7879-32B8-C049-B0AD003B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1684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1E857A-3372-41AC-A754-B84482FC5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432B66-199D-7BF5-FA95-BE81B0082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B6B876-29DD-F71F-421C-FDF2496B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F7D36F-21BD-6191-473B-101F74EA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08648B-BC8E-ABE7-A799-119B1A00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547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471E529-5888-1E26-B02C-519630DC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E1CB19-06DE-1BD4-30D0-AFE46FA3A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E3C012-20A3-ED1A-0931-247AB6EB1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6C402-2530-434A-80B3-CD0197C21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E902DD-D416-0C64-6CA1-3EAF45D08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D40FA9-9469-59A5-E8E0-BCD0A2FE7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FFC3E-1C72-4461-AD55-265BC3878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409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24CE99-8920-4FFD-03E4-28B5F651943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91D2D0-046E-03C0-DD8A-E9EB42EB08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Autohensei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AC8F617-E77F-4C05-52B9-33B3C66FF4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CEC0AB-CEF9-72F4-67E5-8BD12EAC7B5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7AC79F7-E3CF-28DE-3FD4-F99B96FE1B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32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4079ED-D12D-575D-D54D-2501EE44A31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AE8E34-7481-3244-F501-2B8BCA54F8E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AE5337-79F1-7AB6-4C4B-D175F810A82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Autohensei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DDB254-9B09-BF6A-E40A-5F70EE6A2D8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433BD2A-1875-8073-BC10-E787A12072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05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AF52A5-E03A-98B2-C3A0-092AA550759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C58684-B08F-045A-8453-1ABD1DCB95C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026AE-C815-52CA-851C-C8A9BB30B8F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84AE68-BD57-EE0A-F43F-C3B049A9CEC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8F41858-05DA-C161-8A25-2527D03724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02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D072FA-C9D6-7370-077C-69AE99AA5FB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721EAB-623B-63B4-F15B-9CC66AD2DA9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901ED0-CC65-3A52-1FBB-822ADAD5B1D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FC4997-1FCA-5E58-EAC8-33429A96CA7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215FC35-DEA8-3C28-D935-40672E6BFA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01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DC1742-7AB0-E45E-1579-D64E2361AA1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4F94DD-0301-2D54-7045-588D80417D2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B30CE2-E4FE-5B5A-ABD6-8A5AF3223EE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D39865-E2B3-D6EC-86CD-96C65A54D74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E7C2CD1-A300-9255-98AC-6200A971DD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6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DA9B14-A36F-BF00-855D-281966CF73B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F72919-7482-B552-12A8-814D4234835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46C30B-836B-7D72-2572-02C9F8A677A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https://syunnjack.dev/articles/autohensei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9D91CC-36C0-5B61-C581-2690B014DA9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33E94D3-8540-B974-590B-3EFCA41969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2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2026-07-30T11:05:11Z</dcterms:created>
  <dcterms:modified xsi:type="dcterms:W3CDTF">2026-07-30T11:05:11Z</dcterms:modified>
</cp:coreProperties>
</file>