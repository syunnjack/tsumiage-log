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88566F-D2D7-A26A-A32E-4BE9D6E93D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1C5CA2D-283F-C90C-6B0E-2FA110C705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7793F9-39FB-5977-3F61-8AEC17F04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7DCCF5B-E07D-004E-5E97-6F6136A86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8CB3458-AEFC-9447-5C58-94EAFA1FA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4779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391408-B6D4-FE25-539A-04D9D4FA3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8683F1-1B23-E600-92DF-3A7270B19E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54C95B3-1B9D-E313-06C7-33940D2EF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81AF14-A187-8993-C3BE-6F66C5EC2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0F914A-4F89-5E48-8BC7-28C429174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5250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7B0483-E3D5-1949-20BD-CB8C9DA9D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506A217-B773-C49B-991A-154E73A69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874C1F-E0BB-CC07-B2DA-1CDB8F61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CD452D-279E-671F-1FD8-190C1B8E7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DB7F81-9719-F451-0598-B25E34434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73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9AC425-027E-5079-3508-7BD0B1A7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C4ED0D-CD91-05B2-3D9A-CDE58D4FA0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FEDD6B5-AB91-66A7-DBF6-F8F2CFA4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D4AA5D-4376-DD4A-8AD7-20DD85B94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0443BB-6EFB-6BA6-A297-4D0C4FA50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3ACCFF-2041-1E8B-846E-79C34F2E6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3100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C525A7-AC85-107A-D846-8D36D65A5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4008C98-65E0-EDB1-CFBE-ECBD09A90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37CFB51-992F-0F6B-37A4-60680B569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246DD5-D74B-8E32-2F25-EA6AF303DC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930FEF1-63C6-A4D5-6B62-888F69B6CD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1D3D70A-6714-7576-55D9-5C552370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E18ECD0-1D65-3C4F-2B40-85930DF17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0DDA86F-02DF-0D51-2F89-BE217C232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1415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3245D8-7E92-C8F7-3479-003AD36AE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3B405C4-87F5-74E6-5953-07FA9D724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B2A88DF-6F4D-1A6B-5AAC-A30115418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5A6078D-74DE-F98A-200E-2B0A43BB3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60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9D4ECE7-3B8A-AAD5-4B03-7EEFAC8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C0F2C7B-9347-6016-CA4A-B344B139D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FB37F-2E2C-AB95-AD0D-2FBF349D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7506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63F3E7-EB76-275D-3B96-18035AE86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2C3387-AD4C-137A-8BC9-62ACC79B30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39E4E9-B5F3-91CC-C90E-A66D1BC388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4FD36D-F81F-F557-893E-C254637A8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60253B5-1642-67C1-95E5-573C276B1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6ACBB9-78B6-9F37-CB8A-BB926576A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989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AD2535-AAC0-71FA-DE10-FA2566392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15351AB-BF67-A667-875B-71FCD5905C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70A5AD8-F0FE-ECD2-078B-67332C5C48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C45A61-3787-2538-4CD0-4332BE56E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C17E25D-FA28-E80A-122F-460B43744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824C1A-176B-1B6A-A561-F337DBF03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3601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6B1FC6-5DFB-626E-2C20-E2B0C2853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2754746-ED3F-DF94-5C1A-0FB21FBF7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51461A-96B5-3FF2-736D-A0A2CE44A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782EB88-1C48-59AE-0DB3-AFBB78E4E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DA3617-BA41-8D35-09B3-802975220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6639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69D4923-EC54-F201-B111-0CBD42C118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DC3F0BC-BCA1-A489-DFBE-C925A65C37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53DA28-9D18-8240-3122-B11052C4B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E42AF-97A9-F0C1-DB51-54D7D006B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FA436F-2637-199C-4F59-8DF0DEDE6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48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F7D41F4-00FF-1C4B-3776-6F57AC8A3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4C8DFB4-6847-C775-2907-6E944015A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280BF1-03CD-087F-266F-8B8EE2331B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AABBAC-639D-4C1C-9004-089450AEFA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E5D28-DBA0-482A-4B77-1DF9E9F6A5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E1F6B8-8BB8-9C47-D96D-27C330AC92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3C9B2E-17FD-45D5-A86F-0766D22C9F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8842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112E24C-C3BF-B07D-30BB-CE48D35373D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A44BDA3-8D47-660A-197E-5213E9C14C4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Codespace First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88608B0-468C-18F6-403D-1CBADF38F2D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14E9ED-79D3-1613-856B-40E899616C4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C20097D7-CCC8-D0C3-37F5-387F161C67C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3783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2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1617488-7E3A-A1EB-6532-F4FC227A2BB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5D9980A-7987-3F1D-2917-F4AC26298A4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5222782-D8BC-8E45-0C1F-9EFFACC6227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Codespace First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F7249DA-04C4-A4A9-7B8B-97D18A000F3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FA06EBFC-55C6-7CB1-3AEE-00F35EFFD7A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9140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66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6F21800-D67A-0B39-D604-33F5DBD7E5E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C24821A-1DCA-FF3E-32E9-6B0DD4382B1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AC8DEC-25D8-8AAB-2112-B0A3BFC4776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主要技術：未分類
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BF31EE1-3BD5-738A-3A77-3270F0DB588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21400F82-6C98-2A93-F8C4-42A21977FDB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7156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1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F3B156F-7F83-8A75-C8E9-D5BA5EB8AD2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C0A238A-628D-62F8-A379-97984214E84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DE50006-4F0E-04F5-66F6-AFA30D31CFC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0CCDBEA-7BB0-DC14-0E43-B5FE99D286D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30AE5554-F5AF-1D26-985D-9F745309CAD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1910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1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2763259-081A-1B80-265F-A94E8550E21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828616C-B469-E7E5-5ECA-8EC3D0F8715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0B111BD-A1C4-33F5-A5C9-3BEC4AB46FA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直近のコミットでは、プロジェクトの初期構成と開発基盤が整備されました。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D0BDE74-B459-6D9A-3D72-69362F2F2AC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3A946492-7CFE-4E5E-4547-EC93EF86B98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1534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1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6C8F0C-835D-1BFD-D218-96983740640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41DA380-7734-6965-20A3-AB82A771BBF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364A4F7-BC89-63CD-A582-4487905B36E3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https://syunnjack.dev/articles/codespace-first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C0E0AA5-8244-2C92-132E-D1F41C13F33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D97514E1-7B6B-951A-6C16-DDAABE557B0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6997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2026-07-30T12:32:14Z</dcterms:created>
  <dcterms:modified xsi:type="dcterms:W3CDTF">2026-07-30T12:32:14Z</dcterms:modified>
</cp:coreProperties>
</file>