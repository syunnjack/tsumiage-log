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d1014521fb46cd" /><Relationship Type="http://schemas.openxmlformats.org/officeDocument/2006/relationships/extended-properties" Target="/docProps/app.xml" Id="Rf65611a2e3c541af" /><Relationship Type="http://schemas.openxmlformats.org/officeDocument/2006/relationships/officeDocument" Target="/ppt/presentation.xml" Id="Re23ad297e4d341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9a6eb78864512"/>
  </p:sldMasterIdLst>
  <p:notesMasterIdLst>
    <p:notesMasterId xmlns:r="http://schemas.openxmlformats.org/officeDocument/2006/relationships" r:id="R214f1046ba804dfa"/>
  </p:notesMasterIdLst>
  <p:sldIdLst>
    <p:sldId xmlns:r="http://schemas.openxmlformats.org/officeDocument/2006/relationships" id="256" r:id="Rc968fc3cc1044432"/>
    <p:sldId xmlns:r="http://schemas.openxmlformats.org/officeDocument/2006/relationships" id="257" r:id="Rc15ba1b9d4fa48ca"/>
    <p:sldId xmlns:r="http://schemas.openxmlformats.org/officeDocument/2006/relationships" id="258" r:id="R117b559e1a1c4fd1"/>
    <p:sldId xmlns:r="http://schemas.openxmlformats.org/officeDocument/2006/relationships" id="259" r:id="R7e33688cf95a46b4"/>
    <p:sldId xmlns:r="http://schemas.openxmlformats.org/officeDocument/2006/relationships" id="260" r:id="Rc9ba8e3b771840f2"/>
    <p:sldId xmlns:r="http://schemas.openxmlformats.org/officeDocument/2006/relationships" id="261" r:id="R6429a088561e410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21233936cd41d3" /><Relationship Type="http://schemas.openxmlformats.org/officeDocument/2006/relationships/slideMaster" Target="/ppt/slideMasters/slideMaster1.xml" Id="R6919a6eb78864512" /><Relationship Type="http://schemas.openxmlformats.org/officeDocument/2006/relationships/notesMaster" Target="/ppt/notesMasters/notesMaster1.xml" Id="R214f1046ba804dfa" /><Relationship Type="http://schemas.openxmlformats.org/officeDocument/2006/relationships/presProps" Target="/ppt/presProps.xml" Id="R6e24816eeb744706" /><Relationship Type="http://schemas.openxmlformats.org/officeDocument/2006/relationships/tableStyles" Target="/ppt/tableStyles.xml" Id="Rcb38aa0aa3bc40c8" /><Relationship Type="http://schemas.openxmlformats.org/officeDocument/2006/relationships/slide" Target="/ppt/slides/slide1.xml" Id="Rc968fc3cc1044432" /><Relationship Type="http://schemas.openxmlformats.org/officeDocument/2006/relationships/slide" Target="/ppt/slides/slide2.xml" Id="Rc15ba1b9d4fa48ca" /><Relationship Type="http://schemas.openxmlformats.org/officeDocument/2006/relationships/slide" Target="/ppt/slides/slide3.xml" Id="R117b559e1a1c4fd1" /><Relationship Type="http://schemas.openxmlformats.org/officeDocument/2006/relationships/slide" Target="/ppt/slides/slide4.xml" Id="R7e33688cf95a46b4" /><Relationship Type="http://schemas.openxmlformats.org/officeDocument/2006/relationships/slide" Target="/ppt/slides/slide5.xml" Id="Rc9ba8e3b771840f2" /><Relationship Type="http://schemas.openxmlformats.org/officeDocument/2006/relationships/slide" Target="/ppt/slides/slide6.xml" Id="R6429a088561e41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7c64ecd8b14b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a996657c2a4ee4" /><Relationship Type="http://schemas.openxmlformats.org/officeDocument/2006/relationships/notesMaster" Target="/ppt/notesMasters/notesMaster1.xml" Id="Rae479cd201434b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670cac16ff4fb9" /><Relationship Type="http://schemas.openxmlformats.org/officeDocument/2006/relationships/notesMaster" Target="/ppt/notesMasters/notesMaster1.xml" Id="Re3369436451147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d377aa2edc4320" /><Relationship Type="http://schemas.openxmlformats.org/officeDocument/2006/relationships/notesMaster" Target="/ppt/notesMasters/notesMaster1.xml" Id="R04d624845c5449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17dbad24704b69" /><Relationship Type="http://schemas.openxmlformats.org/officeDocument/2006/relationships/notesMaster" Target="/ppt/notesMasters/notesMaster1.xml" Id="R6cf791a706d449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19c3332e424298" /><Relationship Type="http://schemas.openxmlformats.org/officeDocument/2006/relationships/notesMaster" Target="/ppt/notesMasters/notesMaster1.xml" Id="R5d9a459bd4064a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a6f0996cb541e5" /><Relationship Type="http://schemas.openxmlformats.org/officeDocument/2006/relationships/notesMaster" Target="/ppt/notesMasters/notesMaster1.xml" Id="R1ec6afffc0ce48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今回は、Codespace Firstの技術構成を短く解説します。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https://github.com/syunnjack/codespace-first</a:t>
            </a:r>
          </a:p>
          <a:p xmlns:a="http://schemas.openxmlformats.org/drawingml/2006/main">
            <a:r>
              <a:t>- https://syunnjack.dev/articles/codespace-first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Codespace Firstは、公開リポジトリの構成を中心に設計・実装したプロジェクトです。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https://github.com/syunnjack/codespace-first</a:t>
            </a:r>
          </a:p>
          <a:p xmlns:a="http://schemas.openxmlformats.org/drawingml/2006/main">
            <a:r>
              <a:t>- https://syunnjack.dev/articles/codespace-first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https://github.com/syunnjack/codespace-first</a:t>
            </a:r>
          </a:p>
          <a:p xmlns:a="http://schemas.openxmlformats.org/drawingml/2006/main">
            <a:r>
              <a:t>- https://syunnjack.dev/articles/codespace-first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リポジトリでは、README.mdを中心に実装を確認できます。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https://github.com/syunnjack/codespace-first</a:t>
            </a:r>
          </a:p>
          <a:p xmlns:a="http://schemas.openxmlformats.org/drawingml/2006/main">
            <a:r>
              <a:t>- https://syunnjack.dev/articles/codespace-first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直近のコミットでは、プロジェクトの初期構成と開発基盤が整備されました。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https://github.com/syunnjack/codespace-first</a:t>
            </a:r>
          </a:p>
          <a:p xmlns:a="http://schemas.openxmlformats.org/drawingml/2006/main">
            <a:r>
              <a:t>- https://syunnjack.dev/articles/codespace-first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https://github.com/syunnjack/codespace-first</a:t>
            </a:r>
          </a:p>
          <a:p xmlns:a="http://schemas.openxmlformats.org/drawingml/2006/main">
            <a:r>
              <a:t>- https://syunnjack.dev/articles/codespace-first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be29b2feda4c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a18ba3ccfa4cd6" /><Relationship Type="http://schemas.openxmlformats.org/officeDocument/2006/relationships/slideLayout" Target="/ppt/slideLayouts/slideLayout1.xml" Id="R4294e2120c2943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94e2120c2943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c07825e4b403e" /><Relationship Type="http://schemas.openxmlformats.org/officeDocument/2006/relationships/notesSlide" Target="/ppt/notesSlides/notesSlide1.xml" Id="Rf31d625b97be4a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d9a156410422e" /><Relationship Type="http://schemas.openxmlformats.org/officeDocument/2006/relationships/notesSlide" Target="/ppt/notesSlides/notesSlide2.xml" Id="Rbe05c79499ed42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70ae288784d3f" /><Relationship Type="http://schemas.openxmlformats.org/officeDocument/2006/relationships/notesSlide" Target="/ppt/notesSlides/notesSlide3.xml" Id="Rc4fe9b063dc648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c85d81eca4991" /><Relationship Type="http://schemas.openxmlformats.org/officeDocument/2006/relationships/notesSlide" Target="/ppt/notesSlides/notesSlide4.xml" Id="R1c61842b0b3f49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8e750aee74132" /><Relationship Type="http://schemas.openxmlformats.org/officeDocument/2006/relationships/notesSlide" Target="/ppt/notesSlides/notesSlide5.xml" Id="R631d1815532b4d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ba56e2fdd4bd6" /><Relationship Type="http://schemas.openxmlformats.org/officeDocument/2006/relationships/notesSlide" Target="/ppt/notesSlides/notesSlide6.xml" Id="R1a86dc3c959b4e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A357FF-5496-4FC5-9E35-5BDE71B2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97852-7BD0-4939-A67A-194B4A3F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FEF21F2B-8859-4147-BF9E-352328E84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CE0EF41B-FA0A-4CC5-B848-821AE5B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C1A8422-802C-4795-A945-01AE57BF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Codespace Firstの技術解説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31623D0E-BC2A-4EB5-BF74-B19C878AF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7936A502-1817-49FA-86F9-238950B1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1115908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9EAC2-A8B9-4FE0-B9C0-AF37CBA7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A11C52-EA3F-4B89-9A88-D25D06D5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3EB1B69A-A59C-4437-92BD-99F6B93F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9C05A8DC-F582-49AB-86AB-BC366FDD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C96F609D-1FF5-4747-BCCA-2F3C573B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C6415-1540-4029-A4D0-A1DAA05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A897DE00-B107-4B85-84CA-AFE1C465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Codespace Firstは、公開リポジトリの構成を中心に設計・実装したプロジェクトです。</a:t>
            </a:r>
          </a:p>
        </p:txBody>
      </p:sp>
    </p:spTree>
    <p:extLst>
      <p:ext uri="{BB962C8B-B14F-4D97-AF65-F5344CB8AC3E}">
        <p14:creationId xmlns:p14="http://schemas.microsoft.com/office/powerpoint/2010/main" val="765349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12D8C8-BD81-45E9-A559-2A0BD3A7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D325C-77BB-49F1-856D-F38704F3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E2F5B628-2E25-4559-864F-43010FCB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A7EBEDA-2A59-4814-8F14-AC170422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3E612373-BB61-43DD-A150-B499F77A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45D2B-82B5-4D38-B0C0-8CD6DC11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C44DF6F-5109-4FE2-A817-025757F7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193289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9061F-7F40-4644-9C93-25659FE0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C906F-6C75-4E17-9F2A-2D2B5F8F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C8DB5DB0-E32E-45D0-B3F0-EFA1F5C0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4BAC6D4-6314-494E-85EB-2A621825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6FAD5EA0-D118-40CD-9FFC-3F04F39A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AAA93-A65C-447F-A077-7BC82281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B99CBE58-31FA-4D05-BC90-81CC3851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主なファイル：README.md</a:t>
            </a:r>
          </a:p>
        </p:txBody>
      </p:sp>
    </p:spTree>
    <p:extLst>
      <p:ext uri="{BB962C8B-B14F-4D97-AF65-F5344CB8AC3E}">
        <p14:creationId xmlns:p14="http://schemas.microsoft.com/office/powerpoint/2010/main" val="878443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C0BC6-77C3-436D-AD8F-31D5EFB1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C0AA5-7ABD-4C0F-B15D-A1C66F6F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1A7BAF26-3A1B-42E8-BBE9-777F156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B13D7498-C604-4C07-92FD-04E01358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9A79BF7C-9943-4D97-AAC3-6A3E7CCB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1883A8-52E7-484A-8C81-E4DB7C6F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B0893776-AE33-4F76-B04C-6A51132B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直近のコミットでは、プロジェクトの初期構成と開発基盤が整備されました。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2328541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3536E-7F91-43EE-AA55-A011B63F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2555E-129F-42D6-A73C-D68F1F16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02503344-76D3-4488-B392-61C09210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E4EFC4C-FBA4-42B4-8873-AD1F0099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C9BF967B-C09F-464D-B1FD-4D67C30E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37E28-73CD-4A4D-825A-C94EA7A7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B568BF6D-8E69-4D76-B687-237C2BDF8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https://syunnjack.dev/articles/codespace-first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820642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2026-08-12T15:15:42.0080000Z</dcterms:created>
  <dcterms:modified xsi:type="dcterms:W3CDTF">2026-08-12T15:15:42.0090000Z</dcterms:modified>
</coreProperties>
</file>