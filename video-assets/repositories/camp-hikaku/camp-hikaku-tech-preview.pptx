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0CB71A-6983-4E2C-BAE7-9D03C03D0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41C984-7116-9020-54F4-F675B750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E17B28-7F43-120D-EA91-D9193A3E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F6114E-67A8-93BB-AC42-64B23D3C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4B9567-D7EB-2CA3-4EF6-E14BB3BB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355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78B43-8DD9-BC50-7EFA-5C888533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011287-C1F1-6EF3-C920-86FA7EF2F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DA9582-5302-1096-A023-8DE627D77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5A7410-F6AF-4129-50CE-C7A88016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7596B9-3994-68B1-7A1A-C9415606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251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6E6D9F-ECF5-9FD9-AD32-B525E8C17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2E10CD-5AC4-0DBA-482C-0AAF9E38F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F335AE-BA9F-C355-9D04-0E2B34C8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D1BCEA-118F-9D21-E13A-463609D8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D46193-C896-942E-585C-62D80093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686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4B87FF-8F39-0BD5-1284-DB947C64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07E121-5A83-05F9-BF2B-D6982564D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C86ECB-3067-AF1A-B952-B279ECE47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7A8310-AE33-26E0-12EA-02F66692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5F519D-FFDD-4B26-86FC-C59042A9D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D9BE5C-6982-7D4E-D4F8-A196D1DD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100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92836D-773B-A5F4-9AE5-361B7238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DFADD6-1951-5B7B-3FE3-E646A15A3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892099-4F1E-A5CF-DE21-81A4A5A6E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EC28DF5-E09B-8DFE-6443-04B032B37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19DC45F-7ABE-0D56-63A4-D37C98316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67D8AFA-C190-91CF-C4CC-C0A7E12EB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5F71B-276D-8DEC-BA81-AA41F114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05C70D6-7C50-B463-236D-7476C643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5019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899EC9-9C41-C10E-5EDE-4363D8352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0C69F0-986E-7CC2-205D-08632F0A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BF2CCBE-8E4A-604D-5B18-A9CD66DA1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4CA9B5-C4F8-7D58-47C3-ABCD4B00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068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442B18D-96E9-A9A4-C2FE-C793CFA0C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7098487-3B8B-BD20-4E92-6E4D4CD6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3FDBF2-5EA6-BEA0-68B2-11E5D485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75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970758-25CC-E7F4-BEFD-D0041F86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929842-5120-3F1D-5846-C7EFE63DD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5EE196-79B0-1897-E206-26FA7E339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E7F0E4-7638-85F4-7785-F932CC3C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23D0E6-AD21-112F-D9FC-9E36AA09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15148E-D045-FF34-CAC2-6A87C59E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0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B9BAE6-3637-EC19-571A-31339C17A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D757952-05C0-6264-C4AB-EEDEAC291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E83B3B-FD36-4C1E-E548-1F5AF8ABE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B9EF4B-6B81-DFF9-64CC-C58279C6B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C9FFAC-8FDB-8840-9E1D-6D4F5F74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68E30F-3D3B-4356-75A9-FBFAA770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49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7481B0-526D-45D2-F580-5534FCFB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4B314A-62C5-3DC2-A5A2-965B5989F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9943B1-43C6-FA51-7AB3-8EF96EC9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48C533-6417-75A5-45E3-03BB57B1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F30023-672B-B4E0-EEC4-1456B524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446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610F881-ECEC-0FA3-4BFD-60D2EAC05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744398-8DA3-4A74-E6FA-EEAF64248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320ECE-1BB9-8D0F-737B-E0EF69B0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A91A06-CD66-B53B-288E-401C5611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AAC9BA-213F-327C-124C-06A3B3F6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65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F5BD6B-7AA6-F4F2-7887-73312B02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3D5896-B786-606D-95CA-7D1596EC8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98782E-4D3C-C0CB-4BD5-C09CE585F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22A08-497F-4176-A7BF-25ACA0E4C96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0F30CA-DFFC-5757-D300-8D5B2094A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56D752-923E-033A-CA64-ABB3F0DF8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24A02-E561-4B89-B255-7D54E26862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0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025275-9D7D-BD87-459C-6419D87874D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94E1E5-519E-66CC-3E8B-3454F47E164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Camp Hikaku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F1A792-687C-4DC6-A546-16C6BF4309A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D526AF-5027-CB7D-9D08-4E599A10242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8FCB6AF-7965-F179-EE39-6360087E71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35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FC88D7-5865-288E-161A-4D7363D2105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874028-90A7-4219-1E49-47807B9BEAF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22ACF6-210F-7A56-C33F-80623585EF7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Camp Hikaku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EFED34-85BB-A8A3-8981-00E517DD5B3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FFCF353-3BCF-FAA2-6384-F12DE052E5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24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6440E4-34E5-69F7-CBA4-84447CA6283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CB7716-0446-C8F6-F173-6E5A2994C80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387997-189F-D704-702C-08B8ABA2CBD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E95911-38BC-647F-5842-B69AF7BEA71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C0EF923-F9AE-C030-E14D-311FBDFC88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97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11CAC00-4D66-EBC9-483D-769FF0EE838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32971D-8C77-AD17-C3EC-C7308B0B142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B85FD6-B63B-97BF-3F84-735B887D6A6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F4EEAF-21A3-6D0D-9460-E5EBF76CCFA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C3EE71D-6FE4-3301-7B58-A332A264BF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12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8F46BC-2F4D-11DC-F602-1D9A87AFB97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594B13-DD61-673C-BE81-93E2B511819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F9075A-F328-7FB8-06A4-267BD7791EF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D20BC0-C422-F068-CA8B-427A9E6EB3B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012E2CC-ABE8-F8B8-698E-281046078E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38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8272F2-E1C7-B0C6-3038-C70A33BDB72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A0BC75-6E63-0115-6F32-F9A41C5E086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BE6E60-B47C-2F3F-7816-7B40DFF649D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https://syunnjack.dev/articles/camp-hikaku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48255C-8356-45CE-F576-15A3C88C366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0E815B5-E661-1418-8A7B-A1DFC1D360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71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2026-07-30T12:18:58Z</dcterms:created>
  <dcterms:modified xsi:type="dcterms:W3CDTF">2026-07-30T12:18:58Z</dcterms:modified>
</cp:coreProperties>
</file>