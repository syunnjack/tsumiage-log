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051C7D-2F01-1382-0DBF-AF076A9D0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52E7AFB-C6B1-0298-B587-F8CE157B6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782D5-67FD-D7A9-706F-73815903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C7A45C-0765-1133-5D82-25D71240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375BAC-A9CC-5F4B-79AD-1041A590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27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2EEB71-B317-551D-EAAE-9C853F7C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08D807-0F79-9364-9CBF-7FB1A7DE8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096CB2-77A0-17CA-57D3-CBB2C27D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B501AF-CA99-0F3E-8ABF-8435356A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87C5B3-D6F1-840D-257E-4F81A173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09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79DA71-47F1-A3AC-FDFA-D65EF136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94C820-1A83-38D1-E2AE-7C33FC11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17C87C-6CD7-4DAD-BB93-CEAA836B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D07CD1-D577-348D-B2BD-5BE3644A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DF112-5CF7-39EE-EFD1-2F20B8AD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94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93459-9026-A075-97AA-43F68742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299EE3-52FB-F63C-9481-5C328B91F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3A0DF5-D69C-7A3C-87C2-E8E6B2198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3823E2-2A4F-2FC3-5DF9-A2AD1F45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7D00E7-140D-43AA-8F25-FEEBDAA3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A81165-504C-E0C9-A9BB-0C73BD81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05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A559A-BEF1-31DF-0FC2-2F8A529D8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7B207D-12A9-45AF-A4EA-7DC2DA525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6659A3-F428-ED29-9A09-7EE422E11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AB0FB4-7B84-1752-5FCB-D1F795E92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7DEBC3B-1A13-BF7C-4545-3DA6235BA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EA2571-2E10-8500-19BC-B27FEEFF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39DA01-5DA3-B413-9A84-E33FE763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BF297C-8A9D-3398-3749-7F2351C5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94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266D8-956A-F39C-DBFE-231ACB24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6637B5-CD6A-334A-0964-F3F0B361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87BC6D-1BDB-A0F8-EA73-F695DD87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785BE5-606B-E301-B413-177F5C51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29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DA2696-EB7C-8238-4220-403028F4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FF8AD9-748C-4825-7183-BCD73A42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C0BAE3-B512-06EE-6E20-135B3DAC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03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1DCA8-2B91-9CA1-3DD9-BE9D4A2B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5D8648-1ACC-8FF8-897D-9A9CE2DFA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C148E9-8114-CF06-620A-71B86CB3A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0816E5-51C7-E581-7170-30901284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178868-F4C7-451B-F04B-4A4CC57F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E55B9D-53AB-9CE6-197E-B6F30CC4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04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857597-25D6-A91B-2F86-78B6C24B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6B4365-42E1-A50B-3F53-AACFB711D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AC5578-CA8D-2270-EE8A-43736CD1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1911A7-6AF8-2676-AA53-10FAB2F7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368DCE-5E44-5FD8-D461-452D4E24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B03B24-4876-C959-8CA1-119F6993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13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080AF4-B466-F75E-49C6-63B46830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3378DE-E471-A919-26CD-B4E93C668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8ED30B-ED6B-F39E-7D8E-BBCE3429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A6B314-C950-D4E9-F2E3-EDC4ED0D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F1F523-96B5-4306-A1E3-0DF08CDA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62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DEA8AF5-83B5-ACB0-8032-1203E8F1E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1B418F-5067-9C9C-04DB-B48D8C51D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C1C2EB-5D3C-FF11-2379-9D1CBC8A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7AF4E-820C-95D0-3FB7-1992FC9F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73812D-6DD7-8CB5-9EFB-96CB004B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13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E4BDCA-9A37-3892-88D3-9EF04574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95A6E8-613F-F9B8-DA2A-2C2D6838B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C6A4C4-D517-387C-B2A3-6B1D0036C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05A3B-50EA-4C37-80B4-D1B842B0092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0246FD-35FB-9C3C-12A4-1599312B6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4C28D-0BBF-4CA4-B60E-5C70541AE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3D587-5AC6-4249-AFF1-42233633B4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46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A212C0-75CB-0186-4CAE-98A849DF08C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6D9186-0D08-F57B-BBBB-181330580C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Ranking Vote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9F2405-8FE0-31E7-D141-AC7B092E14C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105B85-ECB8-4A90-B946-D4331688A21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6F38F82-02F8-BABA-4367-B12BC8CAC7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00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3D59AA-3903-E4E6-3032-E6A92712CA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BAFAB6-EE6E-6C21-7AB7-CB2D28AB429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73BC22-D6AA-53ED-1686-6487CD2AEC6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Ranking Vote Hub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ユーザー投票と口コミで、施設・作品・スポットをジャンル別にランキング化する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CFF0CC-BADA-037C-CC7D-DB9339D62F6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267D33E-7829-C8BA-4AE8-2152C067D5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53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2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7D1727-D976-6C52-7811-34013FFC36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3DB6AF-E55D-9CCC-8709-7E63596490A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31417A-AB71-6C0A-18D2-BC94FEA8728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07A1E1-7D02-8019-F109-8D38EFD824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E83030B-7F30-77F0-A3D8-62D5C682D5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68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0CA996-8588-7ABB-1E0C-1C482772949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8E252A-E2FE-23E1-8E64-C14EA526A3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CE649F5-98AF-DA65-F928-C6F96806AA6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66E2B6-9082-B5E4-DBD4-0437453CA5E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C23781C-5C40-38F4-F969-A514EE0AE1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66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E5E5C2-AB45-83A2-7D6E-5711A294122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15B3B6-21D0-2F62-C336-2C22106AC5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53FFF4-5055-44C1-E964-2B512C773E1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C868C4-F784-714D-BAB3-7D0E7692D0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CB0F032-D73E-2251-076C-DEED7C6DAC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70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9F23C0-1D4D-66A4-0F99-677A686C100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DF4A1E-3FE3-0A53-D42E-D33E27FE85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6FA7A9-AA4A-2229-CF93-877E53496C0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https://syunnjack.dev/articles/ranking-vote-hub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39B2A2-4FE0-80A9-D1DD-7A2D461EE7F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96DDF89-C76D-8BF3-FF84-0E79B06B37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38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2026-07-30T12:00:47Z</dcterms:created>
  <dcterms:modified xsi:type="dcterms:W3CDTF">2026-07-30T12:00:47Z</dcterms:modified>
</cp:coreProperties>
</file>