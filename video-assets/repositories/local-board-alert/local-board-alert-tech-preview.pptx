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av" ContentType="audio/x-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35" d="100"/>
          <a:sy n="35" d="100"/>
        </p:scale>
        <p:origin x="996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439117F-1F11-F3FA-EB10-34AA64FFD39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B8857665-6E06-93D2-6818-00A6D60D6D7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DF7226A-3623-2D3C-1FA1-CCACAD98C6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BA0CEF-6B6F-4C75-A92D-568F72159570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CADD427-F65C-F1E0-33AC-395C4042EB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9B63B8F-2AA1-DE27-6CDD-19AF676102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D6F61F-B9FE-4C34-94D9-5BC0C4D0529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796474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D1E6412-3BEE-19CC-C89E-5F8D4F38BE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D7D2AF0A-D4BD-7581-E5A3-A0110867F4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64DC0292-52AC-2AFB-D4E6-F02593CD1F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BA0CEF-6B6F-4C75-A92D-568F72159570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1B025EC-236A-E24A-405F-3768406F45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6FF8476-4866-789C-C990-51475665A9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D6F61F-B9FE-4C34-94D9-5BC0C4D0529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483223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F508422-AE36-0140-4642-4A465C0A08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4D17CEC2-E3B8-E69D-A782-7DF82F6DA0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D425932-B56D-81FC-9DE5-30BBDE9E4C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BA0CEF-6B6F-4C75-A92D-568F72159570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6B044A0-3ED3-5136-3281-018E18F93F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997C85C-1441-2BB7-079A-3063FAB1A0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D6F61F-B9FE-4C34-94D9-5BC0C4D0529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157279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9170F3A-36BB-197E-06F3-6C4453B516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7C08E564-6790-6AFD-9384-6ADB01352FD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E7059ABA-9E8B-8565-6341-603FD0E211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7825EE23-426C-86ED-8B78-41ED3EFD90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BA0CEF-6B6F-4C75-A92D-568F72159570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7A1F2FCB-F960-C95C-3CAB-DBF047E311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621F400-E3BB-5017-D453-57E8626089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D6F61F-B9FE-4C34-94D9-5BC0C4D0529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643200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8C8AFCD-B009-5B05-49A8-31E7A6579F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E72B9EB2-E68D-12D3-E3A3-4E03ADCE8A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500473D-EB64-D81E-4BB6-E4E0A7DF22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8868F709-2928-64EE-0A04-C35A1BBED16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43E80FC8-E751-D048-989B-294744D4F4D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D824F1A1-4466-68F7-F82C-1DD6027DAB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BA0CEF-6B6F-4C75-A92D-568F72159570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E45744D8-258C-3368-F1D7-1057AC2C5F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2B2FE28B-7DB8-4E84-1D69-E2C7DAF39A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D6F61F-B9FE-4C34-94D9-5BC0C4D0529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106684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7708FE0-B53E-4DF6-A244-E2A69D52E3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62DE4247-A012-7B52-FFF6-FCA4A439CE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BA0CEF-6B6F-4C75-A92D-568F72159570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CA255DA2-71E0-47F2-6D91-CCFF31140F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9B69D10A-9825-E764-C2D3-9D00333BA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D6F61F-B9FE-4C34-94D9-5BC0C4D0529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954252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EA35742E-548E-12E2-B67C-EAA0A8AA95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BA0CEF-6B6F-4C75-A92D-568F72159570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AE840067-CD62-6A1A-7FD3-F7B82A07F8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0AB6B77C-3443-DEA1-9B14-0C1A76624E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D6F61F-B9FE-4C34-94D9-5BC0C4D0529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155762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8BB9BEA-BCF8-9B9D-EAA4-873596F21C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CA16A0B-8B70-83A1-228E-96CAFC5456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7873F7DA-8900-528F-9225-BA8D2823B71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1626764-8072-87C6-A3BB-B8427FA8FE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BA0CEF-6B6F-4C75-A92D-568F72159570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36D31ECA-7E30-D5AE-E0EB-C2D409855C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5765862E-64A5-D553-DF84-6A59737B09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D6F61F-B9FE-4C34-94D9-5BC0C4D0529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875245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9B0A1D4-F639-D002-7CE2-7FAFB53D74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3A33A445-7D06-C3C5-6AE0-46C44FC00AB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DF8F4822-74BA-29B5-1358-FDB2BFFC08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71C5AC12-5EDE-81BA-8509-9B191DB9B9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BA0CEF-6B6F-4C75-A92D-568F72159570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59607C45-D619-FC58-7E56-CA3666588B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05EAF7E9-0BFB-A24C-669F-42876C6876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D6F61F-B9FE-4C34-94D9-5BC0C4D0529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496025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D85CCC7-6AAA-4B8B-C50D-61FB62FD43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32BAC683-CEC7-7E76-C27F-FEB0BB9D2A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10A43C0-4556-E01E-821E-3908E5BB9A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BA0CEF-6B6F-4C75-A92D-568F72159570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D222FE5-3AC2-A83F-0E1B-BBEBB1A092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17657C4-A950-7926-7D5D-B460367F70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D6F61F-B9FE-4C34-94D9-5BC0C4D0529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975431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71D15BA0-4BD4-8033-66C9-E554A25C40A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F0788BAE-0CB3-1F2D-1BDB-B781ABD573B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69BBAA0-548E-1EA5-B3C6-9F8438F81C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BA0CEF-6B6F-4C75-A92D-568F72159570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24E4F85-8F0E-C43B-2727-7FD01A417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1981E90-2673-2A5D-9DFF-9F5BC9F9D2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D6F61F-B9FE-4C34-94D9-5BC0C4D0529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900513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561DF083-FC7A-E5CE-1938-3313A76D7A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872E4F3B-EFD8-087B-7B46-6897077357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1C51284-63EA-914D-E45D-8437F09CBA4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BA0CEF-6B6F-4C75-A92D-568F72159570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3ACF320-215A-A89B-C14F-431C1F5F201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F326AAD-0CD0-47BE-DFF7-21F9419BF6F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CD6F61F-B9FE-4C34-94D9-5BC0C4D0529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154435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1.wav"/><Relationship Id="rId1" Type="http://schemas.microsoft.com/office/2007/relationships/media" Target="../media/media1.wav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2.wav"/><Relationship Id="rId1" Type="http://schemas.microsoft.com/office/2007/relationships/media" Target="../media/media2.wav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3.wav"/><Relationship Id="rId1" Type="http://schemas.microsoft.com/office/2007/relationships/media" Target="../media/media3.wav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4.wav"/><Relationship Id="rId1" Type="http://schemas.microsoft.com/office/2007/relationships/media" Target="../media/media4.wav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5.wav"/><Relationship Id="rId1" Type="http://schemas.microsoft.com/office/2007/relationships/media" Target="../media/media5.wav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6.wav"/><Relationship Id="rId1" Type="http://schemas.microsoft.com/office/2007/relationships/media" Target="../media/media6.wav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832ECFD9-270C-22EC-2975-5467CE816058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DF737E7D-FBF6-9133-BEC4-6618A058CBB2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3400" b="1">
                <a:solidFill>
                  <a:srgbClr val="111111"/>
                </a:solidFill>
                <a:latin typeface="Arial" panose="020B0604020202020204" pitchFamily="34" charset="0"/>
              </a:rPr>
              <a:t>Local Board Alert</a:t>
            </a:r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の技術解説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C686F9D6-181C-C1AE-2C16-606B969D7A7C}"/>
              </a:ext>
            </a:extLst>
          </p:cNvPr>
          <p:cNvSpPr txBox="1"/>
          <p:nvPr/>
        </p:nvSpPr>
        <p:spPr>
          <a:xfrm>
            <a:off x="533400" y="3429000"/>
            <a:ext cx="10795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設計・実装・コミットから学ぶ短時間プレビュー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E94716AF-F485-FF80-B781-84EB5D3E6507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01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1">
            <a:hlinkClick r:id="" action="ppaction://media"/>
            <a:extLst>
              <a:ext uri="{FF2B5EF4-FFF2-40B4-BE49-F238E27FC236}">
                <a16:creationId xmlns:a16="http://schemas.microsoft.com/office/drawing/2014/main" id="{6DB78FD3-8778-E389-FBC0-98682BABD71F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559749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6000"/>
    </mc:Choice>
    <mc:Fallback>
      <p:transition spd="slow" advTm="6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572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4836CC03-5E06-1876-1D51-CFE6D13F2192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3BD3B235-CAD2-44C0-D074-A3BDCE3795EB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このプロジェクトは何を解決する？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7960E2EA-6C17-CD43-63DC-37B29D3E9C24}"/>
              </a:ext>
            </a:extLst>
          </p:cNvPr>
          <p:cNvSpPr txBox="1"/>
          <p:nvPr/>
        </p:nvSpPr>
        <p:spPr>
          <a:xfrm>
            <a:off x="533400" y="3429000"/>
            <a:ext cx="10795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Local Board Alert 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地域掲示板の新着投稿通知 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Repository Recommended repository name: local board alert Domain candidates Confirmed domain: localboardalert</a:t>
            </a:r>
            <a:endParaRPr kumimoji="1" lang="ja-JP" altLang="en-US" sz="2000">
              <a:solidFill>
                <a:srgbClr val="333333"/>
              </a:solidFill>
              <a:latin typeface="Arial" panose="020B0604020202020204" pitchFamily="34" charset="0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08E15D23-E8B0-31F8-086C-EA1CB47A5BF6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02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2">
            <a:hlinkClick r:id="" action="ppaction://media"/>
            <a:extLst>
              <a:ext uri="{FF2B5EF4-FFF2-40B4-BE49-F238E27FC236}">
                <a16:creationId xmlns:a16="http://schemas.microsoft.com/office/drawing/2014/main" id="{C907A60C-AC46-164D-8378-7EC25D172E7D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766133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3000"/>
    </mc:Choice>
    <mc:Fallback>
      <p:transition spd="slow" advTm="13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2064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CC78F657-1EA6-10D2-2C7E-3C6793D8CF3C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51ABA77C-951D-9925-83D2-78702A7DE2B0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技術スタック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1571C05D-9DF7-5A10-8B8B-1D52DAE86778}"/>
              </a:ext>
            </a:extLst>
          </p:cNvPr>
          <p:cNvSpPr txBox="1"/>
          <p:nvPr/>
        </p:nvSpPr>
        <p:spPr>
          <a:xfrm>
            <a:off x="533400" y="3429000"/>
            <a:ext cx="10795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主要技術：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JavaScript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・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HTML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・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CSS
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役割を分け、保守しやすい構成を目指しています。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390A0956-AF18-913F-3149-901D63B869E2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03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3">
            <a:hlinkClick r:id="" action="ppaction://media"/>
            <a:extLst>
              <a:ext uri="{FF2B5EF4-FFF2-40B4-BE49-F238E27FC236}">
                <a16:creationId xmlns:a16="http://schemas.microsoft.com/office/drawing/2014/main" id="{7BFA9551-07D3-8A7B-A858-6DF5C608DB3C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822251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1000"/>
    </mc:Choice>
    <mc:Fallback>
      <p:transition spd="slow" advTm="11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0215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14D7C576-4924-F459-C372-DDEC356DFFA3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A6623D71-6A32-5B4A-A9B8-4CD4F0875387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リポジトリの読みどころ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0B45C87E-8541-DC10-B42B-400B69881155}"/>
              </a:ext>
            </a:extLst>
          </p:cNvPr>
          <p:cNvSpPr txBox="1"/>
          <p:nvPr/>
        </p:nvSpPr>
        <p:spPr>
          <a:xfrm>
            <a:off x="533400" y="3429000"/>
            <a:ext cx="10795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公開コード、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README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、コミット履歴から設計判断を確認できます。
主なファイル：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README.md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、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index.html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、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package-lock.json</a:t>
            </a:r>
            <a:endParaRPr kumimoji="1" lang="ja-JP" altLang="en-US" sz="2000">
              <a:solidFill>
                <a:srgbClr val="333333"/>
              </a:solidFill>
              <a:latin typeface="Arial" panose="020B0604020202020204" pitchFamily="34" charset="0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C0813E9A-003E-86F5-879E-E32ADB6EC50E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04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4">
            <a:hlinkClick r:id="" action="ppaction://media"/>
            <a:extLst>
              <a:ext uri="{FF2B5EF4-FFF2-40B4-BE49-F238E27FC236}">
                <a16:creationId xmlns:a16="http://schemas.microsoft.com/office/drawing/2014/main" id="{CF71F58B-C5BD-5D67-6864-1A2E6C99C9CC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100964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0000"/>
    </mc:Choice>
    <mc:Fallback>
      <p:transition spd="slow" advTm="10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9670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0CA905EB-8A2D-0912-50A2-4FDFFE5E48E4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0FD6FE2B-4FD4-CA36-4D0A-3B314042EFBF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コミットから分かる改善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0AEB9859-2BF1-F7AC-BCB8-D8522D0231FC}"/>
              </a:ext>
            </a:extLst>
          </p:cNvPr>
          <p:cNvSpPr txBox="1"/>
          <p:nvPr/>
        </p:nvSpPr>
        <p:spPr>
          <a:xfrm>
            <a:off x="533400" y="3429000"/>
            <a:ext cx="10795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直近のコミットでは、実装の見直しと継続的な改善が行われました。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136DC79D-F0FB-5B3B-3076-FA592C82BD40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05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5">
            <a:hlinkClick r:id="" action="ppaction://media"/>
            <a:extLst>
              <a:ext uri="{FF2B5EF4-FFF2-40B4-BE49-F238E27FC236}">
                <a16:creationId xmlns:a16="http://schemas.microsoft.com/office/drawing/2014/main" id="{A4AD8B11-5B20-88D2-0767-B774955490A7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548496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7000"/>
    </mc:Choice>
    <mc:Fallback>
      <p:transition spd="slow" advTm="7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076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79499CAF-70EC-0B49-617E-551E6BF0B091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C7829C2B-8BAA-6DF2-0012-A2AC42298781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詳しくは積み上げログへ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C601B065-7C39-6071-DFBE-BFDE1720971D}"/>
              </a:ext>
            </a:extLst>
          </p:cNvPr>
          <p:cNvSpPr txBox="1"/>
          <p:nvPr/>
        </p:nvSpPr>
        <p:spPr>
          <a:xfrm>
            <a:off x="533400" y="3429000"/>
            <a:ext cx="10795000" cy="101566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zh-TW" altLang="en-US" sz="2000">
                <a:solidFill>
                  <a:srgbClr val="333333"/>
                </a:solidFill>
                <a:latin typeface="Arial" panose="020B0604020202020204" pitchFamily="34" charset="0"/>
              </a:rPr>
              <a:t>記事： </a:t>
            </a:r>
            <a:r>
              <a:rPr kumimoji="1" lang="en-US" altLang="zh-TW" sz="2000">
                <a:solidFill>
                  <a:srgbClr val="333333"/>
                </a:solidFill>
                <a:latin typeface="Arial" panose="020B0604020202020204" pitchFamily="34" charset="0"/>
              </a:rPr>
              <a:t>https://syunnjack.dev/articles/local-board-alert
</a:t>
            </a:r>
            <a:r>
              <a:rPr kumimoji="1" lang="zh-TW" altLang="en-US" sz="2000">
                <a:solidFill>
                  <a:srgbClr val="333333"/>
                </a:solidFill>
                <a:latin typeface="Arial" panose="020B0604020202020204" pitchFamily="34" charset="0"/>
              </a:rPr>
              <a:t>学び、作り、振り返る開発記録。</a:t>
            </a:r>
            <a:endParaRPr kumimoji="1" lang="ja-JP" altLang="en-US" sz="2000">
              <a:solidFill>
                <a:srgbClr val="333333"/>
              </a:solidFill>
              <a:latin typeface="Arial" panose="020B0604020202020204" pitchFamily="34" charset="0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F708F525-92C3-780B-F7F7-AFBB26AB4223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06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6">
            <a:hlinkClick r:id="" action="ppaction://media"/>
            <a:extLst>
              <a:ext uri="{FF2B5EF4-FFF2-40B4-BE49-F238E27FC236}">
                <a16:creationId xmlns:a16="http://schemas.microsoft.com/office/drawing/2014/main" id="{B3EB64FF-575C-0A4E-FF60-1AE73247F193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569204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7000"/>
    </mc:Choice>
    <mc:Fallback>
      <p:transition spd="slow" advTm="7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426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185</Words>
  <Application>Microsoft Office PowerPoint</Application>
  <PresentationFormat>ユーザー設定</PresentationFormat>
  <Paragraphs>24</Paragraphs>
  <Slides>6</Slides>
  <Notes>0</Notes>
  <HiddenSlides>0</HiddenSlides>
  <MMClips>6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6</vt:i4>
      </vt:variant>
    </vt:vector>
  </HeadingPairs>
  <TitlesOfParts>
    <vt:vector size="10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啓介 加藤</dc:creator>
  <cp:lastModifiedBy>啓介 加藤</cp:lastModifiedBy>
  <cp:revision>1</cp:revision>
  <dcterms:created xsi:type="dcterms:W3CDTF">2026-07-30T11:26:24Z</dcterms:created>
  <dcterms:modified xsi:type="dcterms:W3CDTF">2026-07-30T11:26:24Z</dcterms:modified>
</cp:coreProperties>
</file>