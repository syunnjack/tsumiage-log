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5" d="100"/>
          <a:sy n="35" d="100"/>
        </p:scale>
        <p:origin x="99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475945E-70F4-9941-86BA-2F5D745218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F5571C01-73F4-C589-2F67-5D2D09794A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BBC2EB3-3961-4040-F4C5-C95EC44CB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312477-18C9-4D6B-8390-793B6E30CE9F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4A74AAB-8807-E224-2D91-BB08C1AEB2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C4685EB-0DE3-3744-1D6A-671648503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DFA25-211F-4ACA-A38F-6EDDE183485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97093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5059A73-6A2F-BE70-82DB-0BB00CAB15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32258CD-FBDC-3F09-4C0A-D4D63AD00C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01157B0-6832-C53E-855F-C5CD5133C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312477-18C9-4D6B-8390-793B6E30CE9F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0D43D5E-DFB1-BF66-0C23-5872542E0F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444227D-8E4D-10F3-98BA-460A3FB76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DFA25-211F-4ACA-A38F-6EDDE183485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324223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4753CA4-57C9-29E2-AFC4-18C019809A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8CC98D4-C9F8-E345-4887-DCEDEA11E7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81677F2-631C-4696-0C72-DE36AE6D21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312477-18C9-4D6B-8390-793B6E30CE9F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E2584A3-4B61-B72B-D0CA-5931FAB760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F79E41F-FE52-177C-EA53-F74F28FF5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DFA25-211F-4ACA-A38F-6EDDE183485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678637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FDC7F92-DCE5-D82B-ABAB-F8AFDEED18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FB6CCE0-96EB-DB79-FEFA-8EB133F882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6894D086-7803-FB8B-8142-9D81230A44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515BD7D-A1B0-0370-21E0-DBC5255069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312477-18C9-4D6B-8390-793B6E30CE9F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405011F-E738-4C59-E4D3-FF0788E403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4BCC4AB-61A6-2766-2128-DD45C895B5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DFA25-211F-4ACA-A38F-6EDDE183485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85311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55DC02-22E7-7A04-02C5-4B0FECDC8D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06654C5-1FE0-AA03-EA62-63FB8F27B3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F046153-EF81-87DD-22C8-4AFE802CB6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425FC46-233B-DE1F-353C-8BED48B2EB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EDD0BDCC-8908-5373-87EC-D7FAD88B23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B5BA5E40-424E-9F41-731E-00255D29C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312477-18C9-4D6B-8390-793B6E30CE9F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465C0077-8211-185E-BEC1-D1EEA3B1E0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E97B9EA3-2889-590A-DCA1-0214198493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DFA25-211F-4ACA-A38F-6EDDE183485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7880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142D705-96EA-4169-22D1-35AFEC38F3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0DD61372-D1D5-9353-2FFF-FE5EEDB62B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312477-18C9-4D6B-8390-793B6E30CE9F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4A72152C-E6D8-FB6C-BB6F-3A9B1767E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62AFCE14-0B65-F30D-3304-86861D7B9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DFA25-211F-4ACA-A38F-6EDDE183485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518611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9BBC1394-8113-B3E6-331A-4354B98624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312477-18C9-4D6B-8390-793B6E30CE9F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A1B49022-B2D1-7BA6-0A0D-C6C7016D95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F27CF35-32AF-BC3F-D2B8-E50CB2C3E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DFA25-211F-4ACA-A38F-6EDDE183485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024364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7621147-F24B-186A-0DA0-6F9E97E740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BE8B957-87F6-4F96-A45F-1EE0639DB8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1EB2EC9-704D-1814-C8D8-42F74DED17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4C13ED6-6E04-7E3E-6719-A45B4C5BFD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312477-18C9-4D6B-8390-793B6E30CE9F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BA11875-2E38-DB49-5703-CEB36DAE35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6570BB6-A877-094E-1C7F-B09ECBF12B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DFA25-211F-4ACA-A38F-6EDDE183485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36870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A2E40B4-97B0-FA57-DCBC-4BE643A2CF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77FF42C1-A904-92E6-54F1-46DB9CF8BB2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AC145365-F88D-2CD4-8B78-7E79183A65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6214169-ED22-BEE9-4857-EC810E57ED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312477-18C9-4D6B-8390-793B6E30CE9F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BFC1E45-8CF5-F83A-9CDC-6A58631AC8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5521DBE-4E9A-52CC-119B-F1A0357C1D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DFA25-211F-4ACA-A38F-6EDDE183485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556696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E440791-5425-9A09-8AB1-385262B6C8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FD16851D-7BB2-83A3-4114-E2D67BFF84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571161E-B5ED-A00F-44F1-3E2EFC9B1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312477-18C9-4D6B-8390-793B6E30CE9F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49D9D39-91EE-E121-C9EA-24B4F1009A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985B03-D838-2C8B-A074-7C9E02064E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DFA25-211F-4ACA-A38F-6EDDE183485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171509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D0A1E191-7FC7-FD52-4EF1-30B44B5EA5A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440AD6A6-5036-6BE7-2D94-F7F3AFC2A8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A2E07E2-25CA-B8B7-C43F-B4CECC51D0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312477-18C9-4D6B-8390-793B6E30CE9F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6414895-6A0B-2330-280F-A91E2DB0DD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C2E1EE9-DC24-1313-2FA7-6586FC0E5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DFA25-211F-4ACA-A38F-6EDDE183485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725774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CE528583-C8E5-C4C3-5C4E-18BB8318B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98B9358-D1B6-1B45-8F17-5C7B903B67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A9CE08F-1B0F-3294-5AB2-4D66359F65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312477-18C9-4D6B-8390-793B6E30CE9F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2E61290-F21A-BD60-DE5D-9D3478483E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9C2F633-8D71-FC88-0A13-7D4CCC4B42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0DFA25-211F-4ACA-A38F-6EDDE183485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051452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3.wav"/><Relationship Id="rId1" Type="http://schemas.microsoft.com/office/2007/relationships/media" Target="../media/media3.wav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4.wav"/><Relationship Id="rId1" Type="http://schemas.microsoft.com/office/2007/relationships/media" Target="../media/media4.wav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5.wav"/><Relationship Id="rId1" Type="http://schemas.microsoft.com/office/2007/relationships/media" Target="../media/media5.wav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6.wav"/><Relationship Id="rId1" Type="http://schemas.microsoft.com/office/2007/relationships/media" Target="../media/media6.wav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5E49B634-EF50-32F5-EACB-DF39DC94C428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D479A542-F06A-3FC1-B5F4-CE7C0E7581B5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3400" b="1">
                <a:solidFill>
                  <a:srgbClr val="111111"/>
                </a:solidFill>
                <a:latin typeface="Arial" panose="020B0604020202020204" pitchFamily="34" charset="0"/>
              </a:rPr>
              <a:t>Local Board Plus</a:t>
            </a:r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の技術解説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B7E2F9F5-9776-FA13-7984-D7A37947785A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設計・実装・コミットから学ぶ短時間プレビュー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E1C4BCF8-AFAC-6886-9EE3-9981EC5C738E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01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1">
            <a:hlinkClick r:id="" action="ppaction://media"/>
            <a:extLst>
              <a:ext uri="{FF2B5EF4-FFF2-40B4-BE49-F238E27FC236}">
                <a16:creationId xmlns:a16="http://schemas.microsoft.com/office/drawing/2014/main" id="{4625AA22-BAC0-D263-1B53-676D2FD1BBF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03445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00"/>
    </mc:Choice>
    <mc:Fallback>
      <p:transition spd="slow" advTm="6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527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A0A654DA-DECD-DBFF-28F9-92982647F09A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C328625C-F1A7-05D5-112A-8A886C91F22D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このプロジェクトは何を解決する？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130BD0F-E263-ACF9-F7F8-384B5E4608CE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Local Board Plus 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地域掲示板、街道ウォーク、開店閉店、イベント、周辺スポットを軽く投稿・検索できる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UGC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対応ローカル掲示板サービスです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439C6563-2EA7-3DBD-8538-29A8A6E817E3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02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2">
            <a:hlinkClick r:id="" action="ppaction://media"/>
            <a:extLst>
              <a:ext uri="{FF2B5EF4-FFF2-40B4-BE49-F238E27FC236}">
                <a16:creationId xmlns:a16="http://schemas.microsoft.com/office/drawing/2014/main" id="{42DACFDA-E5DC-422A-8820-62779951571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21435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3000"/>
    </mc:Choice>
    <mc:Fallback>
      <p:transition spd="slow" advTm="13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2824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573CBA46-159D-CDF7-9DD5-132DE25F541E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200B5EBD-000D-0BCE-EC8A-916EB5EA5262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技術スタック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A3097894-B868-D221-87DD-3EE413AAF2BE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主要技術：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JavaScript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HTML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CSS
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役割を分け、保守しやすい構成を目指しています。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680F7D44-486C-3EF8-63A2-FE505FB23F58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03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3">
            <a:hlinkClick r:id="" action="ppaction://media"/>
            <a:extLst>
              <a:ext uri="{FF2B5EF4-FFF2-40B4-BE49-F238E27FC236}">
                <a16:creationId xmlns:a16="http://schemas.microsoft.com/office/drawing/2014/main" id="{52681FF3-BC65-FDA6-7E84-2C2908BCE08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88254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000"/>
    </mc:Choice>
    <mc:Fallback>
      <p:transition spd="slow" advTm="11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215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8E9DB305-CB41-AA7E-7B1F-49082B75AC92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69E802CE-D833-2DAF-E6FD-EB40CD27943C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リポジトリの読みどころ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97598049-D0DA-F0DD-874A-66651849E9A3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公開コード、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、コミット履歴から設計判断を確認できます。
主なファイル：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README.md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index.html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package-lock.json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EA6B9811-48E2-FF0E-C55E-72551F3F044A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04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4">
            <a:hlinkClick r:id="" action="ppaction://media"/>
            <a:extLst>
              <a:ext uri="{FF2B5EF4-FFF2-40B4-BE49-F238E27FC236}">
                <a16:creationId xmlns:a16="http://schemas.microsoft.com/office/drawing/2014/main" id="{9FC297CA-4643-4C02-49F3-970A41DF107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33659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0"/>
    </mc:Choice>
    <mc:Fallback>
      <p:transition spd="slow" advTm="10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67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99C99E77-A4FB-C058-053E-73CD46893BEC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321F6385-EA6E-B778-1297-4708A2AF6B95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コミットから分かる改善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6614FE00-2D6E-5237-AD4E-1FA4C61E9B77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直近のコミットでは、実装の見直しと継続的な改善が行われました。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9C21C815-B659-49EE-A416-1FBB0AC40CCD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05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5">
            <a:hlinkClick r:id="" action="ppaction://media"/>
            <a:extLst>
              <a:ext uri="{FF2B5EF4-FFF2-40B4-BE49-F238E27FC236}">
                <a16:creationId xmlns:a16="http://schemas.microsoft.com/office/drawing/2014/main" id="{60729104-5F30-86FD-5A6B-E55630B7024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957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07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2EAD897A-D014-A86A-418B-38E15385A4D7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2FD3DC2D-B64D-80DE-7AFF-E94AC9FC2BCA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詳しくは積み上げログへ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C78F62C-9722-3051-AABF-073AD0CDFB2C}"/>
              </a:ext>
            </a:extLst>
          </p:cNvPr>
          <p:cNvSpPr txBox="1"/>
          <p:nvPr/>
        </p:nvSpPr>
        <p:spPr>
          <a:xfrm>
            <a:off x="533400" y="3429000"/>
            <a:ext cx="10795000" cy="101566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記事： </a:t>
            </a:r>
            <a:r>
              <a:rPr kumimoji="1" lang="en-US" altLang="zh-TW" sz="2000">
                <a:solidFill>
                  <a:srgbClr val="333333"/>
                </a:solidFill>
                <a:latin typeface="Arial" panose="020B0604020202020204" pitchFamily="34" charset="0"/>
              </a:rPr>
              <a:t>https://syunnjack.dev/articles/local-board-plus
</a:t>
            </a:r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学び、作り、振り返る開発記録。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9930B7FA-0303-DAD4-3749-60CFE6AA58DE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06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6">
            <a:hlinkClick r:id="" action="ppaction://media"/>
            <a:extLst>
              <a:ext uri="{FF2B5EF4-FFF2-40B4-BE49-F238E27FC236}">
                <a16:creationId xmlns:a16="http://schemas.microsoft.com/office/drawing/2014/main" id="{3500A2C8-949F-9871-A722-207005DA1D0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316866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42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190</Words>
  <Application>Microsoft Office PowerPoint</Application>
  <PresentationFormat>ユーザー設定</PresentationFormat>
  <Paragraphs>24</Paragraphs>
  <Slides>6</Slides>
  <Notes>0</Notes>
  <HiddenSlides>0</HiddenSlides>
  <MMClips>6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啓介 加藤</dc:creator>
  <cp:lastModifiedBy>啓介 加藤</cp:lastModifiedBy>
  <cp:revision>1</cp:revision>
  <dcterms:created xsi:type="dcterms:W3CDTF">2026-07-30T12:00:05Z</dcterms:created>
  <dcterms:modified xsi:type="dcterms:W3CDTF">2026-07-30T12:00:05Z</dcterms:modified>
</cp:coreProperties>
</file>