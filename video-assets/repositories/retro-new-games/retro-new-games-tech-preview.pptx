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031558-F229-C37E-19FB-338F09C5D9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8969C2C-AC95-7FBC-4149-CAE944BFB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555AF1-CE91-46B3-EAAB-0C9225C95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59F60E-726D-54F7-84AD-E3E366299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94F67F-0FA4-39AE-33E9-00E65B8E4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494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93404-89F1-CFEC-FE2E-2625362C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5B2690-E26E-98DA-6476-767F8A8D2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AEE37-2CF3-9B0B-25EB-7E4EC4F76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4C9FCD-C90E-D0EA-0045-E4CED4F4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3C013C-C636-77B6-5FA4-1810D661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2938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4287D6-BA71-0FBB-DDEA-EB612288F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B5BFE9-1DA9-6CAB-B84E-6D64135CD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12CBF6-104E-585B-7322-5BDC252A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3943A6C-65EE-C3CF-4075-1678094BC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1BDDA5-7C3C-C8F6-F864-2F3B777C7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0749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B5B84C-1C71-8738-F378-F3DE11BB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2553A1-8EF9-FD73-4630-454BF2AAF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21BDBB9-8228-D3AE-E2D0-564FF74C0D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2502D3-11AA-E187-EB58-A3C6521F4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9E3DA60-7AFE-3676-02F0-1E9CD9481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B66873-7CA7-2B5F-86D1-6A6B16842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3644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9BB8D6-C1F5-A520-0FBA-86A34FED5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1FE7E9E-5BC4-617A-D75B-EBDEC1F13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E1E395B-5C3D-C7B8-6DFA-155AAE349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14009DE-4C47-E621-C0F5-3E587CE1F7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912EE43-7EF3-0652-7F78-ADED8165B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DFC404-FD44-F27C-CCA9-5CBBDEF56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5E0486E-0B0F-AF53-D489-92A896137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935005F-7CC4-E763-F64B-F2B149F24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0235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5669C7-7B33-71D9-D440-F53D70702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4461D47-D890-1EE3-6E76-CBF6913CA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704E3BE-780A-7BC1-D30E-E5C7B3664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2AC0861-B0E2-F933-F642-D4FFE6D8E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267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3D243F8-AF82-D0EB-035C-2F27F4118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217570E-BE2F-D43B-B32C-1B40BA36F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6B5A43-CFCE-F6A8-5EFD-57886FFAD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9663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9A69C1-CCCF-8099-088E-717F875C3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BF2F36-4A9F-5D82-9020-41913D83A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4CE223-9959-0CFC-C8FC-F723C50113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82396A-FB60-5F18-C46F-5015A9890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615B2B-BE05-108B-C8A1-0581E5E29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D1FCE83-C671-F88A-0C92-76B5E515E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507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7B46B6-6D84-AAC8-4A35-8301713B0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61CEA01-5C09-420F-09F3-8C02540A9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0BE0B8C-09D9-118A-F9D8-39F875E5B1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8491AD3-0E72-2BF7-65E9-50A3BB2B2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45BD404-E3D8-C898-539E-494E83C4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1CAD7CF-C8C7-5B70-F18F-8D73D2262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529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C8ECA9-17CD-06D3-5F0F-1093D0C81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0D7A1B-0779-C7CE-D135-3FBEC11809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9B2B7F-46C8-88E8-FC79-8BAF270C1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994654-3E2A-364C-112D-9969D865A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41C6EE-4D2E-54A0-1876-D6B416DA9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568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C974BE-826F-D25A-E38A-0374818D7A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F643397-E0D9-D442-CDD6-6F09C3E47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D35A87-C17B-3C39-233B-784D964BC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06B768-DB9C-7A8B-3784-4B7472E18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CA9C7E-750F-A7E1-1B80-3379FF0EC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4835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889BE82-700B-6C10-B9BB-F5F3EDB36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C03B84E-ABED-DDDE-70A3-F88D45DBD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19DE58-8D29-67BC-CAFB-D004E55C14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205809-4741-4517-B72D-18042206230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1422E8-08BC-EB7B-E871-25834A88FF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571786-4CB8-2B8E-A067-A8F9E88076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BCD158-B129-4B38-9519-E3135B7928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5001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7BCAC32-44CE-7C8F-DC5E-453C23F5294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B91CD1-582F-DF43-B9C3-4EE4C96DE09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Retro New Games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F56A740-39A7-C86F-A53F-F857DAECC0D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07308F8-C92A-950C-792C-AA30BF67CB7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0955CEC9-6B50-2A8E-9897-EA37CCC4E29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281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05F11FB-D26A-D2BE-8125-0E0E8E2BDD0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945E226-69A9-B721-0DFC-6107FCC0F38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08EC0E-D25E-914B-AD25-71555ECD91C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GAME PORTAL JP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レトロゲームから最新ゲームまでの攻略情報と、全国のオンライン・実店舗大会を横断できるゲームポータルの初期版です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D323082-335C-67F4-EE4E-BEEBC449FD3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9610EA2-AC38-B27F-47D0-9E85D2BC359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1376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6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DC9F29E-B0E2-89FF-9FDB-88370045AD1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6B7C052-0EED-BEC3-EFAB-B21303CFEA6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C6FCF43-84FC-1B8F-3CFC-1554077E515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07A3E0-E69A-DC19-D339-43490D7728B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113E7C38-D3D5-0DC1-A671-AF24F005CBD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94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509833-9646-FB47-4162-031032DAA3A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8E3C689-712A-E5A6-A05F-245CFCF3D2D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63B3DA5-A3D7-A27B-9AAE-6D88EA8CE5F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47B02A-173B-CFB0-2BEB-09B036D0678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F898EDD-1F34-6F72-D6B6-A44D9A37BC2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3208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CBD1FC6-A250-D6D2-6088-15B15BA82B8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667864D-16BD-FB02-5039-59514C9CA07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656DA0-EE39-CD0F-12FB-9E758C07F91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直近のコミットでは、新機能の追加と実装強化が行われました。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839F0C-515B-03F1-700F-7AB248C80C0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48354D89-F2D1-CA70-2088-62DA0B4D602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7687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654BA23-F5BD-8DB7-47ED-8AC7B36664E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8667E9-AEEA-48C1-D8D2-BA0410ED00A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CB61824-A83A-5B02-38E5-F1B5D5B64FCB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https://syunnjack.dev/articles/retro-new-games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FB5367-6B31-E15F-29D2-0A429581A7C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39E49AE9-FC84-AAD6-181D-D7BFBA75B2B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5702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2026-07-30T11:14:57Z</dcterms:created>
  <dcterms:modified xsi:type="dcterms:W3CDTF">2026-07-30T11:14:57Z</dcterms:modified>
</cp:coreProperties>
</file>