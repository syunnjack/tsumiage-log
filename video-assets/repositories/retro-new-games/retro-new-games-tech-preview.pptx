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1b41de7df745ac" /><Relationship Type="http://schemas.openxmlformats.org/officeDocument/2006/relationships/extended-properties" Target="/docProps/app.xml" Id="Rad456fc8024c4d70" /><Relationship Type="http://schemas.openxmlformats.org/officeDocument/2006/relationships/officeDocument" Target="/ppt/presentation.xml" Id="R62d208565d40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16091e8d1d41b8"/>
  </p:sldMasterIdLst>
  <p:notesMasterIdLst>
    <p:notesMasterId xmlns:r="http://schemas.openxmlformats.org/officeDocument/2006/relationships" r:id="R2747e464e1404905"/>
  </p:notesMasterIdLst>
  <p:sldIdLst>
    <p:sldId xmlns:r="http://schemas.openxmlformats.org/officeDocument/2006/relationships" id="256" r:id="R7e7b0b8d1c8542d9"/>
    <p:sldId xmlns:r="http://schemas.openxmlformats.org/officeDocument/2006/relationships" id="257" r:id="Rc207507934d54bac"/>
    <p:sldId xmlns:r="http://schemas.openxmlformats.org/officeDocument/2006/relationships" id="258" r:id="R6ea0beebeee54cfd"/>
    <p:sldId xmlns:r="http://schemas.openxmlformats.org/officeDocument/2006/relationships" id="259" r:id="R38b19ca4f64c49ee"/>
    <p:sldId xmlns:r="http://schemas.openxmlformats.org/officeDocument/2006/relationships" id="260" r:id="R043e28be9b5d469c"/>
    <p:sldId xmlns:r="http://schemas.openxmlformats.org/officeDocument/2006/relationships" id="261" r:id="Read13f4fd18f41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e0ec4fd87466e" /><Relationship Type="http://schemas.openxmlformats.org/officeDocument/2006/relationships/slideMaster" Target="/ppt/slideMasters/slideMaster1.xml" Id="R0b16091e8d1d41b8" /><Relationship Type="http://schemas.openxmlformats.org/officeDocument/2006/relationships/notesMaster" Target="/ppt/notesMasters/notesMaster1.xml" Id="R2747e464e1404905" /><Relationship Type="http://schemas.openxmlformats.org/officeDocument/2006/relationships/presProps" Target="/ppt/presProps.xml" Id="R374e8598a8bd455c" /><Relationship Type="http://schemas.openxmlformats.org/officeDocument/2006/relationships/tableStyles" Target="/ppt/tableStyles.xml" Id="R3f5312514b134721" /><Relationship Type="http://schemas.openxmlformats.org/officeDocument/2006/relationships/slide" Target="/ppt/slides/slide1.xml" Id="R7e7b0b8d1c8542d9" /><Relationship Type="http://schemas.openxmlformats.org/officeDocument/2006/relationships/slide" Target="/ppt/slides/slide2.xml" Id="Rc207507934d54bac" /><Relationship Type="http://schemas.openxmlformats.org/officeDocument/2006/relationships/slide" Target="/ppt/slides/slide3.xml" Id="R6ea0beebeee54cfd" /><Relationship Type="http://schemas.openxmlformats.org/officeDocument/2006/relationships/slide" Target="/ppt/slides/slide4.xml" Id="R38b19ca4f64c49ee" /><Relationship Type="http://schemas.openxmlformats.org/officeDocument/2006/relationships/slide" Target="/ppt/slides/slide5.xml" Id="R043e28be9b5d469c" /><Relationship Type="http://schemas.openxmlformats.org/officeDocument/2006/relationships/slide" Target="/ppt/slides/slide6.xml" Id="Read13f4fd18f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bbe4b55164d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b4312d0d0a4e7e" /><Relationship Type="http://schemas.openxmlformats.org/officeDocument/2006/relationships/notesMaster" Target="/ppt/notesMasters/notesMaster1.xml" Id="Rb58266e2a205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f00c9d49d43be" /><Relationship Type="http://schemas.openxmlformats.org/officeDocument/2006/relationships/notesMaster" Target="/ppt/notesMasters/notesMaster1.xml" Id="R63dd351f3e56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a0ecf6665347aa" /><Relationship Type="http://schemas.openxmlformats.org/officeDocument/2006/relationships/notesMaster" Target="/ppt/notesMasters/notesMaster1.xml" Id="R3981583569584d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e4597e529c49de" /><Relationship Type="http://schemas.openxmlformats.org/officeDocument/2006/relationships/notesMaster" Target="/ppt/notesMasters/notesMaster1.xml" Id="R967d93f245b24d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bdb01dbb3046f6" /><Relationship Type="http://schemas.openxmlformats.org/officeDocument/2006/relationships/notesMaster" Target="/ppt/notesMasters/notesMaster1.xml" Id="Rc00d7e5d36254e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0022050f4c4cc8" /><Relationship Type="http://schemas.openxmlformats.org/officeDocument/2006/relationships/notesMaster" Target="/ppt/notesMasters/notesMaster1.xml" Id="R8c7f8502990d4f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今回は、Retro New Gamesの技術構成を短く解説します。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</a:t>
            </a:r>
          </a:p>
          <a:p xmlns:a="http://schemas.openxmlformats.org/drawingml/2006/main">
            <a:r>
              <a:t>- https://syunnjack.dev/articles/retro-new-games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 PORTAL JP レトロゲームから最新ゲームまでの攻略情報と、全国のオンライン・実店舗大会を横断できるゲームポータルの初期版です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</a:t>
            </a:r>
          </a:p>
          <a:p xmlns:a="http://schemas.openxmlformats.org/drawingml/2006/main">
            <a:r>
              <a:t>- https://syunnjack.dev/articles/retro-new-games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</a:t>
            </a:r>
          </a:p>
          <a:p xmlns:a="http://schemas.openxmlformats.org/drawingml/2006/main">
            <a:r>
              <a:t>- https://syunnjack.dev/articles/retro-new-games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</a:t>
            </a:r>
          </a:p>
          <a:p xmlns:a="http://schemas.openxmlformats.org/drawingml/2006/main">
            <a:r>
              <a:t>- https://syunnjack.dev/articles/retro-new-games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</a:t>
            </a:r>
          </a:p>
          <a:p xmlns:a="http://schemas.openxmlformats.org/drawingml/2006/main">
            <a:r>
              <a:t>- https://syunnjack.dev/articles/retro-new-games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</a:t>
            </a:r>
          </a:p>
          <a:p xmlns:a="http://schemas.openxmlformats.org/drawingml/2006/main">
            <a:r>
              <a:t>- https://syunnjack.dev/articles/retro-new-games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b1329b2ea4a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4b871e38c148a3" /><Relationship Type="http://schemas.openxmlformats.org/officeDocument/2006/relationships/slideLayout" Target="/ppt/slideLayouts/slideLayout1.xml" Id="Rde00d885da0d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00d885da0d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6d57d4f4e4e57" /><Relationship Type="http://schemas.openxmlformats.org/officeDocument/2006/relationships/notesSlide" Target="/ppt/notesSlides/notesSlide1.xml" Id="R435b13ca0cb7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f2c0811334c65" /><Relationship Type="http://schemas.openxmlformats.org/officeDocument/2006/relationships/notesSlide" Target="/ppt/notesSlides/notesSlide2.xml" Id="R97497b427c29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14e110ca140b8" /><Relationship Type="http://schemas.openxmlformats.org/officeDocument/2006/relationships/notesSlide" Target="/ppt/notesSlides/notesSlide3.xml" Id="Rd3b83562f29945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eb44ff6cb4751" /><Relationship Type="http://schemas.openxmlformats.org/officeDocument/2006/relationships/notesSlide" Target="/ppt/notesSlides/notesSlide4.xml" Id="R988f27478e4a4f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851b2a8b24df0" /><Relationship Type="http://schemas.openxmlformats.org/officeDocument/2006/relationships/notesSlide" Target="/ppt/notesSlides/notesSlide5.xml" Id="Rfc706872fec14d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d1f4c52104493" /><Relationship Type="http://schemas.openxmlformats.org/officeDocument/2006/relationships/notesSlide" Target="/ppt/notesSlides/notesSlide6.xml" Id="Rc0907f3c8b2b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5E025-84A9-4784-8BDF-E36594EF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48094-4074-49A7-95BE-258F0911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65ACD5FD-6814-42E3-A4A7-0A2BE03A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E31DF91-4107-4798-8F17-D75F7E3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F9F1B1-9304-4B86-B19F-32D38A0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Retro New Gamesの技術解説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0D64F25-C872-4B81-9E30-BC4C1D66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C9D25FC4-1AF3-4F5A-BD68-A46FB195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948061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2FEC6-2B54-4CBE-BA99-6BFD3BA6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C3475-7CC8-4281-BB0E-58F17DCE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DF783671-5772-48C4-AF3D-B0FD2652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159E66F1-0AE1-426E-9CD5-BE13ED38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6ACB7548-93FB-429B-B8AB-3B4CFDE3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71583-CEDA-4473-8E58-5F1ED802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44613684-04EE-4407-A162-D74839F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GAME PORTAL JP レトロゲームから最新ゲームまでの攻略情報と、全国のオンライン・実店舗大会を横断できるゲームポータルの初期版です</a:t>
            </a:r>
          </a:p>
        </p:txBody>
      </p:sp>
    </p:spTree>
    <p:extLst>
      <p:ext uri="{BB962C8B-B14F-4D97-AF65-F5344CB8AC3E}">
        <p14:creationId xmlns:p14="http://schemas.microsoft.com/office/powerpoint/2010/main" val="408411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3A711-52A7-4447-9944-CA05EE73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8D64F-40BA-4AF3-B3F0-D9061523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FA56F781-7F03-4391-90BF-3AE9BE3D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E486295-BFAB-4162-9FAA-3A103C7F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C3EDF06C-0CE3-4795-BCCF-4255A8B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9A7C1-BCE6-4EB3-B063-F12A244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0E2416B-A011-4099-A6AE-F301F80D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07371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DC8D0-DF83-4A2F-8A9B-6B36A7D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257A5-76A2-433C-8ABB-2ED5242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B04D448B-F3C1-4776-BB8E-024FB9A8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70A83C4-D845-47AB-8B50-485E836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F4C0DBB8-4643-4EEA-983E-467EB051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A9567-D579-42F3-9771-931C735D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5DDA740D-7123-40EC-B387-B5758DB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2106829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1D5C4-95AC-4D08-8C76-65F8B51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2B151-E64D-4746-85A8-7D82F899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CA318821-C0BD-4B84-83D3-D6F1BE1A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F2DD431-AB32-4B21-B068-E8F12D4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5E99A423-4AE8-42FA-A765-A0644A77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4D031-C16F-4A3A-8AC6-D716FA14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574A870D-A9DE-4C0C-9DFF-9324D924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895799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CAC4F-7FED-4D8F-BC0E-83A094D5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3A9BF-F863-4A81-8179-8CA1DE27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FF3EC9C7-C48E-4711-B5FD-8E3C3AE0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BF8D206-AF6E-4B06-A0B9-8D33E052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7522667D-98F1-4853-B33A-49EF4B9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8BBB2-A353-4594-B48B-7AF5904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23F64D6-29E5-4B31-86C9-FB9FC117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https://syunnjack.dev/articles/retro-new-games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454566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2026-08-12T15:33:07.5200000Z</dcterms:created>
  <dcterms:modified xsi:type="dcterms:W3CDTF">2026-08-12T15:33:07.5200000Z</dcterms:modified>
</coreProperties>
</file>