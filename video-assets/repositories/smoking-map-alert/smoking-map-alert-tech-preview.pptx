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6A3A84-C824-2543-082B-A45DE47A9B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02CD022-8E04-F7A2-A29D-D8F7A3FC68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4C9D6B1-3882-67C2-1859-C43D73235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DCB6A-88EE-4926-8F46-0B945A64513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F250B1E-3079-BF74-E6EA-04FC14189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056F4B7-9700-DCF5-8043-CDBE366A0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B2681-9B56-4D37-AD6C-9910BB3770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7283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1D91DD-FE17-9B39-B4FC-9B03761F0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589473E-09BB-8AAD-7E25-435A0550A5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20814DB-DAE5-4B2B-3F07-6D46A6BF7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DCB6A-88EE-4926-8F46-0B945A64513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05047A1-F38A-5FE2-B3C5-A5DB1785B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3352909-0AC4-C06E-FF1D-02A695CC0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B2681-9B56-4D37-AD6C-9910BB3770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1675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7DC503-1B3F-37E5-DFEB-ED0C4AF65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A2ED10C-53EE-C9E6-CB2D-9C9D9E2B7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073DAC5-FCA2-B1A6-7C47-78D5141A6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DCB6A-88EE-4926-8F46-0B945A64513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3404733-338D-11C9-1DA9-37CF80B96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21A47E8-DE71-EAB3-9E49-C23D9D703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B2681-9B56-4D37-AD6C-9910BB3770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2080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3DF95F-82A5-04EA-3537-70751DA52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8E914E2-B22E-5E53-638D-4E30F6E8BC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74664C5-F75E-1181-C0B7-8F7B97FFCE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DF9FDEF-C6AE-CD6C-5414-7ECC13458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DCB6A-88EE-4926-8F46-0B945A64513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090E85B-44B4-6FF2-2B96-ED93341EC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1368CD5-6193-95C9-81B8-515A10E09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B2681-9B56-4D37-AD6C-9910BB3770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6237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7F8AD1-2068-183E-861D-4BF2F6DE1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79D79AF-13CC-B087-F9E0-F9D86FDFF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B971A13-833E-02E9-9904-C8F937674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AC8323F-FAD6-85B9-8C4D-596BAD1147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2E67BC4-1D6D-1923-3B34-D9E78E2A75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7CEF7FD-7313-1A38-E1F8-8D7A35FDD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DCB6A-88EE-4926-8F46-0B945A64513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F876EC1-FB43-166C-797C-892B297E1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3DD7D18-389A-520C-C231-DBA2D8A38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B2681-9B56-4D37-AD6C-9910BB3770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8464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2E214C-4044-D794-3F1B-131D6B0AB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409D04A-C045-2BB3-21BA-867452BBA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DCB6A-88EE-4926-8F46-0B945A64513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B103C3E-2B14-209F-8A2F-41A601662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63E31AE-5216-299B-8090-940A5E3F1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B2681-9B56-4D37-AD6C-9910BB3770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707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ABE7199-7CE7-4D60-2F10-B057D4558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DCB6A-88EE-4926-8F46-0B945A64513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41D85BF-088D-0216-5255-613377C3E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DDDB1AC-904E-DA8C-3EF6-8BB17E91E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B2681-9B56-4D37-AD6C-9910BB3770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9657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F60C72-547C-E04D-03E4-0EAD3780B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CEF08EA-3F99-B8BF-8244-735F8B4F1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EBCFFCD-A03C-C634-1E05-A060B28961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9F90C76-7F4B-0B21-D832-D3B1AD9C6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DCB6A-88EE-4926-8F46-0B945A64513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2C11E68-6685-C73D-06FE-9A2D74E3B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24416C0-E2B2-915C-6C64-B721876F2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B2681-9B56-4D37-AD6C-9910BB3770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1760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DE84E9-705C-EBB1-28B7-F3364BF4A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5CC4045-500B-09C4-4199-A23923F302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9F2DC18-DAD0-2666-526D-394AF10D25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FFE4F08-811B-110C-898D-2F8BC4D30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DCB6A-88EE-4926-8F46-0B945A64513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D5C019D-FE36-1F75-0145-2E283EED9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335CF02-82A5-0AC2-BD92-3DDEFA146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B2681-9B56-4D37-AD6C-9910BB3770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0692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DA0755-74D3-9200-395E-3E9D85285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57BE987-F3A6-7368-D34B-DFFB367F73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EAD4E29-8C2A-D73D-A543-B82E728F6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DCB6A-88EE-4926-8F46-0B945A64513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49AED16-38D1-B6DA-546B-F97158DE9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F6EA9CF-CA88-B0F2-063C-4FAAF346C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B2681-9B56-4D37-AD6C-9910BB3770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2187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EAFC2AE-2C8D-46EE-8461-17D169F40C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147EF94-8A40-EAE6-D89C-50E8955C61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3D72310-8A66-A0CA-5ADB-9ACF9CB18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DCB6A-88EE-4926-8F46-0B945A64513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00FEFA-D45D-498F-58DA-925DD60E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33B6C8C-4306-0F05-1790-F907D25C8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B2681-9B56-4D37-AD6C-9910BB3770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3326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0A04C6C-3B22-E9EE-75FC-B6447A6CD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24E36DB-293D-FE75-9B6E-4759E16FE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A5CFFD7-4A63-6E05-9C35-553ED0D437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9DCB6A-88EE-4926-8F46-0B945A64513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4F5FEB-5987-2517-930F-8FB9540A86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F90C3C1-7686-867A-8DF3-54443B7EAD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5B2681-9B56-4D37-AD6C-9910BB3770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3051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4CC2F65-A6F1-C032-5DD9-8FF385609AF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C3D35EB-FC80-A674-7FC6-7ECE5E4FA1F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Smoking Map Alert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5FD6A43-B825-51C0-0BB3-2DCC65C39548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A8F4EE9-1479-6871-0670-577F5A6EAB8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AAF35637-AE38-C3B1-7806-1AB51FE8410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863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86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67AC9A5-27B6-3B85-DF00-D78769E7F32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AD56DE2-2489-BE04-337D-CE522235216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1AEA25E-1A34-7220-7951-E49A9411FB28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Smoking Map Alert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喫煙所・喫煙可店舗の新規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/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閉鎖通知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Repository Recommended repository name: smoking map alert Domain candidates Confirmed domain: smokingmap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485ADA1-44F0-01F0-ECEB-54F8FE61E03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C7DEDABF-61EF-7370-0811-C03B6E94A07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6116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000"/>
    </mc:Choice>
    <mc:Fallback>
      <p:transition spd="slow" advTm="14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90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E48293D-A593-EA50-C5F8-1A496981D56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CF063A7-3652-497B-9FB6-9856B8EB14F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2C76E0B-603E-4304-EAED-ED3E4B30D4E8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1378425-5A10-604A-42C5-E58493FBB3A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FBD005D4-718B-7E1B-F757-7D6F4F62796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4084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1AE5A02-D21B-F7E0-F7C5-D9A595B1D67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DD8DF19-12C8-F0FA-86B4-E3CC2287176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E21CD99-AA5C-EFF1-3C2D-49EA67845363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A228AD0-3200-CC93-8B36-CB552F919AC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67EB86D7-3AE5-1969-BF68-2A46D1A5D24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5056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FC79882-535D-A526-97B6-8754D398E84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B7C4F64-DDE7-48F3-FDED-1119C7ADA98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867B085-F5BE-0D94-0927-B156F3417885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9270DA2-8272-3CF0-0357-58C06DE2672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46888285-045F-423A-4AAC-E21368E1677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6183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BF842F5-349A-3A0C-7945-D13055BF7BF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E9ADEFC-9A23-EAC7-EEC3-CFF20DDFE2A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38472F8-7575-F629-3D9D-8BB96ABBCAA7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https://syunnjack.dev/articles/smoking-map-alert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CD43E15-D259-DA54-5E07-9361C9C7461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868D5A54-3D62-8E69-91EE-C7B9A413FCA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5212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2026-07-30T11:35:03Z</dcterms:created>
  <dcterms:modified xsi:type="dcterms:W3CDTF">2026-07-30T11:35:03Z</dcterms:modified>
</cp:coreProperties>
</file>