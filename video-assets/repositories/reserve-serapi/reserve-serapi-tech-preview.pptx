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99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7B2A46F-3655-DF5D-BA26-3D2E557B84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D82A6688-74B5-F7BF-F277-93C57D2F3B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3DDCA94-34D5-33C7-DD84-2E2BCA17B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067B3-486C-43B8-8CB8-F25D5694A965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7C6EC8E-475D-A2B5-7EE2-56B4572669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9AA9CCD-423E-E7DA-E4AA-54F163559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2DDE5-B11C-419E-B46A-CBCC6888737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611457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03C3BB3-001D-A219-4B65-FE40B72AB9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1DAA7CA-3943-905D-C681-8A24BBE30F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2980935-BB09-D7A7-C6F2-0EE75D1CF8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067B3-486C-43B8-8CB8-F25D5694A965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700BE77-4308-8434-98BC-D9A279D63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A1411AE-2883-FB4D-F5DA-A2050F9E7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2DDE5-B11C-419E-B46A-CBCC6888737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570594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1537AC6-8066-974E-7580-080BADFD4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CF3D502-6E5E-E681-0933-DB1333CB32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217C96A-BED8-F5AD-3FF5-1B05A0A004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067B3-486C-43B8-8CB8-F25D5694A965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7F102A2-57BE-0C14-327E-07E085855B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20BAC7D-F54B-C6D2-0B97-5AD87CE09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2DDE5-B11C-419E-B46A-CBCC6888737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748582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1F9CD6B-1F8E-6C56-3E85-0F078B1E46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9A37D22-6AEB-26E7-8AAC-0DB6B2DB37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C1A2243-EAFC-19A0-B5DC-24DAF73727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16E8501-CCA5-F328-E507-11DAB01E2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067B3-486C-43B8-8CB8-F25D5694A965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2937834-7BDC-CBE0-97BF-AA148555B8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F8CC3DF-D2EA-6CFE-D6AE-FF42E7807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2DDE5-B11C-419E-B46A-CBCC6888737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682176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26CF595-2CFB-A439-2A5A-8BE232114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CD91E1E-7225-8D2F-1212-DF51B60F36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C36C397-8C01-4D49-480B-9A5ADA1F77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1F95A52D-A2D3-52CD-8665-A4661400FB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EFC85229-AEE1-4374-379C-CF55A6DFF2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9F846293-D239-0096-952B-E387BB904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067B3-486C-43B8-8CB8-F25D5694A965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A2154199-6303-CC36-FC85-C7A4250E3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D3273DD0-5E65-80E5-906C-26FFF71CD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2DDE5-B11C-419E-B46A-CBCC6888737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3368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8AB150E-8DCA-9277-FB85-730D01B2D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2FCDF3D2-033D-2FF9-E079-5BEF6BEBFC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067B3-486C-43B8-8CB8-F25D5694A965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B39B47A8-A2B9-2D16-0725-7530FC3AA6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F7E5EA1E-88A1-0D7D-B1B8-AEFFBD71E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2DDE5-B11C-419E-B46A-CBCC6888737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743260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72261DFA-AB39-E012-67C3-57AA930C2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067B3-486C-43B8-8CB8-F25D5694A965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CA8CBD58-CAE3-DDCE-F3C9-A5FD2AABB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500E245-E985-0E20-A969-02541B888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2DDE5-B11C-419E-B46A-CBCC6888737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922525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552CE8A-0B9D-8940-E486-59EE70EBF1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DA93FFC-99F3-7F56-E737-9FF4B3691A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766761E-0835-F4DA-0F20-2D8B8334D3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9601333-0C07-1966-0E55-1355E2AEF2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067B3-486C-43B8-8CB8-F25D5694A965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A002E56-A150-452A-089C-93E8EAA65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737BCEA-403A-A1A5-953D-BBA84010E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2DDE5-B11C-419E-B46A-CBCC6888737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902842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A8C4663-D17F-69C2-8126-234E54E6B8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201CD876-0866-B52E-F3AB-728FB411AD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59CDAE9-99A0-D65A-364C-0D8F5FEAEC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092449F-4130-3126-079E-101165FD47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067B3-486C-43B8-8CB8-F25D5694A965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8096D9E-18F8-12C8-6726-D17DB77F5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616DF07-7577-69C4-F94D-BDA40331F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2DDE5-B11C-419E-B46A-CBCC6888737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78738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14014D9-00EA-8683-B0A4-571F50E44F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FCC78E3-A069-9983-3099-2CBCF21987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5AC764E-90A4-DE71-8225-730D329BFE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067B3-486C-43B8-8CB8-F25D5694A965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7A058CA-0FA2-BE74-2CCF-319EEE245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467F97E-C8FC-4819-FAC3-05358A515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2DDE5-B11C-419E-B46A-CBCC6888737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785967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13F6ACE1-A139-206C-45C5-169704410C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26A59DE-CD6F-2E2B-5D68-1870A804B6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573CD30-2146-605B-5BEE-9AA5B837B2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067B3-486C-43B8-8CB8-F25D5694A965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9558F46-3AA4-BE10-76F7-A4D99A9BD6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08D1913-A2F6-789C-2D02-543683DDA7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2DDE5-B11C-419E-B46A-CBCC6888737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617387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EB46FE04-3799-5238-94D1-62579E84B7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6594B02-FCCA-F2FD-5836-B1F12763B1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625E47F-6C52-C7B5-A02D-20078DAE6B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C067B3-486C-43B8-8CB8-F25D5694A965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51B4062-C50E-45FB-AAE5-607B070F66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25A8C1A-7555-5CCC-3A68-0335BB0C45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C2DDE5-B11C-419E-B46A-CBCC6888737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39094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3E79B000-CE07-7E6D-1BB9-BF683CFE8B45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0F3A768-5B4A-FA2D-DAA5-BDC9408CE175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Reserve Serapi</a:t>
            </a:r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の技術解説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B555B577-694E-AE4B-E857-85F3E83C694F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設計・実装・コミットから学ぶ短時間プレビュー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C27A502-1D85-C446-2E25-E4824CA17A3D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01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1">
            <a:hlinkClick r:id="" action="ppaction://media"/>
            <a:extLst>
              <a:ext uri="{FF2B5EF4-FFF2-40B4-BE49-F238E27FC236}">
                <a16:creationId xmlns:a16="http://schemas.microsoft.com/office/drawing/2014/main" id="{3701CC00-8881-9A4D-F253-0CF05753509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27514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242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6A8C706E-A967-9986-A497-CC0F864BC0EC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9BD89BA-FB42-D29A-4703-B285B6751B78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このプロジェクトは何を解決する？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969437B-6AF8-C83F-39BF-53397BDAF37E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Reserve Serapi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の目的、構成、実装を公開コードから確認できるプロジェクトです。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959A033-8887-6F84-6BA6-BC1A388589F2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02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2">
            <a:hlinkClick r:id="" action="ppaction://media"/>
            <a:extLst>
              <a:ext uri="{FF2B5EF4-FFF2-40B4-BE49-F238E27FC236}">
                <a16:creationId xmlns:a16="http://schemas.microsoft.com/office/drawing/2014/main" id="{F514411E-6A6A-2614-53E6-7F3731D5503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83273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00"/>
    </mc:Choice>
    <mc:Fallback>
      <p:transition spd="slow" advTm="8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14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AD75F32-12F2-9CEA-2727-6C22A52CC1C3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0645569-AFDC-5E6C-0E27-400C6F116F53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技術スタック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D707EDF4-847F-73CA-92D0-16038373EB3D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主要技術：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TypeScript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JavaScript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CSS
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役割を分け、保守しやすい構成を目指しています。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0AED54A-148B-2833-17EF-DFA06C67406A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03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3">
            <a:hlinkClick r:id="" action="ppaction://media"/>
            <a:extLst>
              <a:ext uri="{FF2B5EF4-FFF2-40B4-BE49-F238E27FC236}">
                <a16:creationId xmlns:a16="http://schemas.microsoft.com/office/drawing/2014/main" id="{7746E604-B554-719D-4D4F-45B36939D65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0401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000"/>
    </mc:Choice>
    <mc:Fallback>
      <p:transition spd="slow" advTm="11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7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2331A753-8917-40F7-4CED-94CEFD0E8FAB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01E849C-9D40-5833-E7B4-40A53BBD14CE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リポジトリの読みどころ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EFBA3E7-0A27-A143-D90E-855D0ECF88B9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公開コード、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、コミット履歴から設計判断を確認できます。
主なファイル：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AGENTS.md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CLAUDE.md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README.md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3B9CBFD-1FCC-69FB-26C5-334B6DAC18F0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04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4">
            <a:hlinkClick r:id="" action="ppaction://media"/>
            <a:extLst>
              <a:ext uri="{FF2B5EF4-FFF2-40B4-BE49-F238E27FC236}">
                <a16:creationId xmlns:a16="http://schemas.microsoft.com/office/drawing/2014/main" id="{B49C2820-88CD-B5AB-41C3-C83B6ECD67C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7201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0"/>
    </mc:Choice>
    <mc:Fallback>
      <p:transition spd="slow" advTm="1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18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51477884-ECAB-3260-1446-B4CA323079A7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A37809B9-4D20-A72D-4CAB-CD2EEAB3B27E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コミットから分かる改善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3A1A7B5-E52C-2446-90E9-18A0CC3F97D1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直近のコミットでは、新機能の追加と実装強化が行われました。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9C35C38-65AD-3E77-2F6A-31FC7E85B864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05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5">
            <a:hlinkClick r:id="" action="ppaction://media"/>
            <a:extLst>
              <a:ext uri="{FF2B5EF4-FFF2-40B4-BE49-F238E27FC236}">
                <a16:creationId xmlns:a16="http://schemas.microsoft.com/office/drawing/2014/main" id="{5C1D252C-6751-B2CB-CD6C-7695F488962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31535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687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F1A2250C-2DE7-8FB8-C8FA-91715B3AC39C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794961C-B978-0A7D-4156-0E2AA2E4AEC4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詳しくは積み上げログへ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1E27B15-BF66-8EFF-768C-B36B6BC0F19A}"/>
              </a:ext>
            </a:extLst>
          </p:cNvPr>
          <p:cNvSpPr txBox="1"/>
          <p:nvPr/>
        </p:nvSpPr>
        <p:spPr>
          <a:xfrm>
            <a:off x="533400" y="3429000"/>
            <a:ext cx="10795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記事： </a:t>
            </a:r>
            <a:r>
              <a:rPr kumimoji="1" lang="en-US" altLang="zh-TW" sz="2000">
                <a:solidFill>
                  <a:srgbClr val="333333"/>
                </a:solidFill>
                <a:latin typeface="Arial" panose="020B0604020202020204" pitchFamily="34" charset="0"/>
              </a:rPr>
              <a:t>https://syunnjack.dev/articles/reserve-serapi
</a:t>
            </a:r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学び、作り、振り返る開発記録。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9C40FEF-CEFB-41A5-5DE7-284A8F4C5C73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06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6">
            <a:hlinkClick r:id="" action="ppaction://media"/>
            <a:extLst>
              <a:ext uri="{FF2B5EF4-FFF2-40B4-BE49-F238E27FC236}">
                <a16:creationId xmlns:a16="http://schemas.microsoft.com/office/drawing/2014/main" id="{949382B8-2C43-81F6-C5A0-C3D60CB5B1E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12236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177</Words>
  <Application>Microsoft Office PowerPoint</Application>
  <PresentationFormat>ユーザー設定</PresentationFormat>
  <Paragraphs>24</Paragraphs>
  <Slides>6</Slides>
  <Notes>0</Notes>
  <HiddenSlides>0</HiddenSlides>
  <MMClips>6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啓介 加藤</dc:creator>
  <cp:lastModifiedBy>啓介 加藤</cp:lastModifiedBy>
  <cp:revision>1</cp:revision>
  <dcterms:created xsi:type="dcterms:W3CDTF">2026-07-30T10:58:10Z</dcterms:created>
  <dcterms:modified xsi:type="dcterms:W3CDTF">2026-07-30T10:58:10Z</dcterms:modified>
</cp:coreProperties>
</file>