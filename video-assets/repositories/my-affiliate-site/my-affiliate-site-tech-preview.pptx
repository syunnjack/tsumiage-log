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946725-8D92-BA78-2D66-22878E9EB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068CD3-3E4F-6B73-8BBF-F86652BA8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F7CAFD-0766-1D69-6B53-24CE642F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2A0C16-7F85-E3DD-5310-40AD8E45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EF93B2-5E51-8C05-ADE9-2BC2D61D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1749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72523F-CE93-3D68-9361-0BEF7802F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13AB70-F9D1-C8D8-1574-581D29047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E98B3B-5C4E-718D-2540-514F332F4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4384CF-5F65-A397-1068-4F7EA7A7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287A6F-4C8F-1E96-EDC6-B345A977D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530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7EDBAB-7807-63C0-2D07-98A991286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1B9FB2-F145-C659-A213-A4C496BE6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F5ECF3-CEA1-DD0A-CDB6-87811655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B8D82B-3A2B-137A-4D2B-B6CBC0F1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1A3153-C956-DB2C-CE48-324E8C36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1313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BF212B-D797-79C6-61D1-03D82AD3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CDA2CD-50C4-2496-6385-47E2F5E75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A5A8CBA-3190-2738-C124-C86A87B0A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317E72-A43D-D17C-5F09-6F880B18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7469B1-D7ED-C54D-2447-7DF5E378C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0B293B-163C-5CB4-8B5A-191A6D91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766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C07B79-9D78-80FB-6332-4B3229C7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83CD19-27B5-F3DD-277D-CA2476A2B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12C239-4BE7-C014-7DA3-C5C84D784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E2180C5-A561-DE58-B340-68E63472D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F7D9D24-FED5-BEB3-334C-D73837314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6204EB8-9155-D7D4-84D8-C5F13AF05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CCF1F9-D167-4CAA-7B27-99FD8A07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FBE4586-DA80-83D2-AAC0-1D59EC0B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386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750C1E-B9E4-4266-8E21-19C113E3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FC98A0C-5753-09A9-CA83-FD37ADC31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D45F15F-B422-ABE1-471C-ADB60FAA1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7F46CF-CE52-E148-BA2E-F4AF1BA1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60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5CAFFF0-8AE2-9DB9-8492-8AA58257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95E04A-459C-D463-6F1A-39CD834A0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FECB68-E7EA-AB50-1534-8767FAA5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8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94202C-CD42-1ECA-5967-9FAC73CA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E14C1D-8054-37A5-7ECF-B9449E8AF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2CFDFEA-206C-8EC3-B8A8-5FD421554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F45576-D2AD-33C2-A0DF-F2441C19C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C00C12-C42D-776D-29BC-BB808DE91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26F110-2A8B-C07D-B302-588A42F0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164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185E8-9DB7-4C81-4B3C-27335194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5050BB-8B1D-133B-558F-40703ABA0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11750F-E58F-BF4E-5700-2BE57DA49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5DF2BD-B0C5-177D-7D86-F4A7E4B6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53009C-F509-6D75-D8AC-3F2179E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C304BC-E605-474F-7764-0C3798A4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398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FB0DC8-A4C5-3EB5-2FF5-ED93C7CDB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37E894-677F-60FB-080F-B44EB9BE4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6274D3-CCEC-2144-D145-C53990288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2BC820-087A-ADEA-3E1B-C33635E2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0231FB-C6DE-6182-99C2-F3B1E0EFE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500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DADF892-5BB8-2CA2-15A6-7AEB4A7EF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3B828C1-9B57-83F6-93A5-828D8B3F4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F93A71-1492-F895-67E3-CE5E332B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4D37AC-BF11-8484-F285-0CAE66EA6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F2C1D0-C4D4-02D8-996D-74C0E809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0847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AD24044-3E26-0562-DE52-E43071CC8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F68441-37C6-8CF3-FCF4-985D7C702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8A9830-9B78-6EAE-82FA-35F239AE1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FA0BE-134F-405C-966D-F0F80AABD2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4B7C30-BA8A-3EF3-9673-14950C64C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32326B-6031-6264-BD48-F5BF3F3DA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FCAC3-4019-426E-AEF8-A331D72B4E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24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E18B1BC-8F64-CD3C-7B4B-100CD08ED00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0EFDBF-497C-649B-9938-B01B8BA1649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My Affiliate Site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FEF618-8052-515F-A6A6-048D9203818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12E97A-EE0C-8C40-128A-3AC5CFF82C6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AC465D4-D189-9D0F-28FE-CD71BBAE6C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20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7DE9A8-EAD4-01EE-F039-8D039558A4A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2BA4FB-52BA-26ED-6947-6123B6CB5FC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D4F3F04-2D96-5A48-1AF0-2D01F61BAD9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My Affiliate Site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1EBC06-98EC-57E4-B8C4-A25855D9BFF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12AB1E7-91F0-94A4-4A0A-2E26F519A1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3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4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D543447-A9B1-7A50-FF91-13DF44CEF36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FCE200-E021-15CF-EDFA-34FE5DCB01E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E87463-D26A-F6D9-8829-856A5BCDB98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46342E-1ED6-0822-4CF1-878678B8F67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A845A37-9C3F-C997-2D31-0D3120B5A5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21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DE9DF8A-C801-EA58-E478-0E535A03117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D052FB-606E-0BA2-F8A6-B03921043B8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5E054A-86F6-43F9-B870-B98D55D6B0A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FA3CF8-FA90-5603-404F-5188D1F2D7B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D334205-A422-13B5-6233-EAC1CCB902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65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750CDD-2991-71AA-86B4-9FC9FE7A065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7584BE-4D12-893E-CE62-2370C4894CF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5996D9-63FC-5843-5181-5ACB953534B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直近のコミットでは、不具合修正と安定性向上が行われました。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9B6A7BA-DD7D-A67A-3D42-2981F8EC184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329DD76-D568-1917-E730-4D15A77DB8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85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C4E5EDB-9FBB-317C-57E6-3953824803C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1BC3B0-52D5-1729-B9DF-45DD9C91AFA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066591C-DAD3-366E-AA41-E0043B95D31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https://syunnjack.dev/articles/my-affiliate-site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CF38AB-D53B-09B2-B2FC-73A836AE2BB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932A7D6-AFAA-869C-21CC-0794355F42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43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2026-07-30T12:34:00Z</dcterms:created>
  <dcterms:modified xsi:type="dcterms:W3CDTF">2026-07-30T12:34:00Z</dcterms:modified>
</cp:coreProperties>
</file>