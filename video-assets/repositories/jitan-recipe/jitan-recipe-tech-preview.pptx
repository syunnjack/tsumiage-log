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9233d40bf440e" /><Relationship Type="http://schemas.openxmlformats.org/officeDocument/2006/relationships/extended-properties" Target="/docProps/app.xml" Id="R8469025892854f52" /><Relationship Type="http://schemas.openxmlformats.org/officeDocument/2006/relationships/officeDocument" Target="/ppt/presentation.xml" Id="Ra86f9942dabd43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49d42c4e74bb9"/>
  </p:sldMasterIdLst>
  <p:notesMasterIdLst>
    <p:notesMasterId xmlns:r="http://schemas.openxmlformats.org/officeDocument/2006/relationships" r:id="R5ac8dd2575c1452a"/>
  </p:notesMasterIdLst>
  <p:sldIdLst>
    <p:sldId xmlns:r="http://schemas.openxmlformats.org/officeDocument/2006/relationships" id="256" r:id="Re386c320d88a410e"/>
    <p:sldId xmlns:r="http://schemas.openxmlformats.org/officeDocument/2006/relationships" id="257" r:id="R2014ee14fe6a422e"/>
    <p:sldId xmlns:r="http://schemas.openxmlformats.org/officeDocument/2006/relationships" id="258" r:id="R1ac6fc84c57f4878"/>
    <p:sldId xmlns:r="http://schemas.openxmlformats.org/officeDocument/2006/relationships" id="259" r:id="R0d91b5824a5347f1"/>
    <p:sldId xmlns:r="http://schemas.openxmlformats.org/officeDocument/2006/relationships" id="260" r:id="R83cd0692509a4523"/>
    <p:sldId xmlns:r="http://schemas.openxmlformats.org/officeDocument/2006/relationships" id="261" r:id="Rdaa69979b1a246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321d9d0974174" /><Relationship Type="http://schemas.openxmlformats.org/officeDocument/2006/relationships/slideMaster" Target="/ppt/slideMasters/slideMaster1.xml" Id="Rc9d49d42c4e74bb9" /><Relationship Type="http://schemas.openxmlformats.org/officeDocument/2006/relationships/notesMaster" Target="/ppt/notesMasters/notesMaster1.xml" Id="R5ac8dd2575c1452a" /><Relationship Type="http://schemas.openxmlformats.org/officeDocument/2006/relationships/presProps" Target="/ppt/presProps.xml" Id="Rf2c79b745fb94b84" /><Relationship Type="http://schemas.openxmlformats.org/officeDocument/2006/relationships/tableStyles" Target="/ppt/tableStyles.xml" Id="Rbabc68828d4c489f" /><Relationship Type="http://schemas.openxmlformats.org/officeDocument/2006/relationships/slide" Target="/ppt/slides/slide1.xml" Id="Re386c320d88a410e" /><Relationship Type="http://schemas.openxmlformats.org/officeDocument/2006/relationships/slide" Target="/ppt/slides/slide2.xml" Id="R2014ee14fe6a422e" /><Relationship Type="http://schemas.openxmlformats.org/officeDocument/2006/relationships/slide" Target="/ppt/slides/slide3.xml" Id="R1ac6fc84c57f4878" /><Relationship Type="http://schemas.openxmlformats.org/officeDocument/2006/relationships/slide" Target="/ppt/slides/slide4.xml" Id="R0d91b5824a5347f1" /><Relationship Type="http://schemas.openxmlformats.org/officeDocument/2006/relationships/slide" Target="/ppt/slides/slide5.xml" Id="R83cd0692509a4523" /><Relationship Type="http://schemas.openxmlformats.org/officeDocument/2006/relationships/slide" Target="/ppt/slides/slide6.xml" Id="Rdaa69979b1a246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07f2bb8be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1ce0f9a864805" /><Relationship Type="http://schemas.openxmlformats.org/officeDocument/2006/relationships/notesMaster" Target="/ppt/notesMasters/notesMaster1.xml" Id="Raeb933c6357347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900194e6354527" /><Relationship Type="http://schemas.openxmlformats.org/officeDocument/2006/relationships/notesMaster" Target="/ppt/notesMasters/notesMaster1.xml" Id="R7655bd3e120049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572c73a3354b19" /><Relationship Type="http://schemas.openxmlformats.org/officeDocument/2006/relationships/notesMaster" Target="/ppt/notesMasters/notesMaster1.xml" Id="Rd0d6f80b320549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98f7cbacf4b4a" /><Relationship Type="http://schemas.openxmlformats.org/officeDocument/2006/relationships/notesMaster" Target="/ppt/notesMasters/notesMaster1.xml" Id="Rebf230f4f985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35328a49644406" /><Relationship Type="http://schemas.openxmlformats.org/officeDocument/2006/relationships/notesMaster" Target="/ppt/notesMasters/notesMaster1.xml" Id="R3711e99798bb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85ab43c6f24f3b" /><Relationship Type="http://schemas.openxmlformats.org/officeDocument/2006/relationships/notesMaster" Target="/ppt/notesMasters/notesMaster1.xml" Id="Rc813cb17243c41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今回は、Jitan Recipeの技術構成を短く解説します。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https://github.com/syunnjack/jitan-recipe</a:t>
            </a:r>
          </a:p>
          <a:p xmlns:a="http://schemas.openxmlformats.org/drawingml/2006/main">
            <a:r>
              <a:t>- https://syunnjack.dev/articles/jitan-recipe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10分前後で作れる時短レシピを、調理時間・調理器具・洗い物の少なさから探せるレシピ集（Next.js App Router / 全ページSSR・SSG）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https://github.com/syunnjack/jitan-recipe</a:t>
            </a:r>
          </a:p>
          <a:p xmlns:a="http://schemas.openxmlformats.org/drawingml/2006/main">
            <a:r>
              <a:t>- https://syunnjack.dev/articles/jitan-recipe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主な技術はTypeScript・CSS・JavaScriptです。役割を分け、保守しやすい構成を目指しています。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https://github.com/syunnjack/jitan-recipe</a:t>
            </a:r>
          </a:p>
          <a:p xmlns:a="http://schemas.openxmlformats.org/drawingml/2006/main">
            <a:r>
              <a:t>- https://syunnjack.dev/articles/jitan-recipe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リポジトリでは、README.md、app、componentsを中心に実装を確認できます。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https://github.com/syunnjack/jitan-recipe</a:t>
            </a:r>
          </a:p>
          <a:p xmlns:a="http://schemas.openxmlformats.org/drawingml/2006/main">
            <a:r>
              <a:t>- https://syunnjack.dev/articles/jitan-recipe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直近のコミットでは、不具合修正と安定性向上が行われました。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https://github.com/syunnjack/jitan-recipe</a:t>
            </a:r>
          </a:p>
          <a:p xmlns:a="http://schemas.openxmlformats.org/drawingml/2006/main">
            <a:r>
              <a:t>- https://syunnjack.dev/articles/jitan-recipe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https://github.com/syunnjack/jitan-recipe</a:t>
            </a:r>
          </a:p>
          <a:p xmlns:a="http://schemas.openxmlformats.org/drawingml/2006/main">
            <a:r>
              <a:t>- https://syunnjack.dev/articles/jitan-recipe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31aac028c4d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f5df7a220546b5" /><Relationship Type="http://schemas.openxmlformats.org/officeDocument/2006/relationships/slideLayout" Target="/ppt/slideLayouts/slideLayout1.xml" Id="R20c4036f3d1046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4036f3d1046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6686b55f249e5" /><Relationship Type="http://schemas.openxmlformats.org/officeDocument/2006/relationships/notesSlide" Target="/ppt/notesSlides/notesSlide1.xml" Id="Rdca7384014d5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d08cbcff349ca" /><Relationship Type="http://schemas.openxmlformats.org/officeDocument/2006/relationships/notesSlide" Target="/ppt/notesSlides/notesSlide2.xml" Id="R68089f3d6c434f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f5ae1969a4c3b" /><Relationship Type="http://schemas.openxmlformats.org/officeDocument/2006/relationships/notesSlide" Target="/ppt/notesSlides/notesSlide3.xml" Id="R4b8935422b4644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879a932a34f20" /><Relationship Type="http://schemas.openxmlformats.org/officeDocument/2006/relationships/notesSlide" Target="/ppt/notesSlides/notesSlide4.xml" Id="Rc61d7cb9c8e941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d1abb54a848f9" /><Relationship Type="http://schemas.openxmlformats.org/officeDocument/2006/relationships/notesSlide" Target="/ppt/notesSlides/notesSlide5.xml" Id="Rd6a7e9c5f36b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08957117348cf" /><Relationship Type="http://schemas.openxmlformats.org/officeDocument/2006/relationships/notesSlide" Target="/ppt/notesSlides/notesSlide6.xml" Id="R21b0c7bfc891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1C3AF-72B6-4401-B181-4BF5CFD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9ED8B-EF4E-4A95-942F-4220FE75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8F256129-C157-4E58-ADFC-09CB103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9070333-EC01-4575-8E46-76B3096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8E24624-DCB5-4148-8DAB-BDACCB6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Jitan Recipeの技術解説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B655823-4167-408B-9690-C1262191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D401B27B-F247-40E5-AC10-3F9C2FAA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TypeScript・CSS・JavaScript</a:t>
            </a:r>
          </a:p>
        </p:txBody>
      </p:sp>
    </p:spTree>
    <p:extLst>
      <p:ext uri="{BB962C8B-B14F-4D97-AF65-F5344CB8AC3E}">
        <p14:creationId xmlns:p14="http://schemas.microsoft.com/office/powerpoint/2010/main" val="1446745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9DAFE-E3DF-4FC6-A59D-F331995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A3878-C6BF-40B5-9464-28961B3E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6010A019-2240-4647-9C00-2A536016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A859435F-D2DC-4296-930C-259B9029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F740ADBB-ED19-4515-9D11-5686DA3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786D3-96DB-43F3-9023-A097F7AD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D01D2C8-9005-4D9C-8AAD-DDD2E96E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10分前後で作れる時短レシピを、調理時間・調理器具・洗い物の少なさから探せるレシピ集（Next.js App Router / 全ページSSR・SSG）</a:t>
            </a:r>
          </a:p>
        </p:txBody>
      </p:sp>
    </p:spTree>
    <p:extLst>
      <p:ext uri="{BB962C8B-B14F-4D97-AF65-F5344CB8AC3E}">
        <p14:creationId xmlns:p14="http://schemas.microsoft.com/office/powerpoint/2010/main" val="1440594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59FC0-E317-4E96-AA90-D2A758AC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7FACD-8325-40BF-956F-E8AC7783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AAEB25D9-2048-4751-AA59-BDB5F9A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A46270E-F158-4CF5-B110-A493754D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FC6937E8-F27E-484F-AA4A-493B042B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78D14-95DC-48C4-8AD4-9178AC24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DF7EDD4-ED77-4CB6-A627-C3853D57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主要技術：TypeScript・CSS・JavaScript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824499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77E25-AF0C-47F2-9BD5-B3F39B9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E59D3-2DBA-4196-890C-19DF3AB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06283917-B398-4B43-A215-BC21813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A8D4AD8-5030-4C02-BDDE-CF616698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74C23C52-ECCA-4F4A-A60F-7042E35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083AF-9F41-471B-8751-1CD8E997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1C26CE30-E382-4DDF-9343-C4A43A82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主なファイル：README.md、app、components</a:t>
            </a:r>
          </a:p>
        </p:txBody>
      </p:sp>
    </p:spTree>
    <p:extLst>
      <p:ext uri="{BB962C8B-B14F-4D97-AF65-F5344CB8AC3E}">
        <p14:creationId xmlns:p14="http://schemas.microsoft.com/office/powerpoint/2010/main" val="659902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A05D5-E57D-4AA6-860E-F4A34A66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89303-3DD0-4592-84F8-2C04357D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658F2802-8C78-48B0-8F9F-AACF9368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DC3B5A11-C591-4FF7-9EEA-29736FB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98BE5F03-9A58-42CF-9F66-268A36B6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FE146-673C-4BB2-9CC8-00FB5B45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DD389250-4E92-427C-9687-A5D34173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直近のコミットでは、不具合修正と安定性向上が行われました。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90540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F89C5-37B9-4ACE-BE6A-48A7D0E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39C28-2137-4D76-ABD6-313F582E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ACE92362-AFD9-431E-81A2-4185674E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852F258F-1CD3-47AB-A13B-42C46572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96842997-D5FA-4CAE-BD29-091C745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37F70-9F41-4CAE-95DF-88934721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19237C47-DCB0-407A-B2C3-D7AC1FD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https://syunnjack.dev/articles/jitan-recipe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947343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2026-08-11T12:06:59.6490000Z</dcterms:created>
  <dcterms:modified xsi:type="dcterms:W3CDTF">2026-08-11T12:06:59.6490000Z</dcterms:modified>
</coreProperties>
</file>