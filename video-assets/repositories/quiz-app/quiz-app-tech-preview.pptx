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F26EE-2827-28D4-A801-19FFD63DC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0F09E0-97A1-4D91-3CAB-7FEAAB67E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18204C-F171-2EF1-1217-6BB58A37A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A58ECE-A1DC-BAA3-244A-CF572D0D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089FC-402F-1677-AE07-D2911B26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15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9DB6A8-C4DB-0CA3-215C-194A36BC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902DC4-571A-5141-6097-FC822300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428323-49D0-4061-4443-C759D83E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9A7C25-3398-ECDA-9408-F6B028D6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3F384F-1648-468C-26D6-126428D2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74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7C0C6-F019-09F8-F515-9F6976B7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C0D65F-DC8B-0FC4-D3EA-7212EE435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94007-BD9C-F2B1-AD2C-C8E646AF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6AA351-0F71-EE05-10CD-DAC4E172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9509BB-DC4E-6FE3-9ACB-5BA76FB2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81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AE68E5-A294-0859-BF68-78AF4DAD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631A6A-A6D7-077A-8432-C7A8905A6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6E6FFA-E0C5-BC7C-A8F1-D0D0FFE8C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04C990-ACC5-7ED5-1C12-B28CFFC3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4CC839-908B-5066-C15A-56BB2A5F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F33176-DA54-73E2-9492-2CD6AEA7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81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8B7B8-4BB4-334D-EAAF-80F2935A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34EEDA-DF66-AB94-45FD-EC7C3D119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4C875E-9E72-4326-2386-D04BEFE1E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E6537F-4E6E-2EF5-A9CE-D1FB72679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80FE25-5008-9EE6-269C-C0FDEFE68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6B312C-4286-40B7-3CEF-B74FEE40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4F818B-EFA7-7D9C-4A59-B73BF9C9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1248E39-FDC1-506B-781A-688E8CD6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41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2E08D-BBBE-BCBE-DCB3-0B380B96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DBA8A2-4B97-89D0-112C-D2CA3757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C837F5-1BDD-DA60-5E19-57A7B992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C3A2266-0BD6-B21E-BD20-B7472FCA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4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FD3F2E-0A7E-A4FC-052C-ADCD177A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2925994-0355-C21F-6312-EDD599FF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2B6862-84C7-BA43-2D03-BDEB6CFC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70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B8E084-6334-EF7F-B708-87DA35F4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A9FEC8-A6D5-DFCC-80BD-3527B4E97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A49E31-8902-37F8-0D50-8F252C609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30194C-A623-3C17-6CD3-A7DF85BC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0B055C-82A6-6BED-268F-416C1535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5865F8-8DED-1FA7-C096-2A5F1E1E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84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6B2A6-0D0F-FD9B-B560-7E0DED0D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7E7214-FD35-F30B-DF6F-9373F1EA3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E8073C-6EE8-5A39-A796-754BFD54E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E58C21-ACDF-B9F8-0370-4B6CF411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3C60E9-63D3-77FF-229E-482145CD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8477BD-C75D-9A2E-02A3-B02F481E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52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0E0EE9-B635-55E9-24D0-773C5370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038CA1-A826-4B43-312C-6A3DCBF75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9E5E8-C5EB-11D1-DBC9-A625A54E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B7B7DB-0558-ADB2-A1DC-6279927F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6269E0-5039-68BC-2CCD-42023C44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74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0241A38-4DCA-18CA-66E9-1FB3E897C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5CF5CB-5427-FB59-8890-F367FBCC3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9939D0-D3A5-C998-EA8D-FB076B5A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DCF316-1FA7-BEDC-414F-8C58CDAE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6CC7AC-13A8-EC7E-5B13-3B6863C9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39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3F389A0-BC53-861C-4483-813B73FC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019FA9-E659-0DC1-71DD-C0E0AD4A4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5B66CB-CD50-B2A5-7338-325F2BFDE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F643D-D34C-41F9-8DFE-4E5B8C603F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43261E-9646-EA14-0E5F-775D40C73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79E0CD-98E1-B30C-4704-5FAF9FD28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1918B-9D0A-4821-98A4-2A7B46910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46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750F81A-D1EA-21FF-E97C-B5018343D61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355471-91B6-4226-425F-5470B7C059D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Quiz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1EE9E7-08D7-467F-CA97-E5E30AEE69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708DBE-6912-894A-44FC-660B8AD3155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68C9F07-4D4C-DD14-A180-FF9C9B6F45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49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5843EA-E10F-623B-84A7-D25439C70AF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4C255E-1D52-3818-0E58-074C8D317DA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ED648D-3F91-C75C-2AE3-BFBA32CCE9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Quiz 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D26344-8253-5304-1F48-A5498697FE8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A7A3F22-F479-A25B-073C-ABADE605E2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82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2D1AF6-5679-0F2C-E101-D381BAA9F1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D59713-9238-2A54-0DC0-06E0AB64C2E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D4D3564-1910-707B-6926-1393CBE88B0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Procfile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12A421-7EF4-C1AF-3E3B-E3719982163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83FC22E-0C03-47FD-E71A-EAA75B212A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4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31357C-5D23-8BEF-CCE4-6574EBF6348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8CFA6B-4BA6-45E3-6279-181ECC0D59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484008-0970-86E9-B5A9-0C7ECE3C107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Procfile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322B2E-B344-352C-D690-7317AF8C810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8C5ECAF-0502-F4F8-0526-5172B2A34B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3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0D6759-FFD5-FA57-6506-BA40E62D82E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6C6EE3-7E5A-38FD-AC3E-ACD779FE72A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F2C635-B966-5B94-B50F-B7CA498B722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64E3B3-05C0-44FC-39D8-1929CC726CA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6518D5F-C305-9666-E908-2451D6C151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12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10355C-20DA-69FD-51A8-27EF3F3D31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6B5DF0-A0C6-C211-26BC-DA07EE6D6D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91389D-F003-9D6C-378A-DF1AAF90190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https://syunnjack.dev/articles/quiz-app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D04B7A-DFD7-624F-9D3C-FE2A427447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66C901D-F083-63CD-5495-4BDEAFC8D7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9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2026-07-30T12:35:44Z</dcterms:created>
  <dcterms:modified xsi:type="dcterms:W3CDTF">2026-07-30T12:35:44Z</dcterms:modified>
</cp:coreProperties>
</file>