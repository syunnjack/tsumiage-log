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C7592D-F3DA-ECD9-F082-FA3FFF022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FA99CF-A7FB-BB01-7F44-3F6CCD56A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43B01F-5647-DABB-9FD8-B0A2740C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7547-4ED5-4DCB-88FB-D53B87E715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E4B304-504E-58E3-6E81-743B3D5A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F64F8E-8144-35D6-F3E8-D22E7E45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410E-EBC6-4D2C-8A67-7D710420BA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5809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E3B961-1FC1-CAE9-549D-243D85CB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B1121C-8BDC-4C57-CFE1-902EA33A7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B01A96-3501-4AD0-D559-012DE3FDF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7547-4ED5-4DCB-88FB-D53B87E715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7E693C-430F-3658-F108-C12B425D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BD4BC3-3796-42F9-1531-89789D8E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410E-EBC6-4D2C-8A67-7D710420BA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285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5F6C7C-E17D-E159-C06B-F0DA5E22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A4CDD0-8E8B-E42D-DAA5-79C7914B0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D011E3-69A0-B15F-02A0-AB6060C0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7547-4ED5-4DCB-88FB-D53B87E715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E4AA01-6012-0EBD-73D6-7B09174F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860208-AEAE-6480-32CD-F39A2A68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410E-EBC6-4D2C-8A67-7D710420BA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696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958E61-C177-17D5-7E55-47E9F3E4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54962B-3A8C-92C5-28AC-919FB9C10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BF75E6-51E0-3BB9-4A6A-8ABF399BA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A0407F-FE43-0C00-C331-A9ECCB013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7547-4ED5-4DCB-88FB-D53B87E715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25820C-3F25-F36E-1C4E-C5044138A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35D3A1-F477-BEC7-CA79-006A3C9E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410E-EBC6-4D2C-8A67-7D710420BA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780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E254EF-9904-AD93-CE2E-C2F762F3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B2BEB1-6927-583D-8111-FC736F455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E35A0A-416D-08A0-350B-ECD7906DC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9DD1B7A-6D8B-D6FC-ECAB-8905DB127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E7918A6-6D4D-8F94-DA39-F59DD8EB8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815214D-990B-DAB2-69DF-AD4939F90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7547-4ED5-4DCB-88FB-D53B87E715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591B80F-A516-EF81-9A0D-BF496689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8B63AF0-782C-D01E-E040-FB5407C4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410E-EBC6-4D2C-8A67-7D710420BA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8128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39AE2E-A871-7A73-34E7-D5631231B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78C5E27-D0D1-049C-22A8-EC05A0C91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7547-4ED5-4DCB-88FB-D53B87E715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62F809A-2BD6-935E-BFDE-09F7D3D51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5AE17C-1E53-BEF2-7FF2-F3C10DEB2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410E-EBC6-4D2C-8A67-7D710420BA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601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AE20A30-01BC-E8AF-79F6-CE0C1ABE7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7547-4ED5-4DCB-88FB-D53B87E715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4ED13C-E65B-3F1E-0ED0-3B12D5F75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AE1D87-D544-9D42-93CD-9733894C3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410E-EBC6-4D2C-8A67-7D710420BA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5836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87E8D0-EE27-E115-E38D-85D6A9062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815192-095F-244A-DB9E-D88F9088A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E65514-4378-5D14-E154-F1A41347C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48C902-E9A0-2BFA-6D4B-7571C744E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7547-4ED5-4DCB-88FB-D53B87E715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7AF561-8531-1C02-23F7-F4DC6B29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462278-E36F-1690-1572-80380B3C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410E-EBC6-4D2C-8A67-7D710420BA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834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B4438E-D199-8504-009E-126B6477A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7D064A7-13F1-04CC-0D2D-B1D9AB1DE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1883C2-D423-3465-C61A-561F1C3E6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2C63D1-E528-8072-1C7A-52888BCCA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7547-4ED5-4DCB-88FB-D53B87E715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D7ABA1-B7D4-4966-A960-11839E2A1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492FD2-74B0-B606-BDEE-AAAB9F0FF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410E-EBC6-4D2C-8A67-7D710420BA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934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73DD2A-57D4-0B52-6FAD-B9366D15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68BBD1D-32D4-832A-4BF4-AF43AD82E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F7102E-4E39-885A-1F2F-CC57039AC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7547-4ED5-4DCB-88FB-D53B87E715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507E8A-2653-CA4F-F302-6752A930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94E8C4-6E65-4613-B9D3-17CCB1C1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410E-EBC6-4D2C-8A67-7D710420BA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0894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E4ECF31-9727-A883-C94C-8125A435A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97FBF6-401A-CCCF-EFB0-56CC9F9AB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7653F2-C5F0-B9CC-B0EC-3ABA9792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7547-4ED5-4DCB-88FB-D53B87E715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0812C2-4DBB-90EA-4A0A-499A4CFC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EE764-428F-B40C-EC69-2DE95B4B8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C410E-EBC6-4D2C-8A67-7D710420BA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93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7FC1BC-E3D4-D77F-D827-D769620E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C7848D-38F2-6668-3506-D269270B3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104820-9CCB-19BE-B2F8-F3EEF0C88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37547-4ED5-4DCB-88FB-D53B87E715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DF34BC-AE21-5840-5F6E-358799DC0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A3C71D-B382-8A12-B14E-C5E6411D1D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C410E-EBC6-4D2C-8A67-7D710420BA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09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5C48289-6047-ED9E-A25C-9E7445BB8EB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4F27C56-5FE6-7B60-63F4-F102E93EDF6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Goal Pilot App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60DFA4-8FFC-0F81-9790-D26A948907C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8A0906-4DFB-FDC2-3A45-912AF2A1512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395F09D-A9B0-AE95-005B-861ACCD8D4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26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486CE3-9B9A-1DAA-5E66-CCE19063103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CFE941F-AC91-7888-9C7A-C5591514FA5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1A04CD0-A80C-5294-C8F1-75F9FE9413B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Goal Pilot 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64BD88-0C32-9E9E-0FB1-4691A79D2B8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D144CF5D-DA7A-E754-A27C-D4281A6A2A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7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8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012BBDB-8371-5BD8-40A7-E88BC293B1A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6F1952-ED2D-D26E-0B92-E42FD62F978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8586E64-8DA8-F487-4826-65A2EB364FB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B4BE6A-A71D-6BE6-DA9B-EA8AE6B436E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61D4404F-C5B7-7280-6CA6-D4AC4032BA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50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65CF51-CDDB-EA5A-18C1-9DFF87682F5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CBFDAEB-19D7-178F-0A09-CE175E60102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65E89B-BB1C-12BC-B842-067EE432B3F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android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635FBB-7A9D-D01D-D5EC-B5579B7DE31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5142E9A-0FA3-78C4-5348-0699BC9B95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15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D4C11FB-6C5A-A6E7-E13E-C28955CD479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81A3C1-F984-AA18-DA98-2CA37F9B8AF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55C7BB4-0000-A8B0-80A5-02AB2FDD382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C10E268-250B-70ED-8E45-3782AC00C5B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4C65263-320C-19D4-C342-0CF4D97BBD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69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36E2DB-05B9-A431-9711-C438DF3F238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20D4DE-F057-E2AA-8D51-3C8E5F1991A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C79F60-6B4D-FCAB-02D1-E8D46E802F8F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https://syunnjack.dev/articles/goal-pilot-app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24F109-34B6-0457-1522-E14AD13E3AD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E2ABC02-A36A-DEB7-8258-442D7FEFCE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58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2026-07-30T10:59:46Z</dcterms:created>
  <dcterms:modified xsi:type="dcterms:W3CDTF">2026-07-30T10:59:46Z</dcterms:modified>
</cp:coreProperties>
</file>