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F0762-5B0C-FFB4-FFF0-CDFAB0D27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50B7F8-8D61-9316-D633-F1460890A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873FC5-BDC2-8373-9294-5A912015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3DD2B0-A0A9-AAA5-9092-C3545A0F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25CFFB-75A1-C04A-BBFB-CF3BC386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645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15E6E-9D82-9589-4C0D-1083DBC8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2793C5-512B-7EDB-C3D0-DF1E19FB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03ACD9-0FDD-A0A1-B9DC-DFA2A585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AE8B6F-D024-FA95-C53C-18FAFDAF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67BBA4-ED59-E385-B054-E7413EE0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18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C2D2E-BC0F-5557-9944-38AD1DC8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080EF3-1FC6-58E6-5C8C-42310AA52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F93835-3754-8207-D52A-7A675F2D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C364CA-1E5F-501D-4A8A-C0C868FE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DF9F64-6386-0EB3-035A-D0776631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73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0E9F4-CECA-B09A-28B4-92280DAA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D60B0F-CAF7-D47F-0B4B-D92935293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B4982D-2037-751D-E997-6324A1F84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8C65D5-B1D8-1AB1-8CC4-B7D3FB33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46A36B-C207-5455-6112-A4784CD1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14B28C-F239-EBE4-13E8-EE178AA7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48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6A09A3-5246-25B6-0264-A49A204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F7E8E5-99A5-E0F3-47AC-BF58D660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F47FFE-9810-2DF0-4413-B877850E5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23C76A-8373-EF7C-A36D-48E973095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0688259-6918-9D2C-3D00-C68F85986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1F54DF-ECC2-9424-82EE-9403B7C7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D69A22-2B6A-CDB1-5AFA-340D48A6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9452F7-BA2A-DCD0-C098-AF66C745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68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DF0D9C-F1CA-949E-0574-52B96046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E963BF5-9991-54EC-F91C-5F9B3F2C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0D1620-BE70-8640-912B-B3D35D03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1A9D9D-0387-4BE5-E528-5FA65D64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86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E0D283-BA1C-55ED-E4E4-E54971AE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F79D62-D6C4-917A-EFA3-4BE16792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6CCA3C-2678-B1F8-C117-6BF29961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50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74B3C2-CF7A-F836-50AC-89E142C2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668523-DBF1-AFE6-7E89-4E730DFDC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69119C-7F79-3EE0-5C78-C87390C1A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29FC7D-27B0-F73C-8809-F5E0CCE6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9FA79D-7DE3-1F1C-BA60-B2ECDFE8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49B73F-9643-FDFC-D9AD-740ACEDB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66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7780C-AACF-C21C-77ED-0AAFEECC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9AE4F87-D8CA-96B1-0471-D089DEEEE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4324B1-BFF4-0281-87C3-9E85FC31B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9376A3-AB21-6E3D-43DE-89958E32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5A7CD1-C777-0EF2-1FCF-ED33311C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243F30-4C7A-B2D6-0B42-E22758A8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93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91130-5F78-DF5C-66A0-2F775179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436D11-04B0-9AF2-511B-AE8F6B830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B1B8F7-6DDA-DC77-CF01-9DDC5A91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57B15B-FA25-890F-09AE-B8BD2624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0D88A5-E1FE-B58F-5277-CBA162AC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68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494643-3DA5-6D53-25CC-1C76A7C2F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096088-DD5B-58D9-563E-5547B506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9AD85-7263-A67D-2131-8F5B8C74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44702C-4F0D-0DBE-2439-13DFB90B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2EECE4-0442-7A86-5CCC-31808884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03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43CE5E-406D-309B-87EA-40F8A746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494F76-EAF9-36DA-C9E7-0040FEEF5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093DA9-DDA4-41D4-FFFA-01293F20C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CE7C4-3E40-4262-A7E1-B2C7E625252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2F12DC-DFEB-6485-6D13-08E40A02A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647B05-EBAD-2CA5-F58D-85C1A0109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7437-989D-4ED3-87CB-CCDA4D9B19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41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BC3FB9-69F6-4C4D-D2A8-909C379078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3280C1-4594-B222-D656-667AA71364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Publish Flow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33CA09-01F4-7FF3-5F0D-CF3B9215D7E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A672BE-8530-3C3A-0844-8F93891C2CD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91A9B18-DCF5-3992-4A9B-0165BE8E65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84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FC0F00-EC4E-7B06-D922-3E9418859CE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42A9B5-C0E7-E3B1-A748-272FCC34827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166468-6EED-2C28-6D5B-A5A13A2911B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Publish Flow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4C3800-9710-D388-BEB2-1C544C18E09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7928942-CFF1-20D3-1767-553313A70D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20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BF4E5C-724D-DEDD-B666-31A8FC8AE65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3DCD36-BC6A-70E7-6F55-CFE3B45C397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D549DE-BBBE-529F-D170-C3E78D38535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C2A28-0AF3-C7BB-0B88-F6504F784CB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7EA34EA-3963-F754-CF31-403CBF4FB3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77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4C336A-A7AC-8D73-0433-C037685893E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C8D704-4F3F-F6B0-AE82-CB5A693D331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9CDD10-CD47-11D1-2D7F-3D5F6BDF280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DC6A4D-C946-CEDC-475C-E128EB48639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587F40B-CA21-9298-E233-441A0D2E24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06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DC767D-D207-25C9-1DE7-1C6F1EF3210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23C9F2-0473-07EE-BCE9-19F9FF03C63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99EB0E-7A0D-333E-C267-41506194AC2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2CDF6C-F41E-80A2-460E-196557BA799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5B63AD7-D0EB-0F6A-171C-761CA549A7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7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B8428C-C453-AB8B-7A6A-3CBD1C371EF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D5F284-86EC-1302-4413-9AA7605727C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AF068D-25D9-F697-CDD5-D9C5BAEC126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https://syunnjack.dev/articles/publish-flow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1F38F7-F42D-7477-F434-B436F0E81D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D0DCCE4-E34D-5DCE-F92C-5FD72C6C9A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7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2026-07-30T11:22:10Z</dcterms:created>
  <dcterms:modified xsi:type="dcterms:W3CDTF">2026-07-30T11:22:10Z</dcterms:modified>
</cp:coreProperties>
</file>