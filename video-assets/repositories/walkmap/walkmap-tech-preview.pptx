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2B7F46-6CFC-E72E-1DEC-D1B0FE8C2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2B635A-9D2A-5849-CAE4-51BCAE242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D2FE9C-07FA-939E-56B5-5AC2A695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5DBB-9B5B-477B-ACE4-ED02908BB9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F3EC3D-DC83-133F-1F81-B14BD23B5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C9D67B-0881-6F28-34ED-0A9E3CD5C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63DD-B40A-4BAB-AE30-2DFA183153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029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8C4AD6-E8F8-BCE7-539B-6E2F1CCE7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514F13-828D-781F-ADF0-4F2E17865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677407-E2FE-C50D-2F19-34596BA23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5DBB-9B5B-477B-ACE4-ED02908BB9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74FA7F-9DE9-DE7A-62AA-62547725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CF1FB4-7051-0C35-1C87-1919EF5D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63DD-B40A-4BAB-AE30-2DFA183153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3711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8944A4-6298-5D0F-108A-29ED407C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240404-4B7C-FDCC-1C91-FFA896C12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AD2BD5-7ED9-81DF-6D30-5C4396760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5DBB-9B5B-477B-ACE4-ED02908BB9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E9931D-CB09-F615-7086-75A7642B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6D80E5-BC93-EB85-7CEB-43CB896A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63DD-B40A-4BAB-AE30-2DFA183153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417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FAE501-CD21-98C1-0A06-5170804F6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EC43A0-9713-EBEE-E3A7-AAFE7BA8D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A03037-8424-7F4A-00F5-797E774AE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B6DA38-E1BF-3956-FF14-5AD3AB6B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5DBB-9B5B-477B-ACE4-ED02908BB9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4BF2EE-EFBD-3DB7-3FF5-DD2AEB46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D122E3-E976-AD48-A1C6-9857D7DF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63DD-B40A-4BAB-AE30-2DFA183153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42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F687A-C15D-5595-3EE8-4A640CBB4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E3FD65-67BA-8B74-9C33-1EC4A83F3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B50A2EB-AA3B-A280-ED45-8D27386FC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C8B362E-ECA6-D264-C1EF-785A62FC99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92E8369-3B9B-7B9E-C975-5E5B1DF7C7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A16CD1C-12AC-79F0-B657-B900B9E27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5DBB-9B5B-477B-ACE4-ED02908BB9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9944EC1-D850-5F37-F87F-917A47CE9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AAD559E-694B-7CAD-6087-924045E0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63DD-B40A-4BAB-AE30-2DFA183153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0973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432404-3196-4D31-5EA3-D44A71CDE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5CF5DA7-F849-D42F-77CF-422E18103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5DBB-9B5B-477B-ACE4-ED02908BB9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5E10E14-6508-557C-8B4A-3E8711CD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C549F92-E0CB-25B7-B366-04C53A5E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63DD-B40A-4BAB-AE30-2DFA183153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346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5F73E72-17D4-8D1A-C381-BDD62B60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5DBB-9B5B-477B-ACE4-ED02908BB9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5E6F89-DEF4-831B-C273-9059623A5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1ED182-2FF7-BE66-9040-22DDF4F20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63DD-B40A-4BAB-AE30-2DFA183153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94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217A7D-B7B5-8804-A655-A953D4F64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B07FFF-BE4B-F366-7FC7-C4796CABC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846320-6D36-BD6E-F744-6FC2B1A2E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9BA0B3-E41D-C24B-F053-E69E0670E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5DBB-9B5B-477B-ACE4-ED02908BB9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2F49F1-6D0E-B34D-31DC-20009C65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EB2718-96AE-6330-12FB-42455A44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63DD-B40A-4BAB-AE30-2DFA183153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749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BEFB11-F385-75EF-4A23-EA7BC028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ECC5BDB-98FE-7285-BA99-13A8F0E58B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2B59CF-9FE8-74D3-738D-2F471B8E8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1C6D6C-EA73-DD34-0379-F75D12FF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5DBB-9B5B-477B-ACE4-ED02908BB9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522934-F2F3-B465-5D9B-222BD9750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329AE8-AD8E-ED77-20EF-2DF261A4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63DD-B40A-4BAB-AE30-2DFA183153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053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ACA40E-9382-BB80-DCBE-7479D687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3FE5AD-429F-6D60-A7E4-708BCEEFA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873DA4-93EE-3369-702D-2C46A830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5DBB-9B5B-477B-ACE4-ED02908BB9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4CEBBE-4A73-1BEF-B302-747BA26AE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77FB69-88A1-514E-5928-FA92F124C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63DD-B40A-4BAB-AE30-2DFA183153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4043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BD01DC4-1E8F-0756-222E-496F94A59B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B5395B-1FE4-C36B-3729-5BD61BC41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7DB525-3C96-7133-DC72-8B835E1D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E5DBB-9B5B-477B-ACE4-ED02908BB9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D0F4BE-C5FF-BB24-FB78-DA60D488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A6D5AD-D985-AC7C-086B-95018DC45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663DD-B40A-4BAB-AE30-2DFA183153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578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467B6BA-EAEE-E9A1-77CD-CA0105B0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5EA252-5B14-5B2F-4F9F-37FB9D076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DBAB57-98D1-9CE2-0216-0C144B8BA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E5DBB-9B5B-477B-ACE4-ED02908BB91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3EB44A-73FD-753A-AC5B-611065ECD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B2B4BB-1DB1-AFE4-AD95-E6586D42B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663DD-B40A-4BAB-AE30-2DFA183153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39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0025148-2A5F-610E-9B67-0C83440B4DE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E1C250-268A-4538-AF3A-B4885F39D11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Walkmap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EDBADD-C0DE-05B3-D9DF-9BB3F97A827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0E704F-0C52-6676-449C-23F4C428703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A5C68888-AEB9-A8E5-8FB4-9049C09411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46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41A6ED9-561A-2A91-6F9E-00F8F224E5D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E96B703-DC09-749E-7A29-4AD22DED4CA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8B2830D-EB5A-6095-73E6-91407114BA3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Walkmap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F31510-BABF-49FB-2AAD-F3F065F2A1D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E2FDE7F3-471E-09B3-0BE9-EF0B589E1A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7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8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B72E3D3-7732-5063-21DC-FD3A97C2D1D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FE1470-057A-990E-8B81-C83E1E45DEC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3749F6-453E-E3C6-2F98-65E19D20BA2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1E4A4D-3611-933F-32AF-9E7E9802932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255EA56B-3129-AE31-0E95-67884264DD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45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E6E311-1E6D-BCB1-425C-B60EEB946BB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EF0B40-35E8-49FF-E299-510A6004B41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AD1C38-D83D-6DA0-25D3-1D3F678614C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6847680-908A-783B-F9DC-0180A4657AF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09B85BF-E48F-9E46-02F0-0BB18D5F39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08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017E166-5473-0B89-E5DC-E7A4A20886F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4E317B-953D-6C6E-D812-765108E4445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9A7C0E-106F-0593-0A66-88ACA42E6DC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9F265D-81B8-5FA1-AC0F-E2EA8BC8EC8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D6F20AE-36CD-E7AE-C928-DDD03925EC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06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51AF6EE-5964-B056-0BDF-D5BBDA3686D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76940B-9008-5C88-6E96-9132DEBD5EC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876B50B-06C2-E3D5-37B5-9107917034E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https://syunnjack.dev/articles/walkmap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C4620B-61C2-4CF6-641B-A7DCDC06858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9866D7C-2909-A6ED-B95E-8786D25DD4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908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2026-07-30T12:22:04Z</dcterms:created>
  <dcterms:modified xsi:type="dcterms:W3CDTF">2026-07-30T12:22:04Z</dcterms:modified>
</cp:coreProperties>
</file>