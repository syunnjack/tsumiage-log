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400aa104a469d" /><Relationship Type="http://schemas.openxmlformats.org/officeDocument/2006/relationships/extended-properties" Target="/docProps/app.xml" Id="Ra1d7bffcb9234a8a" /><Relationship Type="http://schemas.openxmlformats.org/officeDocument/2006/relationships/officeDocument" Target="/ppt/presentation.xml" Id="R3e8ac36a2fb9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723614e55475d"/>
  </p:sldMasterIdLst>
  <p:notesMasterIdLst>
    <p:notesMasterId xmlns:r="http://schemas.openxmlformats.org/officeDocument/2006/relationships" r:id="Ree3cba1e18ce45ea"/>
  </p:notesMasterIdLst>
  <p:sldIdLst>
    <p:sldId xmlns:r="http://schemas.openxmlformats.org/officeDocument/2006/relationships" id="256" r:id="Rb5df9bb2cd3543a0"/>
    <p:sldId xmlns:r="http://schemas.openxmlformats.org/officeDocument/2006/relationships" id="257" r:id="R72432368dc1b4f4a"/>
    <p:sldId xmlns:r="http://schemas.openxmlformats.org/officeDocument/2006/relationships" id="258" r:id="Red6f618bd2f146ed"/>
    <p:sldId xmlns:r="http://schemas.openxmlformats.org/officeDocument/2006/relationships" id="259" r:id="Rcd95fc59a180408a"/>
    <p:sldId xmlns:r="http://schemas.openxmlformats.org/officeDocument/2006/relationships" id="260" r:id="R6d85264457bf486d"/>
    <p:sldId xmlns:r="http://schemas.openxmlformats.org/officeDocument/2006/relationships" id="261" r:id="R857abe6ff3fc43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3662618274de8" /><Relationship Type="http://schemas.openxmlformats.org/officeDocument/2006/relationships/slideMaster" Target="/ppt/slideMasters/slideMaster1.xml" Id="Rf0f723614e55475d" /><Relationship Type="http://schemas.openxmlformats.org/officeDocument/2006/relationships/notesMaster" Target="/ppt/notesMasters/notesMaster1.xml" Id="Ree3cba1e18ce45ea" /><Relationship Type="http://schemas.openxmlformats.org/officeDocument/2006/relationships/presProps" Target="/ppt/presProps.xml" Id="R0232b6cf5bd34f2f" /><Relationship Type="http://schemas.openxmlformats.org/officeDocument/2006/relationships/tableStyles" Target="/ppt/tableStyles.xml" Id="R673ab819848f42f1" /><Relationship Type="http://schemas.openxmlformats.org/officeDocument/2006/relationships/slide" Target="/ppt/slides/slide1.xml" Id="Rb5df9bb2cd3543a0" /><Relationship Type="http://schemas.openxmlformats.org/officeDocument/2006/relationships/slide" Target="/ppt/slides/slide2.xml" Id="R72432368dc1b4f4a" /><Relationship Type="http://schemas.openxmlformats.org/officeDocument/2006/relationships/slide" Target="/ppt/slides/slide3.xml" Id="Red6f618bd2f146ed" /><Relationship Type="http://schemas.openxmlformats.org/officeDocument/2006/relationships/slide" Target="/ppt/slides/slide4.xml" Id="Rcd95fc59a180408a" /><Relationship Type="http://schemas.openxmlformats.org/officeDocument/2006/relationships/slide" Target="/ppt/slides/slide5.xml" Id="R6d85264457bf486d" /><Relationship Type="http://schemas.openxmlformats.org/officeDocument/2006/relationships/slide" Target="/ppt/slides/slide6.xml" Id="R857abe6ff3fc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fe9e2d5a147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652ea89494de6" /><Relationship Type="http://schemas.openxmlformats.org/officeDocument/2006/relationships/notesMaster" Target="/ppt/notesMasters/notesMaster1.xml" Id="Rf6e93987a98b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3f987a5f84815" /><Relationship Type="http://schemas.openxmlformats.org/officeDocument/2006/relationships/notesMaster" Target="/ppt/notesMasters/notesMaster1.xml" Id="Rc292f17c479b4b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ff28cf2384275" /><Relationship Type="http://schemas.openxmlformats.org/officeDocument/2006/relationships/notesMaster" Target="/ppt/notesMasters/notesMaster1.xml" Id="R7d84996f837d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53e31b7224392" /><Relationship Type="http://schemas.openxmlformats.org/officeDocument/2006/relationships/notesMaster" Target="/ppt/notesMasters/notesMaster1.xml" Id="R43e986c0ae8f4f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c5cb6526c4a24" /><Relationship Type="http://schemas.openxmlformats.org/officeDocument/2006/relationships/notesMaster" Target="/ppt/notesMasters/notesMaster1.xml" Id="R68f81e4d36bc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91f71c92245d4" /><Relationship Type="http://schemas.openxmlformats.org/officeDocument/2006/relationships/notesMaster" Target="/ppt/notesMasters/notesMaster1.xml" Id="Rb05cfbee7396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今回は、Ec Price Tracker Liteの技術構成を短く解説します。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 price tracker lite EC サイトの商品価格を定期的に取得し、履歴を蓄積して グラフ付き Excel レポート を自動生成する Python ツールの簡易版です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主な技術はPythonです。役割を分け、保守しやすい構成を目指しています。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https://github.com/syunnjack/ec-price-tracker-lite-</a:t>
            </a:r>
          </a:p>
          <a:p xmlns:a="http://schemas.openxmlformats.org/drawingml/2006/main">
            <a:r>
              <a:t>- https://syunnjack.dev/articles/ec-price-tracker-lite-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bb86c64b84c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a25b42156480a" /><Relationship Type="http://schemas.openxmlformats.org/officeDocument/2006/relationships/slideLayout" Target="/ppt/slideLayouts/slideLayout1.xml" Id="R0bd8debc7a7248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8debc7a7248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97fff0f3495f" /><Relationship Type="http://schemas.openxmlformats.org/officeDocument/2006/relationships/notesSlide" Target="/ppt/notesSlides/notesSlide1.xml" Id="R90368565113740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39f8297f0456d" /><Relationship Type="http://schemas.openxmlformats.org/officeDocument/2006/relationships/notesSlide" Target="/ppt/notesSlides/notesSlide2.xml" Id="R271b4cbdb538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a9bdefbf54461" /><Relationship Type="http://schemas.openxmlformats.org/officeDocument/2006/relationships/notesSlide" Target="/ppt/notesSlides/notesSlide3.xml" Id="Rf3b0a73be78a43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d529714624df8" /><Relationship Type="http://schemas.openxmlformats.org/officeDocument/2006/relationships/notesSlide" Target="/ppt/notesSlides/notesSlide4.xml" Id="Rba165f0966b048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57eb5a9c04e43" /><Relationship Type="http://schemas.openxmlformats.org/officeDocument/2006/relationships/notesSlide" Target="/ppt/notesSlides/notesSlide5.xml" Id="R7a2c164f77b1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48d55fae640ff" /><Relationship Type="http://schemas.openxmlformats.org/officeDocument/2006/relationships/notesSlide" Target="/ppt/notesSlides/notesSlide6.xml" Id="Rc58c155a1c3d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C5D30-793C-42D5-910B-6BCEBDA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59220-86AA-400B-A307-4BF6B86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B9E8C0F9-C003-417D-A3A1-4EAA354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8CA80CE-5323-459B-95FA-6F2E847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6BFE68-4B83-4872-8A19-09C108C8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Ec Price Tracker Liteの技術解説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23C5BF7-FDEC-4BEC-AAD2-CD69FCA4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E613E387-EB99-4F1F-84E2-0356CB73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440942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2EFE-6B55-4326-9344-612AE9FB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D6CDB-0338-4701-86E9-60829839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CBB35172-FE89-4A37-AD60-42B93EA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1AE9D1F0-6441-48BF-A689-B2B120C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1BBCF3FC-5AF5-4C88-8BFD-1FBA7D9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F802A-AAB7-4030-8971-6E2B2B7B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1D7C186-AB96-483D-8791-D0311FF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ec price tracker lite EC サイトの商品価格を定期的に取得し、履歴を蓄積して グラフ付き Excel レポート を自動生成する Python ツールの簡易版です</a:t>
            </a:r>
          </a:p>
        </p:txBody>
      </p:sp>
    </p:spTree>
    <p:extLst>
      <p:ext uri="{BB962C8B-B14F-4D97-AF65-F5344CB8AC3E}">
        <p14:creationId xmlns:p14="http://schemas.microsoft.com/office/powerpoint/2010/main" val="1672060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2051E-5688-4254-9735-3A50888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5CDC0-41E7-4A54-85AB-931FE771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73DD478-9566-44B1-A485-FBE518F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2DFC106-46E4-4D24-860C-3C4C4C9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0F2F93B-F370-4D25-9049-8037F6C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DC809-B19D-4AC7-804E-8D0F8F9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B301B33-9778-4659-85FE-956E898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主要技術：Python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705449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CB0D9-4D2A-4CE5-AE36-978D955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7C8C2-99CF-4CF4-B938-F9614F3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682E66EC-6931-4850-87C1-4CC90E99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12594AD-8539-4A7F-8744-62568A6C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6E5CAF4A-CB1B-4FE6-8057-0286412E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22C46-66AD-464C-965C-9D22DE9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3DE8465-CF59-4354-8C8D-9B93E825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401432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7F1B5-F62A-4260-A7B5-AF7B349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F830B-1983-4C4B-8B76-2128916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1413BDF9-3E30-4543-9E38-5F19DE5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630AC94-7370-422D-BF05-3DADB6F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F8C905B4-EF7D-4CED-854F-2A7D9B6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57CBC-73BE-45AB-A3EC-0BA1809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0D36676C-E52F-4753-BFE4-F97F766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740850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6D1A5-2C87-482E-8BDF-05A23A26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FB8A5-16EF-4EA9-974E-B32A6C0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D1352EDE-E55F-430B-932B-C17AE2E9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FFFDF28-6553-4DBF-9909-835C5FBF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80FECE87-19ED-4F36-865E-9C37898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2936F-4424-436E-80D0-9B79A33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00399095-26E4-4F52-BEC6-5CF588C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https://syunnjack.dev/articles/ec-price-tracker-lite-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573115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2026-08-14T04:28:06.1250000Z</dcterms:created>
  <dcterms:modified xsi:type="dcterms:W3CDTF">2026-08-14T04:28:06.1250000Z</dcterms:modified>
</coreProperties>
</file>