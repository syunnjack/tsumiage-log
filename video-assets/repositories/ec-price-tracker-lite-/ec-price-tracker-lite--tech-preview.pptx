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404c50887c4c72" /><Relationship Type="http://schemas.openxmlformats.org/officeDocument/2006/relationships/extended-properties" Target="/docProps/app.xml" Id="R777c4f88612b4f67" /><Relationship Type="http://schemas.openxmlformats.org/officeDocument/2006/relationships/officeDocument" Target="/ppt/presentation.xml" Id="Re6c3241ea3934a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dcd8497cf44d6c"/>
  </p:sldMasterIdLst>
  <p:notesMasterIdLst>
    <p:notesMasterId xmlns:r="http://schemas.openxmlformats.org/officeDocument/2006/relationships" r:id="R8c74626a433e400c"/>
  </p:notesMasterIdLst>
  <p:sldIdLst>
    <p:sldId xmlns:r="http://schemas.openxmlformats.org/officeDocument/2006/relationships" id="256" r:id="Rebf69883088142ff"/>
    <p:sldId xmlns:r="http://schemas.openxmlformats.org/officeDocument/2006/relationships" id="257" r:id="R371dbebb15654bcb"/>
    <p:sldId xmlns:r="http://schemas.openxmlformats.org/officeDocument/2006/relationships" id="258" r:id="R7919409deef941ad"/>
    <p:sldId xmlns:r="http://schemas.openxmlformats.org/officeDocument/2006/relationships" id="259" r:id="Rfca37f678d4b4a66"/>
    <p:sldId xmlns:r="http://schemas.openxmlformats.org/officeDocument/2006/relationships" id="260" r:id="R24760026f16b46a2"/>
    <p:sldId xmlns:r="http://schemas.openxmlformats.org/officeDocument/2006/relationships" id="261" r:id="Rebd6f61c686f471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9f1a7ef0e74ecf" /><Relationship Type="http://schemas.openxmlformats.org/officeDocument/2006/relationships/slideMaster" Target="/ppt/slideMasters/slideMaster1.xml" Id="R85dcd8497cf44d6c" /><Relationship Type="http://schemas.openxmlformats.org/officeDocument/2006/relationships/notesMaster" Target="/ppt/notesMasters/notesMaster1.xml" Id="R8c74626a433e400c" /><Relationship Type="http://schemas.openxmlformats.org/officeDocument/2006/relationships/presProps" Target="/ppt/presProps.xml" Id="Rb11c4bc3b0b942e8" /><Relationship Type="http://schemas.openxmlformats.org/officeDocument/2006/relationships/tableStyles" Target="/ppt/tableStyles.xml" Id="Rfd3219b148d74c03" /><Relationship Type="http://schemas.openxmlformats.org/officeDocument/2006/relationships/slide" Target="/ppt/slides/slide1.xml" Id="Rebf69883088142ff" /><Relationship Type="http://schemas.openxmlformats.org/officeDocument/2006/relationships/slide" Target="/ppt/slides/slide2.xml" Id="R371dbebb15654bcb" /><Relationship Type="http://schemas.openxmlformats.org/officeDocument/2006/relationships/slide" Target="/ppt/slides/slide3.xml" Id="R7919409deef941ad" /><Relationship Type="http://schemas.openxmlformats.org/officeDocument/2006/relationships/slide" Target="/ppt/slides/slide4.xml" Id="Rfca37f678d4b4a66" /><Relationship Type="http://schemas.openxmlformats.org/officeDocument/2006/relationships/slide" Target="/ppt/slides/slide5.xml" Id="R24760026f16b46a2" /><Relationship Type="http://schemas.openxmlformats.org/officeDocument/2006/relationships/slide" Target="/ppt/slides/slide6.xml" Id="Rebd6f61c686f47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696a19c05344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8bf4225f144b1a" /><Relationship Type="http://schemas.openxmlformats.org/officeDocument/2006/relationships/notesMaster" Target="/ppt/notesMasters/notesMaster1.xml" Id="R3cd6097ba94f48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08201dc8e44985" /><Relationship Type="http://schemas.openxmlformats.org/officeDocument/2006/relationships/notesMaster" Target="/ppt/notesMasters/notesMaster1.xml" Id="R3b88060c0ddf43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097623ad4549e7" /><Relationship Type="http://schemas.openxmlformats.org/officeDocument/2006/relationships/notesMaster" Target="/ppt/notesMasters/notesMaster1.xml" Id="R5e86f59d2e6e43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ba552f47804d0d" /><Relationship Type="http://schemas.openxmlformats.org/officeDocument/2006/relationships/notesMaster" Target="/ppt/notesMasters/notesMaster1.xml" Id="Ra55920fc74e84a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1da300f861345da" /><Relationship Type="http://schemas.openxmlformats.org/officeDocument/2006/relationships/notesMaster" Target="/ppt/notesMasters/notesMaster1.xml" Id="R48da34a684bd44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9fdb4383b44fca" /><Relationship Type="http://schemas.openxmlformats.org/officeDocument/2006/relationships/notesMaster" Target="/ppt/notesMasters/notesMaster1.xml" Id="R58e40f8d737740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今回は、Ec Price Tracker Liteの技術構成を短く解説します。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https://github.com/syunnjack/ec-price-tracker-lite-</a:t>
            </a:r>
          </a:p>
          <a:p xmlns:a="http://schemas.openxmlformats.org/drawingml/2006/main">
            <a:r>
              <a:t>- https://syunnjack.dev/articles/ec-price-tracker-lite-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ec price tracker lite EC サイトの商品価格を定期的に取得し、履歴を蓄積して グラフ付き Excel レポート を自動生成する Python ツールの簡易版です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https://github.com/syunnjack/ec-price-tracker-lite-</a:t>
            </a:r>
          </a:p>
          <a:p xmlns:a="http://schemas.openxmlformats.org/drawingml/2006/main">
            <a:r>
              <a:t>- https://syunnjack.dev/articles/ec-price-tracker-lite-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主な技術はPythonです。役割を分け、保守しやすい構成を目指しています。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https://github.com/syunnjack/ec-price-tracker-lite-</a:t>
            </a:r>
          </a:p>
          <a:p xmlns:a="http://schemas.openxmlformats.org/drawingml/2006/main">
            <a:r>
              <a:t>- https://syunnjack.dev/articles/ec-price-tracker-lite-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https://github.com/syunnjack/ec-price-tracker-lite-</a:t>
            </a:r>
          </a:p>
          <a:p xmlns:a="http://schemas.openxmlformats.org/drawingml/2006/main">
            <a:r>
              <a:t>- https://syunnjack.dev/articles/ec-price-tracker-lite-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https://github.com/syunnjack/ec-price-tracker-lite-</a:t>
            </a:r>
          </a:p>
          <a:p xmlns:a="http://schemas.openxmlformats.org/drawingml/2006/main">
            <a:r>
              <a:t>- https://syunnjack.dev/articles/ec-price-tracker-lite-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https://github.com/syunnjack/ec-price-tracker-lite-</a:t>
            </a:r>
          </a:p>
          <a:p xmlns:a="http://schemas.openxmlformats.org/drawingml/2006/main">
            <a:r>
              <a:t>- https://syunnjack.dev/articles/ec-price-tracker-lite-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11922e36de4e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1e55d9c56b40a2" /><Relationship Type="http://schemas.openxmlformats.org/officeDocument/2006/relationships/slideLayout" Target="/ppt/slideLayouts/slideLayout1.xml" Id="R26ff4ab819f74b9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ff4ab819f74b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bb650a85d4a51" /><Relationship Type="http://schemas.openxmlformats.org/officeDocument/2006/relationships/notesSlide" Target="/ppt/notesSlides/notesSlide1.xml" Id="Rc955a439a87e47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592809a7b41ed" /><Relationship Type="http://schemas.openxmlformats.org/officeDocument/2006/relationships/notesSlide" Target="/ppt/notesSlides/notesSlide2.xml" Id="Rf959d8bfc7464a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3927ce47c44ab" /><Relationship Type="http://schemas.openxmlformats.org/officeDocument/2006/relationships/notesSlide" Target="/ppt/notesSlides/notesSlide3.xml" Id="R597440f198d044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efef0a5ba54bea" /><Relationship Type="http://schemas.openxmlformats.org/officeDocument/2006/relationships/notesSlide" Target="/ppt/notesSlides/notesSlide4.xml" Id="Rf7fe3b07714b4b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26c9ee8664b41" /><Relationship Type="http://schemas.openxmlformats.org/officeDocument/2006/relationships/notesSlide" Target="/ppt/notesSlides/notesSlide5.xml" Id="Rc2f0b0e533454c7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c47e469e64d2f" /><Relationship Type="http://schemas.openxmlformats.org/officeDocument/2006/relationships/notesSlide" Target="/ppt/notesSlides/notesSlide6.xml" Id="R7cd1cc6ef943431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A1E282-8EA6-4B33-9797-C0493BAC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53DD7C-D674-4262-970F-D9E75F71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87675A84-E778-4DF8-B174-50F0EE5E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59A0B717-6DB4-4028-B5BF-580AD1FE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905D0009-C8C2-484F-91EA-FDFEB17D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Ec Price Tracker Liteの技術解説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C0ED46FF-C7A4-4561-9D82-C12DBC13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9779DAFA-B88A-4057-BDD8-9DA5D7E3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918236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B69C12-07B3-4FCB-8273-5EF057A6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EF4329-68C5-4C74-89B1-DCBA7FAE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C84CDA8B-2B51-4E50-A664-A34F35EC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DBE08976-A447-4A79-9550-EA877219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DD18F961-F1D1-4A10-AD52-F3FAF0A3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3B6F5A-082C-46D8-8169-B89FD9BF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7420B0BC-3189-4B0D-AEED-DB1E8CFD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ec price tracker lite EC サイトの商品価格を定期的に取得し、履歴を蓄積して グラフ付き Excel レポート を自動生成する Python ツールの簡易版です</a:t>
            </a:r>
          </a:p>
        </p:txBody>
      </p:sp>
    </p:spTree>
    <p:extLst>
      <p:ext uri="{BB962C8B-B14F-4D97-AF65-F5344CB8AC3E}">
        <p14:creationId xmlns:p14="http://schemas.microsoft.com/office/powerpoint/2010/main" val="13618242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47463C-67D4-4F6F-ADAF-6C1D1CB46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720ECE-1C32-48C7-91C5-7318684C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ED360C55-BBA9-4421-A1CE-1F3BB260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4407C188-AAB2-42A5-B781-896AFCCE0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DA0A568B-39B8-46BE-9AB2-6C9F9FF0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1CAE6E-7867-4EF3-8C31-84B82548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2DA5B51F-65FC-4D1E-9725-08A4F621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主要技術：Python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3739956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B5F375-E96B-47C2-800C-3A214B57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0A767-8DDB-4B3F-804D-9E095E00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54EA7A53-BAE1-4BB2-A8CE-DAA765B8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3DAF26CA-1F60-4638-A62A-D91A9C91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B83477F1-54C9-4235-B9EC-DC659DFE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A983E2-73B1-4F95-97ED-B511013A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8896F06C-9CF5-4F43-9B6B-DD9A5FC7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5010835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CDB23-3C95-41D9-8ABC-8BC2F420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54EB23-0F18-41F0-AA17-44B6461A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A5A6DE9B-F07E-4CCE-8C67-DBBA796F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9A7C8FB2-B827-467A-91D0-6F3C01DF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DC5FEB4E-16AA-42A8-BF1B-CE55C876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C6162-221E-4CA6-80FF-9D4C0C5A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013535C1-F4B8-46F6-97AC-8F4ACA24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5112156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C484C-5D12-4F0C-AF0D-4B0B1D8A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32F5DC-ADB5-4D70-86EA-924688E4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46A2BF70-B4EB-482F-A841-72AA3E67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7DC05B14-39D0-483F-8B8D-7015F454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F9DD32DF-209F-47CB-BF3E-6A3F66BD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CA43B-75A3-4472-BC4D-98071275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7AA287A1-59CB-45D0-94FC-96C0345F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https://syunnjack.dev/articles/ec-price-tracker-lite-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19375482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2026-08-14T04:28:55.3880000Z</dcterms:created>
  <dcterms:modified xsi:type="dcterms:W3CDTF">2026-08-14T04:28:55.3880000Z</dcterms:modified>
</coreProperties>
</file>