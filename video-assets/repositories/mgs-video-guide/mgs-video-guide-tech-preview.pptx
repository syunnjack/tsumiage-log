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648626f9204100" /><Relationship Type="http://schemas.openxmlformats.org/officeDocument/2006/relationships/extended-properties" Target="/docProps/app.xml" Id="R372381338713409e" /><Relationship Type="http://schemas.openxmlformats.org/officeDocument/2006/relationships/officeDocument" Target="/ppt/presentation.xml" Id="Rc730319af3d64b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50815b37694104"/>
  </p:sldMasterIdLst>
  <p:notesMasterIdLst>
    <p:notesMasterId xmlns:r="http://schemas.openxmlformats.org/officeDocument/2006/relationships" r:id="R39bd0ae5c7e046e1"/>
  </p:notesMasterIdLst>
  <p:sldIdLst>
    <p:sldId xmlns:r="http://schemas.openxmlformats.org/officeDocument/2006/relationships" id="256" r:id="R8db83f17da664a28"/>
    <p:sldId xmlns:r="http://schemas.openxmlformats.org/officeDocument/2006/relationships" id="257" r:id="Rcb9bac218b034e92"/>
    <p:sldId xmlns:r="http://schemas.openxmlformats.org/officeDocument/2006/relationships" id="258" r:id="R2f6c7ab3ff854349"/>
    <p:sldId xmlns:r="http://schemas.openxmlformats.org/officeDocument/2006/relationships" id="259" r:id="R91164d82586c475d"/>
    <p:sldId xmlns:r="http://schemas.openxmlformats.org/officeDocument/2006/relationships" id="260" r:id="Re212f0b5cb9947b5"/>
    <p:sldId xmlns:r="http://schemas.openxmlformats.org/officeDocument/2006/relationships" id="261" r:id="Rdcb48f14189c4d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e083172c284b77" /><Relationship Type="http://schemas.openxmlformats.org/officeDocument/2006/relationships/slideMaster" Target="/ppt/slideMasters/slideMaster1.xml" Id="R9750815b37694104" /><Relationship Type="http://schemas.openxmlformats.org/officeDocument/2006/relationships/notesMaster" Target="/ppt/notesMasters/notesMaster1.xml" Id="R39bd0ae5c7e046e1" /><Relationship Type="http://schemas.openxmlformats.org/officeDocument/2006/relationships/presProps" Target="/ppt/presProps.xml" Id="Ra091b6d3e9464f0a" /><Relationship Type="http://schemas.openxmlformats.org/officeDocument/2006/relationships/tableStyles" Target="/ppt/tableStyles.xml" Id="Rdf4bb541a39541b7" /><Relationship Type="http://schemas.openxmlformats.org/officeDocument/2006/relationships/slide" Target="/ppt/slides/slide1.xml" Id="R8db83f17da664a28" /><Relationship Type="http://schemas.openxmlformats.org/officeDocument/2006/relationships/slide" Target="/ppt/slides/slide2.xml" Id="Rcb9bac218b034e92" /><Relationship Type="http://schemas.openxmlformats.org/officeDocument/2006/relationships/slide" Target="/ppt/slides/slide3.xml" Id="R2f6c7ab3ff854349" /><Relationship Type="http://schemas.openxmlformats.org/officeDocument/2006/relationships/slide" Target="/ppt/slides/slide4.xml" Id="R91164d82586c475d" /><Relationship Type="http://schemas.openxmlformats.org/officeDocument/2006/relationships/slide" Target="/ppt/slides/slide5.xml" Id="Re212f0b5cb9947b5" /><Relationship Type="http://schemas.openxmlformats.org/officeDocument/2006/relationships/slide" Target="/ppt/slides/slide6.xml" Id="Rdcb48f14189c4d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aec4f5f87049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0a36918e5a4d78" /><Relationship Type="http://schemas.openxmlformats.org/officeDocument/2006/relationships/notesMaster" Target="/ppt/notesMasters/notesMaster1.xml" Id="Rbf25c35399ce40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0f03e0a7424ff3" /><Relationship Type="http://schemas.openxmlformats.org/officeDocument/2006/relationships/notesMaster" Target="/ppt/notesMasters/notesMaster1.xml" Id="R72207f8b17544c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5d2ccd00d64c87" /><Relationship Type="http://schemas.openxmlformats.org/officeDocument/2006/relationships/notesMaster" Target="/ppt/notesMasters/notesMaster1.xml" Id="Re1a595b3762c45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0e48d300f44295" /><Relationship Type="http://schemas.openxmlformats.org/officeDocument/2006/relationships/notesMaster" Target="/ppt/notesMasters/notesMaster1.xml" Id="R43e8cece9a284d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4d60bf00224cc1" /><Relationship Type="http://schemas.openxmlformats.org/officeDocument/2006/relationships/notesMaster" Target="/ppt/notesMasters/notesMaster1.xml" Id="Rcedd1ec5feab47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d12a170d74489b" /><Relationship Type="http://schemas.openxmlformats.org/officeDocument/2006/relationships/notesMaster" Target="/ppt/notesMasters/notesMaster1.xml" Id="R47726badbdfd4b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今回は、Mgs Video Guideの技術構成を短く解説します。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https://github.com/syunnjack/mgs-video-guide</a:t>
            </a:r>
          </a:p>
          <a:p xmlns:a="http://schemas.openxmlformats.org/drawingml/2006/main">
            <a:r>
              <a:t>- https://syunnjack.dev/articles/mgs-video-guide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Mgs Video Guideは、PHP、Blade、JavaScriptを中心に設計・実装したプロジェクトです。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https://github.com/syunnjack/mgs-video-guide</a:t>
            </a:r>
          </a:p>
          <a:p xmlns:a="http://schemas.openxmlformats.org/drawingml/2006/main">
            <a:r>
              <a:t>- https://syunnjack.dev/articles/mgs-video-guide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主な技術はPHP・Blade・JavaScript・CSSです。役割を分け、保守しやすい構成を目指しています。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https://github.com/syunnjack/mgs-video-guide</a:t>
            </a:r>
          </a:p>
          <a:p xmlns:a="http://schemas.openxmlformats.org/drawingml/2006/main">
            <a:r>
              <a:t>- https://syunnjack.dev/articles/mgs-video-guide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リポジトリでは、README.md、app、artisanを中心に実装を確認できます。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https://github.com/syunnjack/mgs-video-guide</a:t>
            </a:r>
          </a:p>
          <a:p xmlns:a="http://schemas.openxmlformats.org/drawingml/2006/main">
            <a:r>
              <a:t>- https://syunnjack.dev/articles/mgs-video-guide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https://github.com/syunnjack/mgs-video-guide</a:t>
            </a:r>
          </a:p>
          <a:p xmlns:a="http://schemas.openxmlformats.org/drawingml/2006/main">
            <a:r>
              <a:t>- https://syunnjack.dev/articles/mgs-video-guide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https://github.com/syunnjack/mgs-video-guide</a:t>
            </a:r>
          </a:p>
          <a:p xmlns:a="http://schemas.openxmlformats.org/drawingml/2006/main">
            <a:r>
              <a:t>- https://syunnjack.dev/articles/mgs-video-guide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f59e200e446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02c45dfa634756" /><Relationship Type="http://schemas.openxmlformats.org/officeDocument/2006/relationships/slideLayout" Target="/ppt/slideLayouts/slideLayout1.xml" Id="R68f832808b8347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f832808b8347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899c05d804735" /><Relationship Type="http://schemas.openxmlformats.org/officeDocument/2006/relationships/notesSlide" Target="/ppt/notesSlides/notesSlide1.xml" Id="R6e2a20633a2c4c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f7a3454874f37" /><Relationship Type="http://schemas.openxmlformats.org/officeDocument/2006/relationships/notesSlide" Target="/ppt/notesSlides/notesSlide2.xml" Id="R6330f30087d64d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b0735cb86479c" /><Relationship Type="http://schemas.openxmlformats.org/officeDocument/2006/relationships/notesSlide" Target="/ppt/notesSlides/notesSlide3.xml" Id="R8175b18430b044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81398f42045b2" /><Relationship Type="http://schemas.openxmlformats.org/officeDocument/2006/relationships/notesSlide" Target="/ppt/notesSlides/notesSlide4.xml" Id="Ree9dd7b876b541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8e512966149ce" /><Relationship Type="http://schemas.openxmlformats.org/officeDocument/2006/relationships/notesSlide" Target="/ppt/notesSlides/notesSlide5.xml" Id="Rf45006dc567045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24ea952484e4d" /><Relationship Type="http://schemas.openxmlformats.org/officeDocument/2006/relationships/notesSlide" Target="/ppt/notesSlides/notesSlide6.xml" Id="Rab4b8fec5d1b45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20315-660C-4B05-93AB-7D0C409E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9712E-9096-4C58-914C-BF05291A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345ED911-E270-4550-A569-3D8DF25A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C5614954-00EA-4404-AAED-DDBEB625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C3549FE-8D7A-4AFF-8125-7F2DEDF5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Mgs Video Guideの技術解説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66F6939-8CA7-4D59-83ED-B981F241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B19696BB-84E6-4820-8753-12DF84F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PHP・Blade・JavaScript・CSS</a:t>
            </a:r>
          </a:p>
        </p:txBody>
      </p:sp>
    </p:spTree>
    <p:extLst>
      <p:ext uri="{BB962C8B-B14F-4D97-AF65-F5344CB8AC3E}">
        <p14:creationId xmlns:p14="http://schemas.microsoft.com/office/powerpoint/2010/main" val="246236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2D2EE-EE03-4BD7-A97C-C0C5C6C4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0D42B-F10A-49FF-A5A2-884D89C4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F3AFDE4D-579A-4B66-9551-943ACB11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82B20C5A-ADF2-4B47-8155-B98B88C7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934D61B6-A147-498D-94D3-8B1E70AB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2ABC9-5A98-4E60-89AF-403085B4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88776D5A-8139-4871-B2E5-0515155B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Mgs Video Guideは、PHP、Blade、JavaScriptを中心に設計・実装したプロジェクトです。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1870127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4CDA0-4817-4E36-9082-06B0947F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B16DE-9D88-4BAE-B295-6C4A0568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BBFE090F-6B17-4F4B-8DC0-C552B327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9B7CCE8-EB68-4DB0-B880-FD304EA6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6500EE9D-59E2-48F5-8275-8A612826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47D8A-6E4F-493D-BE25-A002426A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F6B81DEB-77F5-4721-BE0B-A573624C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主要技術：PHP・Blade・JavaScript・CSS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607424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54D73-2742-4EC5-9D49-136DF676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45278-FA28-4B1D-9E9C-50D24813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6A95D6F1-F2D6-48F3-9447-3EADFAAD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B91B92C2-02B8-4760-B5F2-848028FC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A3069165-D18F-4913-B0DF-15DC8122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79D68-D344-4D29-BACC-E1DA60FA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9A141170-5B91-49A5-B894-79F3F0AD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主なファイル：README.md、app、artisan</a:t>
            </a:r>
          </a:p>
        </p:txBody>
      </p:sp>
    </p:spTree>
    <p:extLst>
      <p:ext uri="{BB962C8B-B14F-4D97-AF65-F5344CB8AC3E}">
        <p14:creationId xmlns:p14="http://schemas.microsoft.com/office/powerpoint/2010/main" val="15401720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A1164-2468-4453-B0FC-8F968F3D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A7947-AA89-4ECB-A23B-FBC45FC4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B2E33681-BE7C-448E-B5CE-F0CE683C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840E2F4-6232-4E2B-BDAA-F5650E96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A9DC1D4A-A80C-4D43-B1F4-C5001D22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F80BB-52B7-42C0-B625-C178B5E9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C61AD073-19A0-48CC-A92F-A98D3773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987791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27748-B441-4AAE-A1E3-AAA39B84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65882-278D-4524-8CBD-D227A572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6BB740A6-C929-41F4-8ECB-148A8173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FE169627-6623-4120-9248-7A26F67E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EB44A40C-A94A-4B63-BCA0-C8768B88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8F208-F4AF-4BDF-B902-D4031FB8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E723BDD7-9BDA-4213-B42B-B0AD64EF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https://syunnjack.dev/articles/mgs-video-guide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804818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2026-08-12T15:20:54.2600000Z</dcterms:created>
  <dcterms:modified xsi:type="dcterms:W3CDTF">2026-08-12T15:20:54.2600000Z</dcterms:modified>
</coreProperties>
</file>