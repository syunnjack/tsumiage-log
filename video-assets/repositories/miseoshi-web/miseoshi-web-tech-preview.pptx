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3489db124448e" /><Relationship Type="http://schemas.openxmlformats.org/officeDocument/2006/relationships/extended-properties" Target="/docProps/app.xml" Id="R6bb6b0b6d3f9455c" /><Relationship Type="http://schemas.openxmlformats.org/officeDocument/2006/relationships/officeDocument" Target="/ppt/presentation.xml" Id="Rb797bd3fb836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326f868ff4b0c"/>
  </p:sldMasterIdLst>
  <p:notesMasterIdLst>
    <p:notesMasterId xmlns:r="http://schemas.openxmlformats.org/officeDocument/2006/relationships" r:id="Rc0f04bc9220b4871"/>
  </p:notesMasterIdLst>
  <p:sldIdLst>
    <p:sldId xmlns:r="http://schemas.openxmlformats.org/officeDocument/2006/relationships" id="256" r:id="R15e2ff46ad3c4903"/>
    <p:sldId xmlns:r="http://schemas.openxmlformats.org/officeDocument/2006/relationships" id="257" r:id="Rf6477ad2cd6d4ec5"/>
    <p:sldId xmlns:r="http://schemas.openxmlformats.org/officeDocument/2006/relationships" id="258" r:id="Rf2e4e2ed1a844ff6"/>
    <p:sldId xmlns:r="http://schemas.openxmlformats.org/officeDocument/2006/relationships" id="259" r:id="R0762993c261c4910"/>
    <p:sldId xmlns:r="http://schemas.openxmlformats.org/officeDocument/2006/relationships" id="260" r:id="R3824c993107f43e9"/>
    <p:sldId xmlns:r="http://schemas.openxmlformats.org/officeDocument/2006/relationships" id="261" r:id="Rc20f1ca817a5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d311d26b34464" /><Relationship Type="http://schemas.openxmlformats.org/officeDocument/2006/relationships/slideMaster" Target="/ppt/slideMasters/slideMaster1.xml" Id="Rf54326f868ff4b0c" /><Relationship Type="http://schemas.openxmlformats.org/officeDocument/2006/relationships/notesMaster" Target="/ppt/notesMasters/notesMaster1.xml" Id="Rc0f04bc9220b4871" /><Relationship Type="http://schemas.openxmlformats.org/officeDocument/2006/relationships/presProps" Target="/ppt/presProps.xml" Id="Rbe3cebb55f2f4c8f" /><Relationship Type="http://schemas.openxmlformats.org/officeDocument/2006/relationships/tableStyles" Target="/ppt/tableStyles.xml" Id="R66eb32430bdb469d" /><Relationship Type="http://schemas.openxmlformats.org/officeDocument/2006/relationships/slide" Target="/ppt/slides/slide1.xml" Id="R15e2ff46ad3c4903" /><Relationship Type="http://schemas.openxmlformats.org/officeDocument/2006/relationships/slide" Target="/ppt/slides/slide2.xml" Id="Rf6477ad2cd6d4ec5" /><Relationship Type="http://schemas.openxmlformats.org/officeDocument/2006/relationships/slide" Target="/ppt/slides/slide3.xml" Id="Rf2e4e2ed1a844ff6" /><Relationship Type="http://schemas.openxmlformats.org/officeDocument/2006/relationships/slide" Target="/ppt/slides/slide4.xml" Id="R0762993c261c4910" /><Relationship Type="http://schemas.openxmlformats.org/officeDocument/2006/relationships/slide" Target="/ppt/slides/slide5.xml" Id="R3824c993107f43e9" /><Relationship Type="http://schemas.openxmlformats.org/officeDocument/2006/relationships/slide" Target="/ppt/slides/slide6.xml" Id="Rc20f1ca817a5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c5eb8bf97a46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7a0b3d20d44f1" /><Relationship Type="http://schemas.openxmlformats.org/officeDocument/2006/relationships/notesMaster" Target="/ppt/notesMasters/notesMaster1.xml" Id="Rf23696d33799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2325534ba4248" /><Relationship Type="http://schemas.openxmlformats.org/officeDocument/2006/relationships/notesMaster" Target="/ppt/notesMasters/notesMaster1.xml" Id="Rcc3e9641d51444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1aa8ace4ee432c" /><Relationship Type="http://schemas.openxmlformats.org/officeDocument/2006/relationships/notesMaster" Target="/ppt/notesMasters/notesMaster1.xml" Id="Rf5f98d66c912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58162fb3694b12" /><Relationship Type="http://schemas.openxmlformats.org/officeDocument/2006/relationships/notesMaster" Target="/ppt/notesMasters/notesMaster1.xml" Id="Rc4b2fa35af1e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3b69fb7cc549b4" /><Relationship Type="http://schemas.openxmlformats.org/officeDocument/2006/relationships/notesMaster" Target="/ppt/notesMasters/notesMaster1.xml" Id="Rfd44fa415e9b42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e68cfeafb4590" /><Relationship Type="http://schemas.openxmlformats.org/officeDocument/2006/relationships/notesMaster" Target="/ppt/notesMasters/notesMaster1.xml" Id="R65dfac9bb15e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今回は、Miseoshi Webの技術構成を短く解説します。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https://github.com/syunnjack/miseoshi-web</a:t>
            </a:r>
          </a:p>
          <a:p xmlns:a="http://schemas.openxmlformats.org/drawingml/2006/main">
            <a:r>
              <a:t>- https://syunnjack.dev/articles/miseoshi-web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miseoshi web 店舗検索、リアルタイム待ち時間、スマホ順番受付、受付後の進行表示を一連で体験できる販売提案用MVPです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https://github.com/syunnjack/miseoshi-web</a:t>
            </a:r>
          </a:p>
          <a:p xmlns:a="http://schemas.openxmlformats.org/drawingml/2006/main">
            <a:r>
              <a:t>- https://syunnjack.dev/articles/miseoshi-web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https://github.com/syunnjack/miseoshi-web</a:t>
            </a:r>
          </a:p>
          <a:p xmlns:a="http://schemas.openxmlformats.org/drawingml/2006/main">
            <a:r>
              <a:t>- https://syunnjack.dev/articles/miseoshi-web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https://github.com/syunnjack/miseoshi-web</a:t>
            </a:r>
          </a:p>
          <a:p xmlns:a="http://schemas.openxmlformats.org/drawingml/2006/main">
            <a:r>
              <a:t>- https://syunnjack.dev/articles/miseoshi-web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https://github.com/syunnjack/miseoshi-web</a:t>
            </a:r>
          </a:p>
          <a:p xmlns:a="http://schemas.openxmlformats.org/drawingml/2006/main">
            <a:r>
              <a:t>- https://syunnjack.dev/articles/miseoshi-web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https://github.com/syunnjack/miseoshi-web</a:t>
            </a:r>
          </a:p>
          <a:p xmlns:a="http://schemas.openxmlformats.org/drawingml/2006/main">
            <a:r>
              <a:t>- https://syunnjack.dev/articles/miseoshi-web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254e181904a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f35b5995124a79" /><Relationship Type="http://schemas.openxmlformats.org/officeDocument/2006/relationships/slideLayout" Target="/ppt/slideLayouts/slideLayout1.xml" Id="R1de9bbf651f54a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9bbf651f54a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4f6b3c28949bd" /><Relationship Type="http://schemas.openxmlformats.org/officeDocument/2006/relationships/notesSlide" Target="/ppt/notesSlides/notesSlide1.xml" Id="R928b34151b88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d5b99b7064252" /><Relationship Type="http://schemas.openxmlformats.org/officeDocument/2006/relationships/notesSlide" Target="/ppt/notesSlides/notesSlide2.xml" Id="R1532441e8818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a4367dcad4b1b" /><Relationship Type="http://schemas.openxmlformats.org/officeDocument/2006/relationships/notesSlide" Target="/ppt/notesSlides/notesSlide3.xml" Id="R204e632e96fe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259ffba654283" /><Relationship Type="http://schemas.openxmlformats.org/officeDocument/2006/relationships/notesSlide" Target="/ppt/notesSlides/notesSlide4.xml" Id="R9b78f60f1af748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b72aa1c484b1a" /><Relationship Type="http://schemas.openxmlformats.org/officeDocument/2006/relationships/notesSlide" Target="/ppt/notesSlides/notesSlide5.xml" Id="R14db4b9d12624d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94d112ab94f9d" /><Relationship Type="http://schemas.openxmlformats.org/officeDocument/2006/relationships/notesSlide" Target="/ppt/notesSlides/notesSlide6.xml" Id="Re489c4df3f8e4b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17DEE-01D8-499F-B42F-169341F9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52B14-1AF2-4735-B2E2-918E47DC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F125D652-0D5C-4A76-B8F1-8A44D4F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C145B73-45F4-4819-A4B5-99E6227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F59209-56B2-4680-9D3F-0F11A5D2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Miseoshi Webの技術解説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01ED5D6-43BB-4187-BA4D-A0F5633D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61953CBE-09F4-4E55-AC86-CEC8EA86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334111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9BE79-BC3D-4BE6-8B68-33F99FE5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7B1FC-7435-43BF-94E6-5E701FA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77D5002-00D9-471E-9C2E-95CE8F4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21D413DF-3228-4E4B-9CE6-FE6C237B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019BA30D-133F-4D88-9A1F-6EEE23D2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87C6D-2768-4A36-8302-E6AA393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970737BD-7562-4AE7-B383-2DC70D1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miseoshi web 店舗検索、リアルタイム待ち時間、スマホ順番受付、受付後の進行表示を一連で体験できる販売提案用MVPです</a:t>
            </a:r>
          </a:p>
        </p:txBody>
      </p:sp>
    </p:spTree>
    <p:extLst>
      <p:ext uri="{BB962C8B-B14F-4D97-AF65-F5344CB8AC3E}">
        <p14:creationId xmlns:p14="http://schemas.microsoft.com/office/powerpoint/2010/main" val="1808464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3CEDE-91D1-49B9-84E6-E26DC1B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AC9F8-4D21-4DB9-8E61-43018BB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B88A1898-D86D-4C8B-A627-8AA41F64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7438D37-3ABC-41CD-BF28-CE3A389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75F0BD2-297D-4447-9124-9F71622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7BF1E-0568-4767-B39B-47E0113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FF9DB8D-DA3D-45F5-AE1D-4EF672FF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778306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3A4DA-8376-45AE-BC23-EB883E9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7675A-4966-4689-8F43-06A9B59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F855D197-0497-4C17-899F-4E61B43B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1B53E4C-4B65-44FC-907D-3AE0E35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DF74F853-B5FF-4805-9305-1503BCA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82DE5-97AA-4098-8D18-026173E2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4FFF036C-978B-451C-9945-0B59ED3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2090502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9B383-7A88-4819-A0D3-71006504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EA1EB-9D80-457B-98C3-6029CF0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BE9F022C-2411-4F69-9FC4-48092F1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9768AC1-5BCF-4333-B573-CF0EC79D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06007E90-5145-492F-B736-3689DC0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4CB4F-5E2B-4169-8038-48C9FB09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9FEE79FA-A65C-4FAD-96FC-204A6748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503865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1415E-BC0D-4648-93C1-19198387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724CB-670A-4D54-A98F-65285132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C7961851-6735-4545-88B7-8B424F3F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46A0BCB-B036-49E5-9557-E455F494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9730DC4A-1F0D-437C-A39F-D1D7D1B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43DF3-B24B-430E-AD25-A99B662B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41A8712D-07DB-4B4A-8BA1-D95F6AD7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https://syunnjack.dev/articles/miseoshi-web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748295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2026-08-12T15:31:07.2670000Z</dcterms:created>
  <dcterms:modified xsi:type="dcterms:W3CDTF">2026-08-12T15:31:07.2670000Z</dcterms:modified>
</coreProperties>
</file>