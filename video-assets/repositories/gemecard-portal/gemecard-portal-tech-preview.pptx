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C7A7F-31A8-B662-6AB8-4A70D3F76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98D5BA3-2149-E39B-979F-6BE7FE5FD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29DB03-4A6F-7C0C-FA5E-382AB0EB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1C1775-6409-8F65-42B7-DE8DA62E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8C2698-6C46-3FE6-07FA-4E1FECF2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50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EABE5-121F-8626-4186-F9B6CB2F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8508F2-EF10-BA14-22BB-C0BD0C8AC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E46E29-5F0A-8678-4C37-90AC2F8C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E4652D-24DD-0CB3-CA0B-AE326F4F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52F829-6DAB-C51A-EF36-736B5035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110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317144-6832-A162-35F5-1EEBBCB62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E13804-9100-0585-8ED0-EBFC4054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6DF9DF-5FBC-E666-02F9-A2C3324F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9E1826-731A-D45E-7834-989E0B87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DF0F0F-A758-11CD-1E2F-D3A1CB2E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21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F34053-B249-9A47-7352-6D999988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84DAC2-8DFA-30FB-7C9B-AC505B378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A10451-C68D-3CEB-A933-2F81ADE34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1320ED-91D4-789A-97D1-60EDEC074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B3F491-579A-C53C-16A6-89883DD7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20DDDE-27DF-B4DB-A5D6-CA1273A6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72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D8B4B-12FB-DC30-B8FE-90F854A6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748CDE-699F-66DB-6DF0-89C98A1A4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B7F60D-7868-7256-7FA9-3B4D99DB4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5BA23C-2705-5386-4232-0E5051465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F81B053-354A-5658-59FB-3FEDCDC54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E7DB976-7437-D5FB-4303-CB6B1621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E40C3F-FFC7-B2A4-E3F1-04225D69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16A6392-0EBB-3AEB-31CB-DD75D2A2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08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65136-E91B-6559-C336-5C0E3F20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526417-4473-CAB9-1E6A-796A2DCA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5F197B1-CE06-786E-62F8-006716A6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8DAB53-C9F2-38B9-EB3B-6C856C6A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13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FAA3D0-3715-860F-C011-2968470B3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B4EB9F-9C7A-72A1-3601-09874470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714C42-E775-C0FA-588F-6CE1C093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717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97DA8A-6046-1B3C-642B-61896375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FDFD7B-DA80-98F0-31A0-914078DFD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8A1A56-C19B-3705-43C0-3ADFBC1A8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2F6C95-8AC9-70EE-E6AE-8680D6BC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E2BD2B-0C53-A93E-123A-E27EF66C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AE8822-128A-0A60-6EF3-FF586886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28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160B51-20F8-13D9-D962-35D4FD8B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6BBAED-2727-6B6C-F7BA-FFF437020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833329-171F-664F-60DB-D828C4669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244C63-DB36-D0B9-EA11-E1B429DD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D55AF6-5DA0-C89E-79EA-C5BEE9F8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124F0C-0F5A-78D2-751C-09BF3C92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302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0E24C5-3F86-356D-2D16-DA9B279B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81B0C5-4475-83FB-44A1-95C22A186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066828-0663-6DB8-969F-4BE6895E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1CDC8C-62DF-61CE-BCD2-D43603A8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E2879A-5C3F-E67B-8102-EA68E413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65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90C555-1EE0-8217-BB3A-105F3EA74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D08A48E-8136-E034-2763-CC26FDC92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01D33A-31B4-C988-10D2-13F0E30D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E4C854-70E3-562F-6664-234DA7F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9F105D-DF3C-D40E-E8DA-54A30242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68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F758AE-7213-E1EA-B9B1-DF5F2511C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E53E14-0BF6-6A96-B936-74F4ADEB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316CC5-B8BB-93C5-5688-8D9793723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C9F02-AC1C-45A8-AB6A-9852702887F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A47849-41A7-9DAC-EB1D-BDEBA24BA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8FE396-E76B-1FB2-BA4B-2F4EBBBEA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24E73-2C4E-46B2-AA0F-6A9A7CBB57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43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2735CD-0628-9D34-4F93-89D1BF1BE5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D5921B-5762-EA30-B370-86B0CF99AC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Gemecard Portal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A6F295-6E70-ABE4-6976-EBC259B3161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3FF4CE-D5D6-0704-68E7-D113E4BF673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B972C7E-116B-D056-C87D-653C910DBB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90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FC4382-90CF-B9FE-1076-EFCA0B56CB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AFDAE1-DD91-BCBA-B0A2-815B4296128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0531B0-D642-E7EE-096B-0A22BB53601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Gemecard Portal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073614-2214-CF9F-8A3D-53A0F5FD6BA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80EE4F2-DACE-0E8E-72D7-830AABCC6C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96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A1D6992-13EF-68D3-B2D1-88BA0DCBF40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B48C6B-7D23-172B-DE79-0AE79C017E7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D86690-7C64-F0E9-CD12-D8007304FD3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A75452-EC99-78A1-4AD4-4FDFCA85487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6DA033F-DF07-3951-3639-81CF25E293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72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726B49-5E32-D24B-6F26-80370B3C1C4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3F16F8-8917-0A32-A853-8E22DF61251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2CE47C-332B-3D67-E221-039BCE71BCB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EC5554-8150-5646-9A98-E9E8F8C379A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19AD277-2CB5-AF08-62CD-84AC3DD26B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89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29F56E-CA46-FFC7-AC94-49F1762F253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3B7731-0535-2F4C-2514-9DEA258397E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5E801F-8442-D8ED-7811-961B048BDCA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F04B60-D157-52BD-9CFC-875F3098E0D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350AABCB-837B-0BA0-B522-7BCD83D63D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81B87E-248B-1188-DACB-6D7FB0BFE12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9D7E9F-BD7E-AE5C-B863-01DE0A8295D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D22EDD-ECA9-3E34-D63E-CD1F7C7B6B4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https://syunnjack.dev/articles/gemecard-portal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BB96EA-7B66-11CB-E69E-75D94C260C5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A480F0F-9421-861B-0D6E-5A1F246A43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09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2026-07-30T11:04:32Z</dcterms:created>
  <dcterms:modified xsi:type="dcterms:W3CDTF">2026-07-30T11:04:32Z</dcterms:modified>
</cp:coreProperties>
</file>