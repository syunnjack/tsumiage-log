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f914ff1b3c4ba3" /><Relationship Type="http://schemas.openxmlformats.org/officeDocument/2006/relationships/extended-properties" Target="/docProps/app.xml" Id="R81d6be6c2f714747" /><Relationship Type="http://schemas.openxmlformats.org/officeDocument/2006/relationships/officeDocument" Target="/ppt/presentation.xml" Id="Re2c9f4f2f9f04f3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885aae6edfc4a6b"/>
  </p:sldMasterIdLst>
  <p:notesMasterIdLst>
    <p:notesMasterId xmlns:r="http://schemas.openxmlformats.org/officeDocument/2006/relationships" r:id="Rdecceba3704b4437"/>
  </p:notesMasterIdLst>
  <p:sldIdLst>
    <p:sldId xmlns:r="http://schemas.openxmlformats.org/officeDocument/2006/relationships" id="256" r:id="R9b6bcdc4a9bf4fcb"/>
    <p:sldId xmlns:r="http://schemas.openxmlformats.org/officeDocument/2006/relationships" id="257" r:id="Rbf4e0ebfe80c4d26"/>
    <p:sldId xmlns:r="http://schemas.openxmlformats.org/officeDocument/2006/relationships" id="258" r:id="R1c8cdb8391734798"/>
    <p:sldId xmlns:r="http://schemas.openxmlformats.org/officeDocument/2006/relationships" id="259" r:id="R8de1f1c900bd4057"/>
    <p:sldId xmlns:r="http://schemas.openxmlformats.org/officeDocument/2006/relationships" id="260" r:id="R58f5b86ca74a4605"/>
    <p:sldId xmlns:r="http://schemas.openxmlformats.org/officeDocument/2006/relationships" id="261" r:id="Ra3248b1f88dc445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db145bbf6fb4f4a" /><Relationship Type="http://schemas.openxmlformats.org/officeDocument/2006/relationships/slideMaster" Target="/ppt/slideMasters/slideMaster1.xml" Id="R7885aae6edfc4a6b" /><Relationship Type="http://schemas.openxmlformats.org/officeDocument/2006/relationships/notesMaster" Target="/ppt/notesMasters/notesMaster1.xml" Id="Rdecceba3704b4437" /><Relationship Type="http://schemas.openxmlformats.org/officeDocument/2006/relationships/presProps" Target="/ppt/presProps.xml" Id="R0aec1fda12cb4ca2" /><Relationship Type="http://schemas.openxmlformats.org/officeDocument/2006/relationships/tableStyles" Target="/ppt/tableStyles.xml" Id="Rc016f917c34d4736" /><Relationship Type="http://schemas.openxmlformats.org/officeDocument/2006/relationships/slide" Target="/ppt/slides/slide1.xml" Id="R9b6bcdc4a9bf4fcb" /><Relationship Type="http://schemas.openxmlformats.org/officeDocument/2006/relationships/slide" Target="/ppt/slides/slide2.xml" Id="Rbf4e0ebfe80c4d26" /><Relationship Type="http://schemas.openxmlformats.org/officeDocument/2006/relationships/slide" Target="/ppt/slides/slide3.xml" Id="R1c8cdb8391734798" /><Relationship Type="http://schemas.openxmlformats.org/officeDocument/2006/relationships/slide" Target="/ppt/slides/slide4.xml" Id="R8de1f1c900bd4057" /><Relationship Type="http://schemas.openxmlformats.org/officeDocument/2006/relationships/slide" Target="/ppt/slides/slide5.xml" Id="R58f5b86ca74a4605" /><Relationship Type="http://schemas.openxmlformats.org/officeDocument/2006/relationships/slide" Target="/ppt/slides/slide6.xml" Id="Ra3248b1f88dc445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e5624a6d7f24f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d727b4f2684d37" /><Relationship Type="http://schemas.openxmlformats.org/officeDocument/2006/relationships/notesMaster" Target="/ppt/notesMasters/notesMaster1.xml" Id="Rf937efeccaa248a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eab16ca85b14437" /><Relationship Type="http://schemas.openxmlformats.org/officeDocument/2006/relationships/notesMaster" Target="/ppt/notesMasters/notesMaster1.xml" Id="R2ca97579b001416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be24c6da5b54468" /><Relationship Type="http://schemas.openxmlformats.org/officeDocument/2006/relationships/notesMaster" Target="/ppt/notesMasters/notesMaster1.xml" Id="R09d463375b0148a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6f214f2d8f24b96" /><Relationship Type="http://schemas.openxmlformats.org/officeDocument/2006/relationships/notesMaster" Target="/ppt/notesMasters/notesMaster1.xml" Id="R741124927b06497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5dba239190d4ecc" /><Relationship Type="http://schemas.openxmlformats.org/officeDocument/2006/relationships/notesMaster" Target="/ppt/notesMasters/notesMaster1.xml" Id="Rde2b84696362432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12694a59edc4e56" /><Relationship Type="http://schemas.openxmlformats.org/officeDocument/2006/relationships/notesMaster" Target="/ppt/notesMasters/notesMaster1.xml" Id="R657ccd53f5234fb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今回は、Hoiku Mapの技術構成を短く解説します。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https://github.com/syunnjack/hoiku-map</a:t>
            </a:r>
          </a:p>
          <a:p xmlns:a="http://schemas.openxmlformats.org/drawingml/2006/main">
            <a:r>
              <a:t>- https://syunnjack.dev/articles/hoiku-map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Hoiku Mapは、Bladeを中心に設計・実装したプロジェクトです。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https://github.com/syunnjack/hoiku-map</a:t>
            </a:r>
          </a:p>
          <a:p xmlns:a="http://schemas.openxmlformats.org/drawingml/2006/main">
            <a:r>
              <a:t>- https://syunnjack.dev/articles/hoiku-map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主な技術はBladeです。役割を分け、保守しやすい構成を目指しています。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https://github.com/syunnjack/hoiku-map</a:t>
            </a:r>
          </a:p>
          <a:p xmlns:a="http://schemas.openxmlformats.org/drawingml/2006/main">
            <a:r>
              <a:t>- https://syunnjack.dev/articles/hoiku-map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リポジトリでは、主要なソースファイルを中心に実装を確認できます。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https://github.com/syunnjack/hoiku-map</a:t>
            </a:r>
          </a:p>
          <a:p xmlns:a="http://schemas.openxmlformats.org/drawingml/2006/main">
            <a:r>
              <a:t>- https://syunnjack.dev/articles/hoiku-map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直近のコミットでは、実装の見直しと継続的な改善が行われました。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https://github.com/syunnjack/hoiku-map</a:t>
            </a:r>
          </a:p>
          <a:p xmlns:a="http://schemas.openxmlformats.org/drawingml/2006/main">
            <a:r>
              <a:t>- https://syunnjack.dev/articles/hoiku-map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詳しい設計とコミット履歴は、技術ブログ積み上げログの記事で紹介しています。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https://github.com/syunnjack/hoiku-map</a:t>
            </a:r>
          </a:p>
          <a:p xmlns:a="http://schemas.openxmlformats.org/drawingml/2006/main">
            <a:r>
              <a:t>- https://syunnjack.dev/articles/hoiku-map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3b1d7d01104b0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17de63b5db4531" /><Relationship Type="http://schemas.openxmlformats.org/officeDocument/2006/relationships/slideLayout" Target="/ppt/slideLayouts/slideLayout1.xml" Id="R6a027cbed1e842f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a027cbed1e842f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e091108b264ac4" /><Relationship Type="http://schemas.openxmlformats.org/officeDocument/2006/relationships/notesSlide" Target="/ppt/notesSlides/notesSlide1.xml" Id="Re231aa6e0f084f0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a89db976234762" /><Relationship Type="http://schemas.openxmlformats.org/officeDocument/2006/relationships/notesSlide" Target="/ppt/notesSlides/notesSlide2.xml" Id="Re9a13db4f37f41e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ba0cfa2aa24b06" /><Relationship Type="http://schemas.openxmlformats.org/officeDocument/2006/relationships/notesSlide" Target="/ppt/notesSlides/notesSlide3.xml" Id="R4d4b9da6fe88410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79d9bb72754c8b" /><Relationship Type="http://schemas.openxmlformats.org/officeDocument/2006/relationships/notesSlide" Target="/ppt/notesSlides/notesSlide4.xml" Id="Rc307ad253dea49a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8d7c9b73264d55" /><Relationship Type="http://schemas.openxmlformats.org/officeDocument/2006/relationships/notesSlide" Target="/ppt/notesSlides/notesSlide5.xml" Id="R36bc642d4ad9425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642b392d9f4e68" /><Relationship Type="http://schemas.openxmlformats.org/officeDocument/2006/relationships/notesSlide" Target="/ppt/notesSlides/notesSlide6.xml" Id="Rc53c1a183bec4df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E9EC04-7088-4DF0-BCD9-B0C2C3E1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AF5629-B915-4459-B0F2-C2C3121F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0">
            <a:extLst xmlns:a="http://schemas.openxmlformats.org/drawingml/2006/main">
              <a:ext uri="{FF2B5EF4-FFF2-40B4-BE49-F238E27FC236}">
                <a16:creationId xmlns:a16="http://schemas.microsoft.com/office/drawing/2014/main" id="{2D6E6B4A-3A43-4BDE-880B-886F3BF9D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0">
            <a:extLst xmlns:a="http://schemas.openxmlformats.org/drawingml/2006/main">
              <a:ext uri="{FF2B5EF4-FFF2-40B4-BE49-F238E27FC236}">
                <a16:creationId xmlns:a16="http://schemas.microsoft.com/office/drawing/2014/main" id="{1C6C10FB-7467-4B00-879A-A65767507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01</a:t>
            </a:r>
          </a:p>
        </p:txBody>
      </p:sp>
      <p:sp>
        <p:nvSpPr>
          <p:cNvPr id="5" name="title">
            <a:extLst xmlns:a="http://schemas.openxmlformats.org/drawingml/2006/main">
              <a:ext uri="{FF2B5EF4-FFF2-40B4-BE49-F238E27FC236}">
                <a16:creationId xmlns:a16="http://schemas.microsoft.com/office/drawing/2014/main" id="{AF54C723-85A5-42BF-A312-D9AA9E2B0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02C22"/>
                </a:solidFill>
              </a:defRPr>
            </a:pPr>
            <a:r>
              <a:rPr sz="4350" b="1">
                <a:solidFill>
                  <a:srgbClr val="002C22"/>
                </a:solidFill>
              </a:rPr>
              <a:t>Hoiku Mapの技術解説</a:t>
            </a:r>
          </a:p>
        </p:txBody>
      </p:sp>
      <p:sp>
        <p:nvSpPr>
          <p:cNvPr id="6" name="subtitle">
            <a:extLst xmlns:a="http://schemas.openxmlformats.org/drawingml/2006/main">
              <a:ext uri="{FF2B5EF4-FFF2-40B4-BE49-F238E27FC236}">
                <a16:creationId xmlns:a16="http://schemas.microsoft.com/office/drawing/2014/main" id="{401E6C72-CA1A-48A9-B511-EBEEB821E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8953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7534D"/>
                </a:solidFill>
              </a:defRPr>
            </a:pPr>
            <a:r>
              <a:rPr sz="1875">
                <a:solidFill>
                  <a:srgbClr val="57534D"/>
                </a:solidFill>
              </a:rPr>
              <a:t>設計・実装・コミットから学ぶ短時間の技術解説</a:t>
            </a:r>
          </a:p>
        </p:txBody>
      </p:sp>
      <p:sp>
        <p:nvSpPr>
          <p:cNvPr id="7" name="language">
            <a:extLst xmlns:a="http://schemas.openxmlformats.org/drawingml/2006/main">
              <a:ext uri="{FF2B5EF4-FFF2-40B4-BE49-F238E27FC236}">
                <a16:creationId xmlns:a16="http://schemas.microsoft.com/office/drawing/2014/main" id="{D9D0B862-2AB0-46DF-B88B-8BC42412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FE9A00"/>
                </a:solidFill>
              </a:defRPr>
            </a:pPr>
            <a:r>
              <a:rPr sz="1500" b="1">
                <a:solidFill>
                  <a:srgbClr val="FE9A00"/>
                </a:solidFill>
              </a:rPr>
              <a:t>Blade</a:t>
            </a:r>
          </a:p>
        </p:txBody>
      </p:sp>
    </p:spTree>
    <p:extLst>
      <p:ext uri="{BB962C8B-B14F-4D97-AF65-F5344CB8AC3E}">
        <p14:creationId xmlns:p14="http://schemas.microsoft.com/office/powerpoint/2010/main" val="114386038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D86F08-D863-41DF-B366-69A0E5FF3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1CC7239-3154-405B-8E73-C4F840C8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1">
            <a:extLst xmlns:a="http://schemas.openxmlformats.org/drawingml/2006/main">
              <a:ext uri="{FF2B5EF4-FFF2-40B4-BE49-F238E27FC236}">
                <a16:creationId xmlns:a16="http://schemas.microsoft.com/office/drawing/2014/main" id="{139D0177-5507-4656-827B-650A0A677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1">
            <a:extLst xmlns:a="http://schemas.openxmlformats.org/drawingml/2006/main">
              <a:ext uri="{FF2B5EF4-FFF2-40B4-BE49-F238E27FC236}">
                <a16:creationId xmlns:a16="http://schemas.microsoft.com/office/drawing/2014/main" id="{0125F592-CFEB-4EB4-9EDF-52C53BF9F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02</a:t>
            </a:r>
          </a:p>
        </p:txBody>
      </p:sp>
      <p:sp>
        <p:nvSpPr>
          <p:cNvPr id="5" name="title-1">
            <a:extLst xmlns:a="http://schemas.openxmlformats.org/drawingml/2006/main">
              <a:ext uri="{FF2B5EF4-FFF2-40B4-BE49-F238E27FC236}">
                <a16:creationId xmlns:a16="http://schemas.microsoft.com/office/drawing/2014/main" id="{70DD7C31-E799-4739-8E54-D3949D10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このプロジェクトは何を解決する？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D3DF72-475C-479B-9C27-D9C317561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1">
            <a:extLst xmlns:a="http://schemas.openxmlformats.org/drawingml/2006/main">
              <a:ext uri="{FF2B5EF4-FFF2-40B4-BE49-F238E27FC236}">
                <a16:creationId xmlns:a16="http://schemas.microsoft.com/office/drawing/2014/main" id="{0B78AC5A-C706-4CD0-88B5-FAF248DE9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Hoiku Mapは、Bladeを中心に設計・実装したプロジェクトです。</a:t>
            </a:r>
          </a:p>
        </p:txBody>
      </p:sp>
    </p:spTree>
    <p:extLst>
      <p:ext uri="{BB962C8B-B14F-4D97-AF65-F5344CB8AC3E}">
        <p14:creationId xmlns:p14="http://schemas.microsoft.com/office/powerpoint/2010/main" val="6809723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80FC52-D702-4A48-8F2C-3728D3CEF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1DE571-C17E-45C0-A43F-266154230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2">
            <a:extLst xmlns:a="http://schemas.openxmlformats.org/drawingml/2006/main">
              <a:ext uri="{FF2B5EF4-FFF2-40B4-BE49-F238E27FC236}">
                <a16:creationId xmlns:a16="http://schemas.microsoft.com/office/drawing/2014/main" id="{68CC8064-6E2B-45F4-9DE9-755C6F3D1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B0D87D64-61A5-4EC8-939E-77C46F18C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03</a:t>
            </a:r>
          </a:p>
        </p:txBody>
      </p:sp>
      <p:sp>
        <p:nvSpPr>
          <p:cNvPr id="5" name="title-2">
            <a:extLst xmlns:a="http://schemas.openxmlformats.org/drawingml/2006/main">
              <a:ext uri="{FF2B5EF4-FFF2-40B4-BE49-F238E27FC236}">
                <a16:creationId xmlns:a16="http://schemas.microsoft.com/office/drawing/2014/main" id="{93637451-3D8C-4208-9346-E980ED554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技術スタック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54E184-E9F9-473C-A61B-7A5B74C8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2">
            <a:extLst xmlns:a="http://schemas.openxmlformats.org/drawingml/2006/main">
              <a:ext uri="{FF2B5EF4-FFF2-40B4-BE49-F238E27FC236}">
                <a16:creationId xmlns:a16="http://schemas.microsoft.com/office/drawing/2014/main" id="{9E290C5B-6D97-47AE-AB54-57B82D55C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主要技術：Blade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役割を分け、保守しやすい構成を目指しています。</a:t>
            </a:r>
          </a:p>
        </p:txBody>
      </p:sp>
    </p:spTree>
    <p:extLst>
      <p:ext uri="{BB962C8B-B14F-4D97-AF65-F5344CB8AC3E}">
        <p14:creationId xmlns:p14="http://schemas.microsoft.com/office/powerpoint/2010/main" val="13364946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D85864-CFCB-4FE8-A502-08205CA36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BFB588-2720-4F2D-AD54-9F16EADE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3">
            <a:extLst xmlns:a="http://schemas.openxmlformats.org/drawingml/2006/main">
              <a:ext uri="{FF2B5EF4-FFF2-40B4-BE49-F238E27FC236}">
                <a16:creationId xmlns:a16="http://schemas.microsoft.com/office/drawing/2014/main" id="{35272139-49C8-4DB1-8629-4C8C1133E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ADCF30B2-300B-400C-921E-8DF3EE8CA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04</a:t>
            </a:r>
          </a:p>
        </p:txBody>
      </p:sp>
      <p:sp>
        <p:nvSpPr>
          <p:cNvPr id="5" name="title-3">
            <a:extLst xmlns:a="http://schemas.openxmlformats.org/drawingml/2006/main">
              <a:ext uri="{FF2B5EF4-FFF2-40B4-BE49-F238E27FC236}">
                <a16:creationId xmlns:a16="http://schemas.microsoft.com/office/drawing/2014/main" id="{81558CED-8DD6-47C5-9FED-AA7B82CC1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リポジトリの読みどころ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66542C-48DF-4399-8EAF-376490CC0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3">
            <a:extLst xmlns:a="http://schemas.openxmlformats.org/drawingml/2006/main">
              <a:ext uri="{FF2B5EF4-FFF2-40B4-BE49-F238E27FC236}">
                <a16:creationId xmlns:a16="http://schemas.microsoft.com/office/drawing/2014/main" id="{BFFCB085-721E-4E37-963C-24284F9CD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公開コード、README、コミット履歴から設計判断を確認できます。</a:t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主なファイル：主要なソースファイル</a:t>
            </a:r>
          </a:p>
        </p:txBody>
      </p:sp>
    </p:spTree>
    <p:extLst>
      <p:ext uri="{BB962C8B-B14F-4D97-AF65-F5344CB8AC3E}">
        <p14:creationId xmlns:p14="http://schemas.microsoft.com/office/powerpoint/2010/main" val="117858924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455DD8-9C15-4756-92B0-3B4F1E388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91B16A-1343-4FB0-AB2F-CBE217704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4">
            <a:extLst xmlns:a="http://schemas.openxmlformats.org/drawingml/2006/main">
              <a:ext uri="{FF2B5EF4-FFF2-40B4-BE49-F238E27FC236}">
                <a16:creationId xmlns:a16="http://schemas.microsoft.com/office/drawing/2014/main" id="{164185BB-0688-41E3-AD24-5B659AA7B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623755A9-8936-4B06-A950-10D0CA6A4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05</a:t>
            </a:r>
          </a:p>
        </p:txBody>
      </p:sp>
      <p:sp>
        <p:nvSpPr>
          <p:cNvPr id="5" name="title-4">
            <a:extLst xmlns:a="http://schemas.openxmlformats.org/drawingml/2006/main">
              <a:ext uri="{FF2B5EF4-FFF2-40B4-BE49-F238E27FC236}">
                <a16:creationId xmlns:a16="http://schemas.microsoft.com/office/drawing/2014/main" id="{4580B960-56C1-448E-8031-903429E18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コミットから分かる改善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395424-4D06-4EAA-8F7D-505938708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4">
            <a:extLst xmlns:a="http://schemas.openxmlformats.org/drawingml/2006/main">
              <a:ext uri="{FF2B5EF4-FFF2-40B4-BE49-F238E27FC236}">
                <a16:creationId xmlns:a16="http://schemas.microsoft.com/office/drawing/2014/main" id="{02AA0718-55A1-4539-A88B-BDC4B9863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直近のコミットでは、実装の見直しと継続的な改善が行われました。</a:t>
            </a:r>
          </a:p>
        </p:txBody>
      </p:sp>
    </p:spTree>
    <p:extLst>
      <p:ext uri="{BB962C8B-B14F-4D97-AF65-F5344CB8AC3E}">
        <p14:creationId xmlns:p14="http://schemas.microsoft.com/office/powerpoint/2010/main" val="5858783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AF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160A57-5434-46A9-856F-2E010F2B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C22"/>
          </a:solidFill>
          <a:ln xmlns:a="http://schemas.openxmlformats.org/drawingml/2006/main" w="0">
            <a:solidFill>
              <a:srgbClr val="002C22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F620E7-A9CB-42FD-A2D6-9A55BA9D6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6667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9A00"/>
          </a:solidFill>
          <a:ln xmlns:a="http://schemas.openxmlformats.org/drawingml/2006/main" w="0">
            <a:solidFill>
              <a:srgbClr val="FE9A00"/>
            </a:solidFill>
            <a:prstDash val="solid"/>
          </a:ln>
        </p:spPr>
      </p:sp>
      <p:sp>
        <p:nvSpPr>
          <p:cNvPr id="3" name="series-5">
            <a:extLst xmlns:a="http://schemas.openxmlformats.org/drawingml/2006/main">
              <a:ext uri="{FF2B5EF4-FFF2-40B4-BE49-F238E27FC236}">
                <a16:creationId xmlns:a16="http://schemas.microsoft.com/office/drawing/2014/main" id="{F8B5B6E7-4198-49BA-B611-EE551DB4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02C22"/>
                </a:solidFill>
              </a:defRPr>
            </a:pPr>
            <a:r>
              <a:rPr sz="1200" b="1">
                <a:solidFill>
                  <a:srgbClr val="002C22"/>
                </a:solidFill>
              </a:rPr>
              <a:t>積み上げログ  |  技術解説</a:t>
            </a:r>
          </a:p>
        </p:txBody>
      </p:sp>
      <p:sp>
        <p:nvSpPr>
          <p:cNvPr id="4" name="page-5">
            <a:extLst xmlns:a="http://schemas.openxmlformats.org/drawingml/2006/main">
              <a:ext uri="{FF2B5EF4-FFF2-40B4-BE49-F238E27FC236}">
                <a16:creationId xmlns:a16="http://schemas.microsoft.com/office/drawing/2014/main" id="{E8E9A76A-7FA1-4848-936E-A8A7302F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6191250"/>
            <a:ext cx="66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7534D"/>
                </a:solidFill>
              </a:defRPr>
            </a:pPr>
            <a:r>
              <a:rPr sz="1050" b="1">
                <a:solidFill>
                  <a:srgbClr val="57534D"/>
                </a:solidFill>
              </a:rPr>
              <a:t>06</a:t>
            </a:r>
          </a:p>
        </p:txBody>
      </p:sp>
      <p:sp>
        <p:nvSpPr>
          <p:cNvPr id="5" name="title-5">
            <a:extLst xmlns:a="http://schemas.openxmlformats.org/drawingml/2006/main">
              <a:ext uri="{FF2B5EF4-FFF2-40B4-BE49-F238E27FC236}">
                <a16:creationId xmlns:a16="http://schemas.microsoft.com/office/drawing/2014/main" id="{2A43EFC7-5231-4342-A411-1228DD85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90625"/>
            <a:ext cx="10382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02C22"/>
                </a:solidFill>
              </a:defRPr>
            </a:pPr>
            <a:r>
              <a:rPr sz="3150" b="1">
                <a:solidFill>
                  <a:srgbClr val="002C22"/>
                </a:solidFill>
              </a:rPr>
              <a:t>詳しくは積み上げログへ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8CC32C-48DF-4FEB-89EF-6ECB5A0C1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105727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E7E5E4"/>
            </a:solidFill>
            <a:prstDash val="solid"/>
          </a:ln>
        </p:spPr>
      </p:sp>
      <p:sp>
        <p:nvSpPr>
          <p:cNvPr id="7" name="body-5">
            <a:extLst xmlns:a="http://schemas.openxmlformats.org/drawingml/2006/main">
              <a:ext uri="{FF2B5EF4-FFF2-40B4-BE49-F238E27FC236}">
                <a16:creationId xmlns:a16="http://schemas.microsoft.com/office/drawing/2014/main" id="{5292CBFC-9528-4F76-BF6B-4AA3547D3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95625"/>
            <a:ext cx="981075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記事： https://syunnjack.dev/articles/hoiku-map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002C22"/>
                </a:solidFill>
              </a:defRPr>
            </a:pPr>
            <a:r>
              <a:rPr sz="1950">
                <a:solidFill>
                  <a:srgbClr val="002C22"/>
                </a:solidFill>
              </a:rPr>
              <a:t>学び、作り、振り返る開発記録。</a:t>
            </a:r>
          </a:p>
        </p:txBody>
      </p:sp>
    </p:spTree>
    <p:extLst>
      <p:ext uri="{BB962C8B-B14F-4D97-AF65-F5344CB8AC3E}">
        <p14:creationId xmlns:p14="http://schemas.microsoft.com/office/powerpoint/2010/main" val="9131237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2026-08-12T15:25:43.9970000Z</dcterms:created>
  <dcterms:modified xsi:type="dcterms:W3CDTF">2026-08-12T15:25:43.9980000Z</dcterms:modified>
</coreProperties>
</file>