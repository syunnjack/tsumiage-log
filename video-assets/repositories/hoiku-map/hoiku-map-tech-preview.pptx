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5E501C-037C-EDA8-43CD-7D8B3398D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37ACDD-40CD-5C98-97FA-829D96ED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47C1BC-0CE5-C88F-ABEE-46C8A0E0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A87895-A971-4F94-CC28-3B7DA1DA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AFA2FB-37EC-9F29-DD25-AEE67B119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55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02D646-F0B6-C65E-4E99-6434E890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3172B5-102F-51FD-00F3-4D7D767C1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08A20E-837E-5548-859C-8F3E7125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D164AF-257D-10B5-84F2-93E1C9E05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2D514F-54E9-5466-6CEC-E7DB4AF2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812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D5774-A486-8904-7BE9-C95DBF6B6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912F2F-1257-7AA4-51BA-74CFFFF73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6D5B27-700B-D3A3-0108-91783303F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5F2629-BA59-93DF-A814-A50C6C86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BFBD06-694A-E0BD-C7E9-C86E357C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096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C50654-4C6B-CE98-6B6A-686154959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FADE27-A3FE-811D-6780-79B878246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410B7D-B4C3-DF2A-EC3B-403055C37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BC7879-2551-9676-FB67-E5BAFD357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BAA253-08FB-B5A7-CF9E-89FB4212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EDEC9F-741F-780E-5BC2-0EBAAB44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098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56AAF5-751F-66BB-6FA2-A04D0A8F7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4CA8E7-8BFF-8B2E-671B-6055FD6DF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571922-403C-65D1-2F1C-28440FC83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A9BCA57-12CF-A17A-5A51-0BFF4C23D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018640-534B-9129-E27A-1EFC409D0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EA184D2-7A34-CD1E-47C0-8319EF4E3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EAB36AB-1F91-F576-FA0B-4ED9EB5C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76507E-9FB7-5B27-FD48-B831614B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1627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8D2A6-833C-986B-565F-8F7BEC35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21D8A1A-EDC0-889B-2C7F-DD465154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583B10-9947-FC2C-47B3-F28105560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DA9BFD7-405E-0E6A-5044-D4C2E450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940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EE7C1E-B901-147E-C588-DDA668296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C306EC3-0213-DF30-35C1-798818E1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42F498-9573-4D21-2C69-0363B647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393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F3555-39A4-EEDC-52F6-6C2B601D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CB38F-CCEE-0050-4284-5167D3AF4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7714DD-44E9-F04F-3964-9A9A616B3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31E5ED-5FEB-3294-BCA3-E27F46737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5EDDEB6-49D6-7B03-C53C-8A78B747D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28D692-B148-9064-36EA-9F1DE13FE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38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2499C5-16EC-3A4F-93EE-D3EABB470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F98D1B-73E7-6624-645B-5C1A95ED6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D12950D-F176-6D1D-F827-86142B98C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E007849-25D1-BF0A-3C35-B1EA61800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0444899-EE4E-BEEB-8AEF-23D160A9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EAFAE7-54DB-1DE7-036B-4C138ECA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267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909213-E6AB-A0F4-2EFA-7D2DA750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79DAF2C-AD20-188C-1B9E-5D159902E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7572FE-D293-77B7-87AA-5997BD66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58F7C6-6F65-A9B7-E929-10BEEE40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5EC9BE-1879-E7D4-98C8-88F7701D6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51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6EF1BF8-884C-C369-A806-3499FEBF48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D85E7E-6B3E-18B7-5AF9-705B6CE01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09A0C8-EC5D-4484-A019-3C9F7A446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56E0C-D163-C8AF-DAA1-6C409F9D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7FE591-B347-C63E-C11F-F177F76C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066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E53731E-7116-84A8-BD1D-3C32ACD20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A21897-7840-331A-CADE-46B76D291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D31296-752E-8D41-7673-8E78EDB9B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5A188-8A03-4CAE-87BC-8FFFEDE8EC6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60D936-89E1-15B6-ED8F-C7CB78683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E3ED41-9AFA-7DE5-A142-D2CD93035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9768D-03BE-4508-990C-439EC936EF6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878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4AFA9B-B87A-1811-576C-2137700576F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6EA2B1-BB06-CC94-35C9-4B97990177E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Hoiku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00A8E7-76C0-BBE9-BD4F-0164CA58660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2BE8E9-B880-3DBA-7F53-74AC252600D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2C31AF8C-E9F7-29A3-1CA8-702315BD06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85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4779EA-7772-10B8-C65B-02F87F35F2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6B63EEE-DB67-78A5-1434-65482D212BE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BBFCF6B-5ADF-3D0F-E1A5-1DB65F25C61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Hoiku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CDC602-BFB2-31B5-B90A-E39BF907CF9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02DD5B0-8865-D3D1-70A8-238D57D5DB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341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FFEC73-BD8F-5500-1B8C-95C5EF79974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C9B68D1-03A6-4484-2D49-F3AA00B88CC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308A17-4A94-C2C7-B9E0-C1DE2D7E999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14182C5-34E2-B38A-2E81-974F8808577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1E5AB8FA-64CE-B89F-3DD1-7AEBD80B97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89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E9121AC-EB60-740B-1C0B-B2A782DD25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BB2145-3858-7A27-DDAB-5FBD218F090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228B42-726B-57BD-9931-6697EC82005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43EEF4-BFF0-26A8-B224-8596FC223C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4C7C855-DEAF-E955-B0FE-5BED831D28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14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F7FE9D4-9272-8CF1-A326-4CFBDE55E8B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F45619-7D5B-70FA-E761-DB19ACF1E74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25F3A5-0B19-264E-7456-353FBDF0AA1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2127AF-7924-DFEE-3BAB-5347417313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FDCF8FF-50CA-D8C0-E75B-C12F3AF9B6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417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3B94D4-C663-2EDA-D533-E0CD67AA0C8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6C10D3-A4B4-A269-8266-26AD9CBEE4F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F2BC5F-4694-A8DE-0270-EF84743EC40B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https://syunnjack.dev/articles/hoiku-map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F586D5-52EC-5B5B-BB54-7B78A302D9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E102F387-3F09-17EA-6281-B3D376ED98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29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2026-07-30T12:16:45Z</dcterms:created>
  <dcterms:modified xsi:type="dcterms:W3CDTF">2026-07-30T12:16:45Z</dcterms:modified>
</cp:coreProperties>
</file>