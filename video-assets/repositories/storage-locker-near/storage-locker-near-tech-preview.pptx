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5" d="100"/>
          <a:sy n="35" d="100"/>
        </p:scale>
        <p:origin x="996"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6BE28C-32B1-C85F-FAEA-68A036B34B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8231954-1D4C-2391-66B1-80B8F8323D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DB67F4C-4922-FF07-7DD7-626F4AE48304}"/>
              </a:ext>
            </a:extLst>
          </p:cNvPr>
          <p:cNvSpPr>
            <a:spLocks noGrp="1"/>
          </p:cNvSpPr>
          <p:nvPr>
            <p:ph type="dt" sz="half" idx="10"/>
          </p:nvPr>
        </p:nvSpPr>
        <p:spPr/>
        <p:txBody>
          <a:bodyPr/>
          <a:lstStyle/>
          <a:p>
            <a:fld id="{E827C3C9-F8F7-4661-9113-BC2CC4621ED4}" type="datetimeFigureOut">
              <a:rPr kumimoji="1" lang="ja-JP" altLang="en-US" smtClean="0"/>
              <a:t>2026/7/30</a:t>
            </a:fld>
            <a:endParaRPr kumimoji="1" lang="ja-JP" altLang="en-US"/>
          </a:p>
        </p:txBody>
      </p:sp>
      <p:sp>
        <p:nvSpPr>
          <p:cNvPr id="5" name="フッター プレースホルダー 4">
            <a:extLst>
              <a:ext uri="{FF2B5EF4-FFF2-40B4-BE49-F238E27FC236}">
                <a16:creationId xmlns:a16="http://schemas.microsoft.com/office/drawing/2014/main" id="{4414886E-AB20-A414-E0F9-558C38ABBC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80B8764-8FCC-9CA7-96C1-11F7A3E2A8B8}"/>
              </a:ext>
            </a:extLst>
          </p:cNvPr>
          <p:cNvSpPr>
            <a:spLocks noGrp="1"/>
          </p:cNvSpPr>
          <p:nvPr>
            <p:ph type="sldNum" sz="quarter" idx="12"/>
          </p:nvPr>
        </p:nvSpPr>
        <p:spPr/>
        <p:txBody>
          <a:bodyPr/>
          <a:lstStyle/>
          <a:p>
            <a:fld id="{915B4113-59B7-4536-85E5-EAC956EFC6C8}" type="slidenum">
              <a:rPr kumimoji="1" lang="ja-JP" altLang="en-US" smtClean="0"/>
              <a:t>‹#›</a:t>
            </a:fld>
            <a:endParaRPr kumimoji="1" lang="ja-JP" altLang="en-US"/>
          </a:p>
        </p:txBody>
      </p:sp>
    </p:spTree>
    <p:extLst>
      <p:ext uri="{BB962C8B-B14F-4D97-AF65-F5344CB8AC3E}">
        <p14:creationId xmlns:p14="http://schemas.microsoft.com/office/powerpoint/2010/main" val="3956647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732A95-864D-846A-B7D9-FF2536FF2C9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363F96A-8364-9AA4-A7D8-0B62F19F4E1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8DA92CA-0C3B-938C-D051-2A668B7ACDD4}"/>
              </a:ext>
            </a:extLst>
          </p:cNvPr>
          <p:cNvSpPr>
            <a:spLocks noGrp="1"/>
          </p:cNvSpPr>
          <p:nvPr>
            <p:ph type="dt" sz="half" idx="10"/>
          </p:nvPr>
        </p:nvSpPr>
        <p:spPr/>
        <p:txBody>
          <a:bodyPr/>
          <a:lstStyle/>
          <a:p>
            <a:fld id="{E827C3C9-F8F7-4661-9113-BC2CC4621ED4}" type="datetimeFigureOut">
              <a:rPr kumimoji="1" lang="ja-JP" altLang="en-US" smtClean="0"/>
              <a:t>2026/7/30</a:t>
            </a:fld>
            <a:endParaRPr kumimoji="1" lang="ja-JP" altLang="en-US"/>
          </a:p>
        </p:txBody>
      </p:sp>
      <p:sp>
        <p:nvSpPr>
          <p:cNvPr id="5" name="フッター プレースホルダー 4">
            <a:extLst>
              <a:ext uri="{FF2B5EF4-FFF2-40B4-BE49-F238E27FC236}">
                <a16:creationId xmlns:a16="http://schemas.microsoft.com/office/drawing/2014/main" id="{5182CD09-E19D-E050-D54A-D51568E5677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E950C21-493C-9F09-39E7-40528D6A93EC}"/>
              </a:ext>
            </a:extLst>
          </p:cNvPr>
          <p:cNvSpPr>
            <a:spLocks noGrp="1"/>
          </p:cNvSpPr>
          <p:nvPr>
            <p:ph type="sldNum" sz="quarter" idx="12"/>
          </p:nvPr>
        </p:nvSpPr>
        <p:spPr/>
        <p:txBody>
          <a:bodyPr/>
          <a:lstStyle/>
          <a:p>
            <a:fld id="{915B4113-59B7-4536-85E5-EAC956EFC6C8}" type="slidenum">
              <a:rPr kumimoji="1" lang="ja-JP" altLang="en-US" smtClean="0"/>
              <a:t>‹#›</a:t>
            </a:fld>
            <a:endParaRPr kumimoji="1" lang="ja-JP" altLang="en-US"/>
          </a:p>
        </p:txBody>
      </p:sp>
    </p:spTree>
    <p:extLst>
      <p:ext uri="{BB962C8B-B14F-4D97-AF65-F5344CB8AC3E}">
        <p14:creationId xmlns:p14="http://schemas.microsoft.com/office/powerpoint/2010/main" val="2086128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D25C5B-493F-1076-A658-E48503E109BA}"/>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07C8B0D-4149-5B44-5D5C-6C079BC580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D198E0A6-1BC6-80E5-5E31-B7EA83E85587}"/>
              </a:ext>
            </a:extLst>
          </p:cNvPr>
          <p:cNvSpPr>
            <a:spLocks noGrp="1"/>
          </p:cNvSpPr>
          <p:nvPr>
            <p:ph type="dt" sz="half" idx="10"/>
          </p:nvPr>
        </p:nvSpPr>
        <p:spPr/>
        <p:txBody>
          <a:bodyPr/>
          <a:lstStyle/>
          <a:p>
            <a:fld id="{E827C3C9-F8F7-4661-9113-BC2CC4621ED4}" type="datetimeFigureOut">
              <a:rPr kumimoji="1" lang="ja-JP" altLang="en-US" smtClean="0"/>
              <a:t>2026/7/30</a:t>
            </a:fld>
            <a:endParaRPr kumimoji="1" lang="ja-JP" altLang="en-US"/>
          </a:p>
        </p:txBody>
      </p:sp>
      <p:sp>
        <p:nvSpPr>
          <p:cNvPr id="5" name="フッター プレースホルダー 4">
            <a:extLst>
              <a:ext uri="{FF2B5EF4-FFF2-40B4-BE49-F238E27FC236}">
                <a16:creationId xmlns:a16="http://schemas.microsoft.com/office/drawing/2014/main" id="{CC72C511-0D82-1A06-CE14-B35A4BBA3A4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55133C0-9905-D844-BA49-DA38EDC757CF}"/>
              </a:ext>
            </a:extLst>
          </p:cNvPr>
          <p:cNvSpPr>
            <a:spLocks noGrp="1"/>
          </p:cNvSpPr>
          <p:nvPr>
            <p:ph type="sldNum" sz="quarter" idx="12"/>
          </p:nvPr>
        </p:nvSpPr>
        <p:spPr/>
        <p:txBody>
          <a:bodyPr/>
          <a:lstStyle/>
          <a:p>
            <a:fld id="{915B4113-59B7-4536-85E5-EAC956EFC6C8}" type="slidenum">
              <a:rPr kumimoji="1" lang="ja-JP" altLang="en-US" smtClean="0"/>
              <a:t>‹#›</a:t>
            </a:fld>
            <a:endParaRPr kumimoji="1" lang="ja-JP" altLang="en-US"/>
          </a:p>
        </p:txBody>
      </p:sp>
    </p:spTree>
    <p:extLst>
      <p:ext uri="{BB962C8B-B14F-4D97-AF65-F5344CB8AC3E}">
        <p14:creationId xmlns:p14="http://schemas.microsoft.com/office/powerpoint/2010/main" val="91494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077B10-9352-5478-A357-08CDEA042A9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15F0E98-FBE2-30F5-9876-FBBCD69C9AF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BD70CCA-E423-7502-046E-552345189A3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77F1768-EEBF-C4C9-130D-2C50AB6B1E29}"/>
              </a:ext>
            </a:extLst>
          </p:cNvPr>
          <p:cNvSpPr>
            <a:spLocks noGrp="1"/>
          </p:cNvSpPr>
          <p:nvPr>
            <p:ph type="dt" sz="half" idx="10"/>
          </p:nvPr>
        </p:nvSpPr>
        <p:spPr/>
        <p:txBody>
          <a:bodyPr/>
          <a:lstStyle/>
          <a:p>
            <a:fld id="{E827C3C9-F8F7-4661-9113-BC2CC4621ED4}" type="datetimeFigureOut">
              <a:rPr kumimoji="1" lang="ja-JP" altLang="en-US" smtClean="0"/>
              <a:t>2026/7/30</a:t>
            </a:fld>
            <a:endParaRPr kumimoji="1" lang="ja-JP" altLang="en-US"/>
          </a:p>
        </p:txBody>
      </p:sp>
      <p:sp>
        <p:nvSpPr>
          <p:cNvPr id="6" name="フッター プレースホルダー 5">
            <a:extLst>
              <a:ext uri="{FF2B5EF4-FFF2-40B4-BE49-F238E27FC236}">
                <a16:creationId xmlns:a16="http://schemas.microsoft.com/office/drawing/2014/main" id="{58E3C339-16E5-1ED6-3F18-6ED3C05F4BA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5B3D381-B4B9-24FA-75EA-34861BAA062B}"/>
              </a:ext>
            </a:extLst>
          </p:cNvPr>
          <p:cNvSpPr>
            <a:spLocks noGrp="1"/>
          </p:cNvSpPr>
          <p:nvPr>
            <p:ph type="sldNum" sz="quarter" idx="12"/>
          </p:nvPr>
        </p:nvSpPr>
        <p:spPr/>
        <p:txBody>
          <a:bodyPr/>
          <a:lstStyle/>
          <a:p>
            <a:fld id="{915B4113-59B7-4536-85E5-EAC956EFC6C8}" type="slidenum">
              <a:rPr kumimoji="1" lang="ja-JP" altLang="en-US" smtClean="0"/>
              <a:t>‹#›</a:t>
            </a:fld>
            <a:endParaRPr kumimoji="1" lang="ja-JP" altLang="en-US"/>
          </a:p>
        </p:txBody>
      </p:sp>
    </p:spTree>
    <p:extLst>
      <p:ext uri="{BB962C8B-B14F-4D97-AF65-F5344CB8AC3E}">
        <p14:creationId xmlns:p14="http://schemas.microsoft.com/office/powerpoint/2010/main" val="3365739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FBF86F-304C-22A3-DFFB-2201A54D9F2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98B49FE-2F39-5B67-70DA-0F491010D0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B3A9A0B4-91CB-E6FD-C07B-CB255DFEF4E2}"/>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6970649-9837-13F7-A63E-B8864C425E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5B0DF184-5D6C-6473-039D-1C6509CF682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3AA0BFCE-78BC-C1DC-C470-F39905E2A113}"/>
              </a:ext>
            </a:extLst>
          </p:cNvPr>
          <p:cNvSpPr>
            <a:spLocks noGrp="1"/>
          </p:cNvSpPr>
          <p:nvPr>
            <p:ph type="dt" sz="half" idx="10"/>
          </p:nvPr>
        </p:nvSpPr>
        <p:spPr/>
        <p:txBody>
          <a:bodyPr/>
          <a:lstStyle/>
          <a:p>
            <a:fld id="{E827C3C9-F8F7-4661-9113-BC2CC4621ED4}" type="datetimeFigureOut">
              <a:rPr kumimoji="1" lang="ja-JP" altLang="en-US" smtClean="0"/>
              <a:t>2026/7/30</a:t>
            </a:fld>
            <a:endParaRPr kumimoji="1" lang="ja-JP" altLang="en-US"/>
          </a:p>
        </p:txBody>
      </p:sp>
      <p:sp>
        <p:nvSpPr>
          <p:cNvPr id="8" name="フッター プレースホルダー 7">
            <a:extLst>
              <a:ext uri="{FF2B5EF4-FFF2-40B4-BE49-F238E27FC236}">
                <a16:creationId xmlns:a16="http://schemas.microsoft.com/office/drawing/2014/main" id="{D5A31154-430B-2C39-2FFC-F7D576FA1D68}"/>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5AF6DDB-28D0-FF40-152C-366B98887A3F}"/>
              </a:ext>
            </a:extLst>
          </p:cNvPr>
          <p:cNvSpPr>
            <a:spLocks noGrp="1"/>
          </p:cNvSpPr>
          <p:nvPr>
            <p:ph type="sldNum" sz="quarter" idx="12"/>
          </p:nvPr>
        </p:nvSpPr>
        <p:spPr/>
        <p:txBody>
          <a:bodyPr/>
          <a:lstStyle/>
          <a:p>
            <a:fld id="{915B4113-59B7-4536-85E5-EAC956EFC6C8}" type="slidenum">
              <a:rPr kumimoji="1" lang="ja-JP" altLang="en-US" smtClean="0"/>
              <a:t>‹#›</a:t>
            </a:fld>
            <a:endParaRPr kumimoji="1" lang="ja-JP" altLang="en-US"/>
          </a:p>
        </p:txBody>
      </p:sp>
    </p:spTree>
    <p:extLst>
      <p:ext uri="{BB962C8B-B14F-4D97-AF65-F5344CB8AC3E}">
        <p14:creationId xmlns:p14="http://schemas.microsoft.com/office/powerpoint/2010/main" val="3686899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31396F-F39E-E1AD-D2E9-FCD04BF2101B}"/>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0EB18B5-0521-7F14-055B-D802A595ADA7}"/>
              </a:ext>
            </a:extLst>
          </p:cNvPr>
          <p:cNvSpPr>
            <a:spLocks noGrp="1"/>
          </p:cNvSpPr>
          <p:nvPr>
            <p:ph type="dt" sz="half" idx="10"/>
          </p:nvPr>
        </p:nvSpPr>
        <p:spPr/>
        <p:txBody>
          <a:bodyPr/>
          <a:lstStyle/>
          <a:p>
            <a:fld id="{E827C3C9-F8F7-4661-9113-BC2CC4621ED4}" type="datetimeFigureOut">
              <a:rPr kumimoji="1" lang="ja-JP" altLang="en-US" smtClean="0"/>
              <a:t>2026/7/30</a:t>
            </a:fld>
            <a:endParaRPr kumimoji="1" lang="ja-JP" altLang="en-US"/>
          </a:p>
        </p:txBody>
      </p:sp>
      <p:sp>
        <p:nvSpPr>
          <p:cNvPr id="4" name="フッター プレースホルダー 3">
            <a:extLst>
              <a:ext uri="{FF2B5EF4-FFF2-40B4-BE49-F238E27FC236}">
                <a16:creationId xmlns:a16="http://schemas.microsoft.com/office/drawing/2014/main" id="{2938F649-4222-1290-3601-8723554AC410}"/>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7865FFFF-1D70-B953-8F0C-A4E2B3DA4D8F}"/>
              </a:ext>
            </a:extLst>
          </p:cNvPr>
          <p:cNvSpPr>
            <a:spLocks noGrp="1"/>
          </p:cNvSpPr>
          <p:nvPr>
            <p:ph type="sldNum" sz="quarter" idx="12"/>
          </p:nvPr>
        </p:nvSpPr>
        <p:spPr/>
        <p:txBody>
          <a:bodyPr/>
          <a:lstStyle/>
          <a:p>
            <a:fld id="{915B4113-59B7-4536-85E5-EAC956EFC6C8}" type="slidenum">
              <a:rPr kumimoji="1" lang="ja-JP" altLang="en-US" smtClean="0"/>
              <a:t>‹#›</a:t>
            </a:fld>
            <a:endParaRPr kumimoji="1" lang="ja-JP" altLang="en-US"/>
          </a:p>
        </p:txBody>
      </p:sp>
    </p:spTree>
    <p:extLst>
      <p:ext uri="{BB962C8B-B14F-4D97-AF65-F5344CB8AC3E}">
        <p14:creationId xmlns:p14="http://schemas.microsoft.com/office/powerpoint/2010/main" val="1477250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2E514A5-3572-F375-D36C-3A6A9951DFD3}"/>
              </a:ext>
            </a:extLst>
          </p:cNvPr>
          <p:cNvSpPr>
            <a:spLocks noGrp="1"/>
          </p:cNvSpPr>
          <p:nvPr>
            <p:ph type="dt" sz="half" idx="10"/>
          </p:nvPr>
        </p:nvSpPr>
        <p:spPr/>
        <p:txBody>
          <a:bodyPr/>
          <a:lstStyle/>
          <a:p>
            <a:fld id="{E827C3C9-F8F7-4661-9113-BC2CC4621ED4}" type="datetimeFigureOut">
              <a:rPr kumimoji="1" lang="ja-JP" altLang="en-US" smtClean="0"/>
              <a:t>2026/7/30</a:t>
            </a:fld>
            <a:endParaRPr kumimoji="1" lang="ja-JP" altLang="en-US"/>
          </a:p>
        </p:txBody>
      </p:sp>
      <p:sp>
        <p:nvSpPr>
          <p:cNvPr id="3" name="フッター プレースホルダー 2">
            <a:extLst>
              <a:ext uri="{FF2B5EF4-FFF2-40B4-BE49-F238E27FC236}">
                <a16:creationId xmlns:a16="http://schemas.microsoft.com/office/drawing/2014/main" id="{5799EC41-E7F7-A550-0A65-15AC05F19C1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17B8B69-8A35-CDF8-854E-A97E4FFB0EDC}"/>
              </a:ext>
            </a:extLst>
          </p:cNvPr>
          <p:cNvSpPr>
            <a:spLocks noGrp="1"/>
          </p:cNvSpPr>
          <p:nvPr>
            <p:ph type="sldNum" sz="quarter" idx="12"/>
          </p:nvPr>
        </p:nvSpPr>
        <p:spPr/>
        <p:txBody>
          <a:bodyPr/>
          <a:lstStyle/>
          <a:p>
            <a:fld id="{915B4113-59B7-4536-85E5-EAC956EFC6C8}" type="slidenum">
              <a:rPr kumimoji="1" lang="ja-JP" altLang="en-US" smtClean="0"/>
              <a:t>‹#›</a:t>
            </a:fld>
            <a:endParaRPr kumimoji="1" lang="ja-JP" altLang="en-US"/>
          </a:p>
        </p:txBody>
      </p:sp>
    </p:spTree>
    <p:extLst>
      <p:ext uri="{BB962C8B-B14F-4D97-AF65-F5344CB8AC3E}">
        <p14:creationId xmlns:p14="http://schemas.microsoft.com/office/powerpoint/2010/main" val="3752225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4E3E4C-2581-F72E-F496-13A1C579641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AD981CF-493D-64AD-5D4B-F8C274B8D0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C6AB6A38-DACF-07DE-1413-EC1071AD5C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8B3F6C5-BA49-8604-50A0-C61FDDA4EA67}"/>
              </a:ext>
            </a:extLst>
          </p:cNvPr>
          <p:cNvSpPr>
            <a:spLocks noGrp="1"/>
          </p:cNvSpPr>
          <p:nvPr>
            <p:ph type="dt" sz="half" idx="10"/>
          </p:nvPr>
        </p:nvSpPr>
        <p:spPr/>
        <p:txBody>
          <a:bodyPr/>
          <a:lstStyle/>
          <a:p>
            <a:fld id="{E827C3C9-F8F7-4661-9113-BC2CC4621ED4}" type="datetimeFigureOut">
              <a:rPr kumimoji="1" lang="ja-JP" altLang="en-US" smtClean="0"/>
              <a:t>2026/7/30</a:t>
            </a:fld>
            <a:endParaRPr kumimoji="1" lang="ja-JP" altLang="en-US"/>
          </a:p>
        </p:txBody>
      </p:sp>
      <p:sp>
        <p:nvSpPr>
          <p:cNvPr id="6" name="フッター プレースホルダー 5">
            <a:extLst>
              <a:ext uri="{FF2B5EF4-FFF2-40B4-BE49-F238E27FC236}">
                <a16:creationId xmlns:a16="http://schemas.microsoft.com/office/drawing/2014/main" id="{128AC135-FB66-8656-E62B-0D4AC7E776B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368BC11-AC20-F11F-118C-4E8FF1DC487C}"/>
              </a:ext>
            </a:extLst>
          </p:cNvPr>
          <p:cNvSpPr>
            <a:spLocks noGrp="1"/>
          </p:cNvSpPr>
          <p:nvPr>
            <p:ph type="sldNum" sz="quarter" idx="12"/>
          </p:nvPr>
        </p:nvSpPr>
        <p:spPr/>
        <p:txBody>
          <a:bodyPr/>
          <a:lstStyle/>
          <a:p>
            <a:fld id="{915B4113-59B7-4536-85E5-EAC956EFC6C8}" type="slidenum">
              <a:rPr kumimoji="1" lang="ja-JP" altLang="en-US" smtClean="0"/>
              <a:t>‹#›</a:t>
            </a:fld>
            <a:endParaRPr kumimoji="1" lang="ja-JP" altLang="en-US"/>
          </a:p>
        </p:txBody>
      </p:sp>
    </p:spTree>
    <p:extLst>
      <p:ext uri="{BB962C8B-B14F-4D97-AF65-F5344CB8AC3E}">
        <p14:creationId xmlns:p14="http://schemas.microsoft.com/office/powerpoint/2010/main" val="3705079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5A9161-96DE-E371-9CD9-797C14D8CCF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5CCC0A7-DD4E-0866-8B0C-1EDFF2E952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705DC0B5-8FF9-BE15-E188-A4D6F7B8C3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19C4CFA-99E0-4F06-A079-BADAF4581D4F}"/>
              </a:ext>
            </a:extLst>
          </p:cNvPr>
          <p:cNvSpPr>
            <a:spLocks noGrp="1"/>
          </p:cNvSpPr>
          <p:nvPr>
            <p:ph type="dt" sz="half" idx="10"/>
          </p:nvPr>
        </p:nvSpPr>
        <p:spPr/>
        <p:txBody>
          <a:bodyPr/>
          <a:lstStyle/>
          <a:p>
            <a:fld id="{E827C3C9-F8F7-4661-9113-BC2CC4621ED4}" type="datetimeFigureOut">
              <a:rPr kumimoji="1" lang="ja-JP" altLang="en-US" smtClean="0"/>
              <a:t>2026/7/30</a:t>
            </a:fld>
            <a:endParaRPr kumimoji="1" lang="ja-JP" altLang="en-US"/>
          </a:p>
        </p:txBody>
      </p:sp>
      <p:sp>
        <p:nvSpPr>
          <p:cNvPr id="6" name="フッター プレースホルダー 5">
            <a:extLst>
              <a:ext uri="{FF2B5EF4-FFF2-40B4-BE49-F238E27FC236}">
                <a16:creationId xmlns:a16="http://schemas.microsoft.com/office/drawing/2014/main" id="{5C7BC41A-5F29-1991-2D67-9FCD91329F1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28B1DE7-F326-EA30-BBC7-B8E51ECD3C30}"/>
              </a:ext>
            </a:extLst>
          </p:cNvPr>
          <p:cNvSpPr>
            <a:spLocks noGrp="1"/>
          </p:cNvSpPr>
          <p:nvPr>
            <p:ph type="sldNum" sz="quarter" idx="12"/>
          </p:nvPr>
        </p:nvSpPr>
        <p:spPr/>
        <p:txBody>
          <a:bodyPr/>
          <a:lstStyle/>
          <a:p>
            <a:fld id="{915B4113-59B7-4536-85E5-EAC956EFC6C8}" type="slidenum">
              <a:rPr kumimoji="1" lang="ja-JP" altLang="en-US" smtClean="0"/>
              <a:t>‹#›</a:t>
            </a:fld>
            <a:endParaRPr kumimoji="1" lang="ja-JP" altLang="en-US"/>
          </a:p>
        </p:txBody>
      </p:sp>
    </p:spTree>
    <p:extLst>
      <p:ext uri="{BB962C8B-B14F-4D97-AF65-F5344CB8AC3E}">
        <p14:creationId xmlns:p14="http://schemas.microsoft.com/office/powerpoint/2010/main" val="3729304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E9B83C-2E71-85F8-17C4-2F5A8DED265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DE11803-4651-1DF1-89F7-6FC1B43374C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5DE631F-0EBD-47EF-0163-4F107A96D366}"/>
              </a:ext>
            </a:extLst>
          </p:cNvPr>
          <p:cNvSpPr>
            <a:spLocks noGrp="1"/>
          </p:cNvSpPr>
          <p:nvPr>
            <p:ph type="dt" sz="half" idx="10"/>
          </p:nvPr>
        </p:nvSpPr>
        <p:spPr/>
        <p:txBody>
          <a:bodyPr/>
          <a:lstStyle/>
          <a:p>
            <a:fld id="{E827C3C9-F8F7-4661-9113-BC2CC4621ED4}" type="datetimeFigureOut">
              <a:rPr kumimoji="1" lang="ja-JP" altLang="en-US" smtClean="0"/>
              <a:t>2026/7/30</a:t>
            </a:fld>
            <a:endParaRPr kumimoji="1" lang="ja-JP" altLang="en-US"/>
          </a:p>
        </p:txBody>
      </p:sp>
      <p:sp>
        <p:nvSpPr>
          <p:cNvPr id="5" name="フッター プレースホルダー 4">
            <a:extLst>
              <a:ext uri="{FF2B5EF4-FFF2-40B4-BE49-F238E27FC236}">
                <a16:creationId xmlns:a16="http://schemas.microsoft.com/office/drawing/2014/main" id="{1283EF5D-0192-564B-622C-F1B5B198BDE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B3527BC-BD54-009E-3F21-8865A9D8365D}"/>
              </a:ext>
            </a:extLst>
          </p:cNvPr>
          <p:cNvSpPr>
            <a:spLocks noGrp="1"/>
          </p:cNvSpPr>
          <p:nvPr>
            <p:ph type="sldNum" sz="quarter" idx="12"/>
          </p:nvPr>
        </p:nvSpPr>
        <p:spPr/>
        <p:txBody>
          <a:bodyPr/>
          <a:lstStyle/>
          <a:p>
            <a:fld id="{915B4113-59B7-4536-85E5-EAC956EFC6C8}" type="slidenum">
              <a:rPr kumimoji="1" lang="ja-JP" altLang="en-US" smtClean="0"/>
              <a:t>‹#›</a:t>
            </a:fld>
            <a:endParaRPr kumimoji="1" lang="ja-JP" altLang="en-US"/>
          </a:p>
        </p:txBody>
      </p:sp>
    </p:spTree>
    <p:extLst>
      <p:ext uri="{BB962C8B-B14F-4D97-AF65-F5344CB8AC3E}">
        <p14:creationId xmlns:p14="http://schemas.microsoft.com/office/powerpoint/2010/main" val="3339302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5E6348F-1C02-72A4-ED0A-79273DA249EB}"/>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A3EF40E-9B61-9810-CEF2-059526A7CF2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DF941DF-4600-E4CF-89A9-FDF05DA2775C}"/>
              </a:ext>
            </a:extLst>
          </p:cNvPr>
          <p:cNvSpPr>
            <a:spLocks noGrp="1"/>
          </p:cNvSpPr>
          <p:nvPr>
            <p:ph type="dt" sz="half" idx="10"/>
          </p:nvPr>
        </p:nvSpPr>
        <p:spPr/>
        <p:txBody>
          <a:bodyPr/>
          <a:lstStyle/>
          <a:p>
            <a:fld id="{E827C3C9-F8F7-4661-9113-BC2CC4621ED4}" type="datetimeFigureOut">
              <a:rPr kumimoji="1" lang="ja-JP" altLang="en-US" smtClean="0"/>
              <a:t>2026/7/30</a:t>
            </a:fld>
            <a:endParaRPr kumimoji="1" lang="ja-JP" altLang="en-US"/>
          </a:p>
        </p:txBody>
      </p:sp>
      <p:sp>
        <p:nvSpPr>
          <p:cNvPr id="5" name="フッター プレースホルダー 4">
            <a:extLst>
              <a:ext uri="{FF2B5EF4-FFF2-40B4-BE49-F238E27FC236}">
                <a16:creationId xmlns:a16="http://schemas.microsoft.com/office/drawing/2014/main" id="{F442471A-5C2D-80E0-09E5-C776EC90A9E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C8DA3BF-F034-58D7-1B4F-C76149120323}"/>
              </a:ext>
            </a:extLst>
          </p:cNvPr>
          <p:cNvSpPr>
            <a:spLocks noGrp="1"/>
          </p:cNvSpPr>
          <p:nvPr>
            <p:ph type="sldNum" sz="quarter" idx="12"/>
          </p:nvPr>
        </p:nvSpPr>
        <p:spPr/>
        <p:txBody>
          <a:bodyPr/>
          <a:lstStyle/>
          <a:p>
            <a:fld id="{915B4113-59B7-4536-85E5-EAC956EFC6C8}" type="slidenum">
              <a:rPr kumimoji="1" lang="ja-JP" altLang="en-US" smtClean="0"/>
              <a:t>‹#›</a:t>
            </a:fld>
            <a:endParaRPr kumimoji="1" lang="ja-JP" altLang="en-US"/>
          </a:p>
        </p:txBody>
      </p:sp>
    </p:spTree>
    <p:extLst>
      <p:ext uri="{BB962C8B-B14F-4D97-AF65-F5344CB8AC3E}">
        <p14:creationId xmlns:p14="http://schemas.microsoft.com/office/powerpoint/2010/main" val="3894435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EFB824D-DD28-3882-5E00-E1CBD0272F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CA3FE54-1D51-B5D4-F795-30A03F233C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9C6B33C-D510-2338-0E1B-03C6C102F2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27C3C9-F8F7-4661-9113-BC2CC4621ED4}" type="datetimeFigureOut">
              <a:rPr kumimoji="1" lang="ja-JP" altLang="en-US" smtClean="0"/>
              <a:t>2026/7/30</a:t>
            </a:fld>
            <a:endParaRPr kumimoji="1" lang="ja-JP" altLang="en-US"/>
          </a:p>
        </p:txBody>
      </p:sp>
      <p:sp>
        <p:nvSpPr>
          <p:cNvPr id="5" name="フッター プレースホルダー 4">
            <a:extLst>
              <a:ext uri="{FF2B5EF4-FFF2-40B4-BE49-F238E27FC236}">
                <a16:creationId xmlns:a16="http://schemas.microsoft.com/office/drawing/2014/main" id="{A53C468A-7F84-258E-0510-05BFC51892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A093D7D-A3A3-8585-68BE-2B449B194B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5B4113-59B7-4536-85E5-EAC956EFC6C8}" type="slidenum">
              <a:rPr kumimoji="1" lang="ja-JP" altLang="en-US" smtClean="0"/>
              <a:t>‹#›</a:t>
            </a:fld>
            <a:endParaRPr kumimoji="1" lang="ja-JP" altLang="en-US"/>
          </a:p>
        </p:txBody>
      </p:sp>
    </p:spTree>
    <p:extLst>
      <p:ext uri="{BB962C8B-B14F-4D97-AF65-F5344CB8AC3E}">
        <p14:creationId xmlns:p14="http://schemas.microsoft.com/office/powerpoint/2010/main" val="33615261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wav"/><Relationship Id="rId1" Type="http://schemas.microsoft.com/office/2007/relationships/media" Target="../media/media1.wav"/><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wav"/><Relationship Id="rId1" Type="http://schemas.microsoft.com/office/2007/relationships/media" Target="../media/media2.wav"/><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wav"/><Relationship Id="rId1" Type="http://schemas.microsoft.com/office/2007/relationships/media" Target="../media/media3.wav"/><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wav"/><Relationship Id="rId1" Type="http://schemas.microsoft.com/office/2007/relationships/media" Target="../media/media4.wav"/><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wav"/><Relationship Id="rId1" Type="http://schemas.microsoft.com/office/2007/relationships/media" Target="../media/media5.wav"/><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wav"/><Relationship Id="rId1" Type="http://schemas.microsoft.com/office/2007/relationships/media" Target="../media/media6.wav"/><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7C70B4D-15A4-3C05-B0B8-7AA720B718D4}"/>
              </a:ext>
            </a:extLst>
          </p:cNvPr>
          <p:cNvSpPr txBox="1"/>
          <p:nvPr/>
        </p:nvSpPr>
        <p:spPr>
          <a:xfrm>
            <a:off x="533400" y="406400"/>
            <a:ext cx="10795000" cy="338554"/>
          </a:xfrm>
          <a:prstGeom prst="rect">
            <a:avLst/>
          </a:prstGeom>
          <a:noFill/>
        </p:spPr>
        <p:txBody>
          <a:bodyPr vert="horz" rtlCol="0">
            <a:spAutoFit/>
          </a:bodyPr>
          <a:lstStyle/>
          <a:p>
            <a:r>
              <a:rPr kumimoji="1" lang="en-US" altLang="ja-JP" sz="1600" b="1">
                <a:solidFill>
                  <a:srgbClr val="556F35"/>
                </a:solidFill>
                <a:latin typeface="Arial" panose="020B0604020202020204" pitchFamily="34" charset="0"/>
              </a:rPr>
              <a:t>TSUMIAGE LOG / TECH VIDEO</a:t>
            </a:r>
            <a:endParaRPr kumimoji="1" lang="ja-JP" altLang="en-US" sz="1600" b="1">
              <a:solidFill>
                <a:srgbClr val="556F35"/>
              </a:solidFill>
              <a:latin typeface="Arial" panose="020B0604020202020204" pitchFamily="34" charset="0"/>
            </a:endParaRPr>
          </a:p>
        </p:txBody>
      </p:sp>
      <p:sp>
        <p:nvSpPr>
          <p:cNvPr id="3" name="テキスト ボックス 2">
            <a:extLst>
              <a:ext uri="{FF2B5EF4-FFF2-40B4-BE49-F238E27FC236}">
                <a16:creationId xmlns:a16="http://schemas.microsoft.com/office/drawing/2014/main" id="{74D92C80-72FE-C46B-C33D-2C102C956F11}"/>
              </a:ext>
            </a:extLst>
          </p:cNvPr>
          <p:cNvSpPr txBox="1"/>
          <p:nvPr/>
        </p:nvSpPr>
        <p:spPr>
          <a:xfrm>
            <a:off x="533400" y="1651000"/>
            <a:ext cx="10795000" cy="615553"/>
          </a:xfrm>
          <a:prstGeom prst="rect">
            <a:avLst/>
          </a:prstGeom>
          <a:noFill/>
        </p:spPr>
        <p:txBody>
          <a:bodyPr vert="horz" rtlCol="0">
            <a:spAutoFit/>
          </a:bodyPr>
          <a:lstStyle/>
          <a:p>
            <a:r>
              <a:rPr kumimoji="1" lang="en-US" altLang="ja-JP" sz="3400" b="1">
                <a:solidFill>
                  <a:srgbClr val="111111"/>
                </a:solidFill>
                <a:latin typeface="Arial" panose="020B0604020202020204" pitchFamily="34" charset="0"/>
              </a:rPr>
              <a:t>Storage Locker Near</a:t>
            </a:r>
            <a:r>
              <a:rPr kumimoji="1" lang="ja-JP" altLang="en-US" sz="3400" b="1">
                <a:solidFill>
                  <a:srgbClr val="111111"/>
                </a:solidFill>
                <a:latin typeface="Arial" panose="020B0604020202020204" pitchFamily="34" charset="0"/>
              </a:rPr>
              <a:t>の技術解説</a:t>
            </a:r>
          </a:p>
        </p:txBody>
      </p:sp>
      <p:sp>
        <p:nvSpPr>
          <p:cNvPr id="4" name="テキスト ボックス 3">
            <a:extLst>
              <a:ext uri="{FF2B5EF4-FFF2-40B4-BE49-F238E27FC236}">
                <a16:creationId xmlns:a16="http://schemas.microsoft.com/office/drawing/2014/main" id="{185E81AD-853D-6400-DDBE-ED415F5347D2}"/>
              </a:ext>
            </a:extLst>
          </p:cNvPr>
          <p:cNvSpPr txBox="1"/>
          <p:nvPr/>
        </p:nvSpPr>
        <p:spPr>
          <a:xfrm>
            <a:off x="533400" y="3429000"/>
            <a:ext cx="10795000" cy="400110"/>
          </a:xfrm>
          <a:prstGeom prst="rect">
            <a:avLst/>
          </a:prstGeom>
          <a:noFill/>
        </p:spPr>
        <p:txBody>
          <a:bodyPr vert="horz" rtlCol="0">
            <a:spAutoFit/>
          </a:bodyPr>
          <a:lstStyle/>
          <a:p>
            <a:r>
              <a:rPr kumimoji="1" lang="ja-JP" altLang="en-US" sz="2000">
                <a:solidFill>
                  <a:srgbClr val="333333"/>
                </a:solidFill>
                <a:latin typeface="Arial" panose="020B0604020202020204" pitchFamily="34" charset="0"/>
              </a:rPr>
              <a:t>設計・実装・コミットから学ぶ短時間プレビュー</a:t>
            </a:r>
          </a:p>
        </p:txBody>
      </p:sp>
      <p:sp>
        <p:nvSpPr>
          <p:cNvPr id="5" name="テキスト ボックス 4">
            <a:extLst>
              <a:ext uri="{FF2B5EF4-FFF2-40B4-BE49-F238E27FC236}">
                <a16:creationId xmlns:a16="http://schemas.microsoft.com/office/drawing/2014/main" id="{2D3CFAAB-0345-4B80-D351-6CCF9950E8AB}"/>
              </a:ext>
            </a:extLst>
          </p:cNvPr>
          <p:cNvSpPr txBox="1"/>
          <p:nvPr/>
        </p:nvSpPr>
        <p:spPr>
          <a:xfrm>
            <a:off x="11112500" y="6223000"/>
            <a:ext cx="571500" cy="246221"/>
          </a:xfrm>
          <a:prstGeom prst="rect">
            <a:avLst/>
          </a:prstGeom>
          <a:noFill/>
        </p:spPr>
        <p:txBody>
          <a:bodyPr vert="horz" rtlCol="0">
            <a:spAutoFit/>
          </a:bodyPr>
          <a:lstStyle/>
          <a:p>
            <a:r>
              <a:rPr kumimoji="1" lang="en-US" altLang="ja-JP" sz="1000">
                <a:solidFill>
                  <a:srgbClr val="666666"/>
                </a:solidFill>
                <a:latin typeface="Arial" panose="020B0604020202020204" pitchFamily="34" charset="0"/>
              </a:rPr>
              <a:t>01</a:t>
            </a:r>
            <a:endParaRPr kumimoji="1" lang="ja-JP" altLang="en-US" sz="1000">
              <a:solidFill>
                <a:srgbClr val="666666"/>
              </a:solidFill>
              <a:latin typeface="Arial" panose="020B0604020202020204" pitchFamily="34" charset="0"/>
            </a:endParaRPr>
          </a:p>
        </p:txBody>
      </p:sp>
      <p:pic>
        <p:nvPicPr>
          <p:cNvPr id="6" name="slide-01">
            <a:hlinkClick r:id="" action="ppaction://media"/>
            <a:extLst>
              <a:ext uri="{FF2B5EF4-FFF2-40B4-BE49-F238E27FC236}">
                <a16:creationId xmlns:a16="http://schemas.microsoft.com/office/drawing/2014/main" id="{E5D310AC-8201-6F29-3BFC-5C46F9820522}"/>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892800" y="3225800"/>
            <a:ext cx="12700" cy="12700"/>
          </a:xfrm>
          <a:prstGeom prst="rect">
            <a:avLst/>
          </a:prstGeom>
        </p:spPr>
      </p:pic>
    </p:spTree>
    <p:extLst>
      <p:ext uri="{BB962C8B-B14F-4D97-AF65-F5344CB8AC3E}">
        <p14:creationId xmlns:p14="http://schemas.microsoft.com/office/powerpoint/2010/main" val="3331543971"/>
      </p:ext>
    </p:extLst>
  </p:cSld>
  <p:clrMapOvr>
    <a:masterClrMapping/>
  </p:clrMapOvr>
  <mc:AlternateContent xmlns:mc="http://schemas.openxmlformats.org/markup-compatibility/2006">
    <mc:Choice xmlns:p14="http://schemas.microsoft.com/office/powerpoint/2010/main" Requires="p14">
      <p:transition spd="slow" p14:dur="2000" advTm="6000"/>
    </mc:Choice>
    <mc:Fallback>
      <p:transition spd="slow" advTm="6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747"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DABF770-4F06-F4C4-E73F-9A58D9ACA0D1}"/>
              </a:ext>
            </a:extLst>
          </p:cNvPr>
          <p:cNvSpPr txBox="1"/>
          <p:nvPr/>
        </p:nvSpPr>
        <p:spPr>
          <a:xfrm>
            <a:off x="533400" y="406400"/>
            <a:ext cx="10795000" cy="338554"/>
          </a:xfrm>
          <a:prstGeom prst="rect">
            <a:avLst/>
          </a:prstGeom>
          <a:noFill/>
        </p:spPr>
        <p:txBody>
          <a:bodyPr vert="horz" rtlCol="0">
            <a:spAutoFit/>
          </a:bodyPr>
          <a:lstStyle/>
          <a:p>
            <a:r>
              <a:rPr kumimoji="1" lang="en-US" altLang="ja-JP" sz="1600" b="1">
                <a:solidFill>
                  <a:srgbClr val="556F35"/>
                </a:solidFill>
                <a:latin typeface="Arial" panose="020B0604020202020204" pitchFamily="34" charset="0"/>
              </a:rPr>
              <a:t>TSUMIAGE LOG / TECH VIDEO</a:t>
            </a:r>
            <a:endParaRPr kumimoji="1" lang="ja-JP" altLang="en-US" sz="1600" b="1">
              <a:solidFill>
                <a:srgbClr val="556F35"/>
              </a:solidFill>
              <a:latin typeface="Arial" panose="020B0604020202020204" pitchFamily="34" charset="0"/>
            </a:endParaRPr>
          </a:p>
        </p:txBody>
      </p:sp>
      <p:sp>
        <p:nvSpPr>
          <p:cNvPr id="3" name="テキスト ボックス 2">
            <a:extLst>
              <a:ext uri="{FF2B5EF4-FFF2-40B4-BE49-F238E27FC236}">
                <a16:creationId xmlns:a16="http://schemas.microsoft.com/office/drawing/2014/main" id="{6D9EB9FF-1E98-1ABC-4311-59428E3DDC43}"/>
              </a:ext>
            </a:extLst>
          </p:cNvPr>
          <p:cNvSpPr txBox="1"/>
          <p:nvPr/>
        </p:nvSpPr>
        <p:spPr>
          <a:xfrm>
            <a:off x="533400" y="1651000"/>
            <a:ext cx="10795000" cy="615553"/>
          </a:xfrm>
          <a:prstGeom prst="rect">
            <a:avLst/>
          </a:prstGeom>
          <a:noFill/>
        </p:spPr>
        <p:txBody>
          <a:bodyPr vert="horz" rtlCol="0">
            <a:spAutoFit/>
          </a:bodyPr>
          <a:lstStyle/>
          <a:p>
            <a:r>
              <a:rPr kumimoji="1" lang="ja-JP" altLang="en-US" sz="3400" b="1">
                <a:solidFill>
                  <a:srgbClr val="111111"/>
                </a:solidFill>
                <a:latin typeface="Arial" panose="020B0604020202020204" pitchFamily="34" charset="0"/>
              </a:rPr>
              <a:t>このプロジェクトは何を解決する？</a:t>
            </a:r>
          </a:p>
        </p:txBody>
      </p:sp>
      <p:sp>
        <p:nvSpPr>
          <p:cNvPr id="4" name="テキスト ボックス 3">
            <a:extLst>
              <a:ext uri="{FF2B5EF4-FFF2-40B4-BE49-F238E27FC236}">
                <a16:creationId xmlns:a16="http://schemas.microsoft.com/office/drawing/2014/main" id="{06D1761B-D6E1-3D4C-670D-06B4C47AC60E}"/>
              </a:ext>
            </a:extLst>
          </p:cNvPr>
          <p:cNvSpPr txBox="1"/>
          <p:nvPr/>
        </p:nvSpPr>
        <p:spPr>
          <a:xfrm>
            <a:off x="533400" y="3429000"/>
            <a:ext cx="10795000" cy="707886"/>
          </a:xfrm>
          <a:prstGeom prst="rect">
            <a:avLst/>
          </a:prstGeom>
          <a:noFill/>
        </p:spPr>
        <p:txBody>
          <a:bodyPr vert="horz" rtlCol="0">
            <a:spAutoFit/>
          </a:bodyPr>
          <a:lstStyle/>
          <a:p>
            <a:r>
              <a:rPr kumimoji="1" lang="en-US" altLang="ja-JP" sz="2000">
                <a:solidFill>
                  <a:srgbClr val="333333"/>
                </a:solidFill>
                <a:latin typeface="Arial" panose="020B0604020202020204" pitchFamily="34" charset="0"/>
              </a:rPr>
              <a:t>LockerLoop CashPoint </a:t>
            </a:r>
            <a:r>
              <a:rPr kumimoji="1" lang="ja-JP" altLang="en-US" sz="2000">
                <a:solidFill>
                  <a:srgbClr val="333333"/>
                </a:solidFill>
                <a:latin typeface="Arial" panose="020B0604020202020204" pitchFamily="34" charset="0"/>
              </a:rPr>
              <a:t>近くの空きコインロッカーを探し、予約パス発行と地域送客のキャッシュポイント化までを見せる静的プロトタイプです</a:t>
            </a:r>
          </a:p>
        </p:txBody>
      </p:sp>
      <p:sp>
        <p:nvSpPr>
          <p:cNvPr id="5" name="テキスト ボックス 4">
            <a:extLst>
              <a:ext uri="{FF2B5EF4-FFF2-40B4-BE49-F238E27FC236}">
                <a16:creationId xmlns:a16="http://schemas.microsoft.com/office/drawing/2014/main" id="{4EF9955A-512A-1F1A-5110-6A45BAFED1B8}"/>
              </a:ext>
            </a:extLst>
          </p:cNvPr>
          <p:cNvSpPr txBox="1"/>
          <p:nvPr/>
        </p:nvSpPr>
        <p:spPr>
          <a:xfrm>
            <a:off x="11112500" y="6223000"/>
            <a:ext cx="571500" cy="246221"/>
          </a:xfrm>
          <a:prstGeom prst="rect">
            <a:avLst/>
          </a:prstGeom>
          <a:noFill/>
        </p:spPr>
        <p:txBody>
          <a:bodyPr vert="horz" rtlCol="0">
            <a:spAutoFit/>
          </a:bodyPr>
          <a:lstStyle/>
          <a:p>
            <a:r>
              <a:rPr kumimoji="1" lang="en-US" altLang="ja-JP" sz="1000">
                <a:solidFill>
                  <a:srgbClr val="666666"/>
                </a:solidFill>
                <a:latin typeface="Arial" panose="020B0604020202020204" pitchFamily="34" charset="0"/>
              </a:rPr>
              <a:t>02</a:t>
            </a:r>
            <a:endParaRPr kumimoji="1" lang="ja-JP" altLang="en-US" sz="1000">
              <a:solidFill>
                <a:srgbClr val="666666"/>
              </a:solidFill>
              <a:latin typeface="Arial" panose="020B0604020202020204" pitchFamily="34" charset="0"/>
            </a:endParaRPr>
          </a:p>
        </p:txBody>
      </p:sp>
      <p:pic>
        <p:nvPicPr>
          <p:cNvPr id="6" name="slide-02">
            <a:hlinkClick r:id="" action="ppaction://media"/>
            <a:extLst>
              <a:ext uri="{FF2B5EF4-FFF2-40B4-BE49-F238E27FC236}">
                <a16:creationId xmlns:a16="http://schemas.microsoft.com/office/drawing/2014/main" id="{5C4A669F-7299-65B5-E52D-BE1FFE0EA469}"/>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892800" y="3225800"/>
            <a:ext cx="12700" cy="12700"/>
          </a:xfrm>
          <a:prstGeom prst="rect">
            <a:avLst/>
          </a:prstGeom>
        </p:spPr>
      </p:pic>
    </p:spTree>
    <p:extLst>
      <p:ext uri="{BB962C8B-B14F-4D97-AF65-F5344CB8AC3E}">
        <p14:creationId xmlns:p14="http://schemas.microsoft.com/office/powerpoint/2010/main" val="1816308674"/>
      </p:ext>
    </p:extLst>
  </p:cSld>
  <p:clrMapOvr>
    <a:masterClrMapping/>
  </p:clrMapOvr>
  <mc:AlternateContent xmlns:mc="http://schemas.openxmlformats.org/markup-compatibility/2006">
    <mc:Choice xmlns:p14="http://schemas.microsoft.com/office/powerpoint/2010/main" Requires="p14">
      <p:transition spd="slow" p14:dur="2000" advTm="11000"/>
    </mc:Choice>
    <mc:Fallback>
      <p:transition spd="slow" advTm="11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174"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A287FDD-B063-A5B7-567E-7BE3E5622A57}"/>
              </a:ext>
            </a:extLst>
          </p:cNvPr>
          <p:cNvSpPr txBox="1"/>
          <p:nvPr/>
        </p:nvSpPr>
        <p:spPr>
          <a:xfrm>
            <a:off x="533400" y="406400"/>
            <a:ext cx="10795000" cy="338554"/>
          </a:xfrm>
          <a:prstGeom prst="rect">
            <a:avLst/>
          </a:prstGeom>
          <a:noFill/>
        </p:spPr>
        <p:txBody>
          <a:bodyPr vert="horz" rtlCol="0">
            <a:spAutoFit/>
          </a:bodyPr>
          <a:lstStyle/>
          <a:p>
            <a:r>
              <a:rPr kumimoji="1" lang="en-US" altLang="ja-JP" sz="1600" b="1">
                <a:solidFill>
                  <a:srgbClr val="556F35"/>
                </a:solidFill>
                <a:latin typeface="Arial" panose="020B0604020202020204" pitchFamily="34" charset="0"/>
              </a:rPr>
              <a:t>TSUMIAGE LOG / TECH VIDEO</a:t>
            </a:r>
            <a:endParaRPr kumimoji="1" lang="ja-JP" altLang="en-US" sz="1600" b="1">
              <a:solidFill>
                <a:srgbClr val="556F35"/>
              </a:solidFill>
              <a:latin typeface="Arial" panose="020B0604020202020204" pitchFamily="34" charset="0"/>
            </a:endParaRPr>
          </a:p>
        </p:txBody>
      </p:sp>
      <p:sp>
        <p:nvSpPr>
          <p:cNvPr id="3" name="テキスト ボックス 2">
            <a:extLst>
              <a:ext uri="{FF2B5EF4-FFF2-40B4-BE49-F238E27FC236}">
                <a16:creationId xmlns:a16="http://schemas.microsoft.com/office/drawing/2014/main" id="{B7BB88CE-FA8F-D79C-726B-7A8A00ECC366}"/>
              </a:ext>
            </a:extLst>
          </p:cNvPr>
          <p:cNvSpPr txBox="1"/>
          <p:nvPr/>
        </p:nvSpPr>
        <p:spPr>
          <a:xfrm>
            <a:off x="533400" y="1651000"/>
            <a:ext cx="10795000" cy="615553"/>
          </a:xfrm>
          <a:prstGeom prst="rect">
            <a:avLst/>
          </a:prstGeom>
          <a:noFill/>
        </p:spPr>
        <p:txBody>
          <a:bodyPr vert="horz" rtlCol="0">
            <a:spAutoFit/>
          </a:bodyPr>
          <a:lstStyle/>
          <a:p>
            <a:r>
              <a:rPr kumimoji="1" lang="ja-JP" altLang="en-US" sz="3400" b="1">
                <a:solidFill>
                  <a:srgbClr val="111111"/>
                </a:solidFill>
                <a:latin typeface="Arial" panose="020B0604020202020204" pitchFamily="34" charset="0"/>
              </a:rPr>
              <a:t>技術スタック</a:t>
            </a:r>
          </a:p>
        </p:txBody>
      </p:sp>
      <p:sp>
        <p:nvSpPr>
          <p:cNvPr id="4" name="テキスト ボックス 3">
            <a:extLst>
              <a:ext uri="{FF2B5EF4-FFF2-40B4-BE49-F238E27FC236}">
                <a16:creationId xmlns:a16="http://schemas.microsoft.com/office/drawing/2014/main" id="{E6EEA270-8C4C-F77D-7F51-44B1252AA818}"/>
              </a:ext>
            </a:extLst>
          </p:cNvPr>
          <p:cNvSpPr txBox="1"/>
          <p:nvPr/>
        </p:nvSpPr>
        <p:spPr>
          <a:xfrm>
            <a:off x="533400" y="3429000"/>
            <a:ext cx="10795000" cy="707886"/>
          </a:xfrm>
          <a:prstGeom prst="rect">
            <a:avLst/>
          </a:prstGeom>
          <a:noFill/>
        </p:spPr>
        <p:txBody>
          <a:bodyPr vert="horz" rtlCol="0">
            <a:spAutoFit/>
          </a:bodyPr>
          <a:lstStyle/>
          <a:p>
            <a:r>
              <a:rPr kumimoji="1" lang="ja-JP" altLang="en-US" sz="2000">
                <a:solidFill>
                  <a:srgbClr val="333333"/>
                </a:solidFill>
                <a:latin typeface="Arial" panose="020B0604020202020204" pitchFamily="34" charset="0"/>
              </a:rPr>
              <a:t>主要技術：</a:t>
            </a:r>
            <a:r>
              <a:rPr kumimoji="1" lang="en-US" altLang="ja-JP" sz="2000">
                <a:solidFill>
                  <a:srgbClr val="333333"/>
                </a:solidFill>
                <a:latin typeface="Arial" panose="020B0604020202020204" pitchFamily="34" charset="0"/>
              </a:rPr>
              <a:t>JavaScript</a:t>
            </a:r>
            <a:r>
              <a:rPr kumimoji="1" lang="ja-JP" altLang="en-US" sz="2000">
                <a:solidFill>
                  <a:srgbClr val="333333"/>
                </a:solidFill>
                <a:latin typeface="Arial" panose="020B0604020202020204" pitchFamily="34" charset="0"/>
              </a:rPr>
              <a:t>・</a:t>
            </a:r>
            <a:r>
              <a:rPr kumimoji="1" lang="en-US" altLang="ja-JP" sz="2000">
                <a:solidFill>
                  <a:srgbClr val="333333"/>
                </a:solidFill>
                <a:latin typeface="Arial" panose="020B0604020202020204" pitchFamily="34" charset="0"/>
              </a:rPr>
              <a:t>CSS</a:t>
            </a:r>
            <a:r>
              <a:rPr kumimoji="1" lang="ja-JP" altLang="en-US" sz="2000">
                <a:solidFill>
                  <a:srgbClr val="333333"/>
                </a:solidFill>
                <a:latin typeface="Arial" panose="020B0604020202020204" pitchFamily="34" charset="0"/>
              </a:rPr>
              <a:t>・</a:t>
            </a:r>
            <a:r>
              <a:rPr kumimoji="1" lang="en-US" altLang="ja-JP" sz="2000">
                <a:solidFill>
                  <a:srgbClr val="333333"/>
                </a:solidFill>
                <a:latin typeface="Arial" panose="020B0604020202020204" pitchFamily="34" charset="0"/>
              </a:rPr>
              <a:t>HTML
</a:t>
            </a:r>
            <a:r>
              <a:rPr kumimoji="1" lang="ja-JP" altLang="en-US" sz="2000">
                <a:solidFill>
                  <a:srgbClr val="333333"/>
                </a:solidFill>
                <a:latin typeface="Arial" panose="020B0604020202020204" pitchFamily="34" charset="0"/>
              </a:rPr>
              <a:t>役割を分け、保守しやすい構成を目指しています。</a:t>
            </a:r>
          </a:p>
        </p:txBody>
      </p:sp>
      <p:sp>
        <p:nvSpPr>
          <p:cNvPr id="5" name="テキスト ボックス 4">
            <a:extLst>
              <a:ext uri="{FF2B5EF4-FFF2-40B4-BE49-F238E27FC236}">
                <a16:creationId xmlns:a16="http://schemas.microsoft.com/office/drawing/2014/main" id="{22E04AE5-24EC-F55E-747C-B3F4099F2596}"/>
              </a:ext>
            </a:extLst>
          </p:cNvPr>
          <p:cNvSpPr txBox="1"/>
          <p:nvPr/>
        </p:nvSpPr>
        <p:spPr>
          <a:xfrm>
            <a:off x="11112500" y="6223000"/>
            <a:ext cx="571500" cy="246221"/>
          </a:xfrm>
          <a:prstGeom prst="rect">
            <a:avLst/>
          </a:prstGeom>
          <a:noFill/>
        </p:spPr>
        <p:txBody>
          <a:bodyPr vert="horz" rtlCol="0">
            <a:spAutoFit/>
          </a:bodyPr>
          <a:lstStyle/>
          <a:p>
            <a:r>
              <a:rPr kumimoji="1" lang="en-US" altLang="ja-JP" sz="1000">
                <a:solidFill>
                  <a:srgbClr val="666666"/>
                </a:solidFill>
                <a:latin typeface="Arial" panose="020B0604020202020204" pitchFamily="34" charset="0"/>
              </a:rPr>
              <a:t>03</a:t>
            </a:r>
            <a:endParaRPr kumimoji="1" lang="ja-JP" altLang="en-US" sz="1000">
              <a:solidFill>
                <a:srgbClr val="666666"/>
              </a:solidFill>
              <a:latin typeface="Arial" panose="020B0604020202020204" pitchFamily="34" charset="0"/>
            </a:endParaRPr>
          </a:p>
        </p:txBody>
      </p:sp>
      <p:pic>
        <p:nvPicPr>
          <p:cNvPr id="6" name="slide-03">
            <a:hlinkClick r:id="" action="ppaction://media"/>
            <a:extLst>
              <a:ext uri="{FF2B5EF4-FFF2-40B4-BE49-F238E27FC236}">
                <a16:creationId xmlns:a16="http://schemas.microsoft.com/office/drawing/2014/main" id="{BDE08E36-B22B-0289-9C5B-0F3BA0DA488F}"/>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892800" y="3225800"/>
            <a:ext cx="12700" cy="12700"/>
          </a:xfrm>
          <a:prstGeom prst="rect">
            <a:avLst/>
          </a:prstGeom>
        </p:spPr>
      </p:pic>
    </p:spTree>
    <p:extLst>
      <p:ext uri="{BB962C8B-B14F-4D97-AF65-F5344CB8AC3E}">
        <p14:creationId xmlns:p14="http://schemas.microsoft.com/office/powerpoint/2010/main" val="1936131751"/>
      </p:ext>
    </p:extLst>
  </p:cSld>
  <p:clrMapOvr>
    <a:masterClrMapping/>
  </p:clrMapOvr>
  <mc:AlternateContent xmlns:mc="http://schemas.openxmlformats.org/markup-compatibility/2006">
    <mc:Choice xmlns:p14="http://schemas.microsoft.com/office/powerpoint/2010/main" Requires="p14">
      <p:transition spd="slow" p14:dur="2000" advTm="11000"/>
    </mc:Choice>
    <mc:Fallback>
      <p:transition spd="slow" advTm="11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315"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B7CEEA1-2240-CA39-01F2-E869E8F2FFF7}"/>
              </a:ext>
            </a:extLst>
          </p:cNvPr>
          <p:cNvSpPr txBox="1"/>
          <p:nvPr/>
        </p:nvSpPr>
        <p:spPr>
          <a:xfrm>
            <a:off x="533400" y="406400"/>
            <a:ext cx="10795000" cy="338554"/>
          </a:xfrm>
          <a:prstGeom prst="rect">
            <a:avLst/>
          </a:prstGeom>
          <a:noFill/>
        </p:spPr>
        <p:txBody>
          <a:bodyPr vert="horz" rtlCol="0">
            <a:spAutoFit/>
          </a:bodyPr>
          <a:lstStyle/>
          <a:p>
            <a:r>
              <a:rPr kumimoji="1" lang="en-US" altLang="ja-JP" sz="1600" b="1">
                <a:solidFill>
                  <a:srgbClr val="556F35"/>
                </a:solidFill>
                <a:latin typeface="Arial" panose="020B0604020202020204" pitchFamily="34" charset="0"/>
              </a:rPr>
              <a:t>TSUMIAGE LOG / TECH VIDEO</a:t>
            </a:r>
            <a:endParaRPr kumimoji="1" lang="ja-JP" altLang="en-US" sz="1600" b="1">
              <a:solidFill>
                <a:srgbClr val="556F35"/>
              </a:solidFill>
              <a:latin typeface="Arial" panose="020B0604020202020204" pitchFamily="34" charset="0"/>
            </a:endParaRPr>
          </a:p>
        </p:txBody>
      </p:sp>
      <p:sp>
        <p:nvSpPr>
          <p:cNvPr id="3" name="テキスト ボックス 2">
            <a:extLst>
              <a:ext uri="{FF2B5EF4-FFF2-40B4-BE49-F238E27FC236}">
                <a16:creationId xmlns:a16="http://schemas.microsoft.com/office/drawing/2014/main" id="{B4DC4B61-F522-A0AD-143D-3E701316B50A}"/>
              </a:ext>
            </a:extLst>
          </p:cNvPr>
          <p:cNvSpPr txBox="1"/>
          <p:nvPr/>
        </p:nvSpPr>
        <p:spPr>
          <a:xfrm>
            <a:off x="533400" y="1651000"/>
            <a:ext cx="10795000" cy="615553"/>
          </a:xfrm>
          <a:prstGeom prst="rect">
            <a:avLst/>
          </a:prstGeom>
          <a:noFill/>
        </p:spPr>
        <p:txBody>
          <a:bodyPr vert="horz" rtlCol="0">
            <a:spAutoFit/>
          </a:bodyPr>
          <a:lstStyle/>
          <a:p>
            <a:r>
              <a:rPr kumimoji="1" lang="ja-JP" altLang="en-US" sz="3400" b="1">
                <a:solidFill>
                  <a:srgbClr val="111111"/>
                </a:solidFill>
                <a:latin typeface="Arial" panose="020B0604020202020204" pitchFamily="34" charset="0"/>
              </a:rPr>
              <a:t>リポジトリの読みどころ</a:t>
            </a:r>
          </a:p>
        </p:txBody>
      </p:sp>
      <p:sp>
        <p:nvSpPr>
          <p:cNvPr id="4" name="テキスト ボックス 3">
            <a:extLst>
              <a:ext uri="{FF2B5EF4-FFF2-40B4-BE49-F238E27FC236}">
                <a16:creationId xmlns:a16="http://schemas.microsoft.com/office/drawing/2014/main" id="{FBB1DA37-3D46-BDCC-08B5-EFA6CE8440FC}"/>
              </a:ext>
            </a:extLst>
          </p:cNvPr>
          <p:cNvSpPr txBox="1"/>
          <p:nvPr/>
        </p:nvSpPr>
        <p:spPr>
          <a:xfrm>
            <a:off x="533400" y="3429000"/>
            <a:ext cx="10795000" cy="707886"/>
          </a:xfrm>
          <a:prstGeom prst="rect">
            <a:avLst/>
          </a:prstGeom>
          <a:noFill/>
        </p:spPr>
        <p:txBody>
          <a:bodyPr vert="horz" rtlCol="0">
            <a:spAutoFit/>
          </a:bodyPr>
          <a:lstStyle/>
          <a:p>
            <a:r>
              <a:rPr kumimoji="1" lang="ja-JP" altLang="en-US" sz="2000">
                <a:solidFill>
                  <a:srgbClr val="333333"/>
                </a:solidFill>
                <a:latin typeface="Arial" panose="020B0604020202020204" pitchFamily="34" charset="0"/>
              </a:rPr>
              <a:t>公開コード、</a:t>
            </a:r>
            <a:r>
              <a:rPr kumimoji="1" lang="en-US" altLang="ja-JP" sz="2000">
                <a:solidFill>
                  <a:srgbClr val="333333"/>
                </a:solidFill>
                <a:latin typeface="Arial" panose="020B0604020202020204" pitchFamily="34" charset="0"/>
              </a:rPr>
              <a:t>README</a:t>
            </a:r>
            <a:r>
              <a:rPr kumimoji="1" lang="ja-JP" altLang="en-US" sz="2000">
                <a:solidFill>
                  <a:srgbClr val="333333"/>
                </a:solidFill>
                <a:latin typeface="Arial" panose="020B0604020202020204" pitchFamily="34" charset="0"/>
              </a:rPr>
              <a:t>、コミット履歴から設計判断を確認できます。
主なファイル：</a:t>
            </a:r>
            <a:r>
              <a:rPr kumimoji="1" lang="en-US" altLang="ja-JP" sz="2000">
                <a:solidFill>
                  <a:srgbClr val="333333"/>
                </a:solidFill>
                <a:latin typeface="Arial" panose="020B0604020202020204" pitchFamily="34" charset="0"/>
              </a:rPr>
              <a:t>LINE_SETUP.md</a:t>
            </a:r>
            <a:r>
              <a:rPr kumimoji="1" lang="ja-JP" altLang="en-US" sz="2000">
                <a:solidFill>
                  <a:srgbClr val="333333"/>
                </a:solidFill>
                <a:latin typeface="Arial" panose="020B0604020202020204" pitchFamily="34" charset="0"/>
              </a:rPr>
              <a:t>、</a:t>
            </a:r>
            <a:r>
              <a:rPr kumimoji="1" lang="en-US" altLang="ja-JP" sz="2000">
                <a:solidFill>
                  <a:srgbClr val="333333"/>
                </a:solidFill>
                <a:latin typeface="Arial" panose="020B0604020202020204" pitchFamily="34" charset="0"/>
              </a:rPr>
              <a:t>README.md</a:t>
            </a:r>
            <a:r>
              <a:rPr kumimoji="1" lang="ja-JP" altLang="en-US" sz="2000">
                <a:solidFill>
                  <a:srgbClr val="333333"/>
                </a:solidFill>
                <a:latin typeface="Arial" panose="020B0604020202020204" pitchFamily="34" charset="0"/>
              </a:rPr>
              <a:t>、</a:t>
            </a:r>
            <a:r>
              <a:rPr kumimoji="1" lang="en-US" altLang="ja-JP" sz="2000">
                <a:solidFill>
                  <a:srgbClr val="333333"/>
                </a:solidFill>
                <a:latin typeface="Arial" panose="020B0604020202020204" pitchFamily="34" charset="0"/>
              </a:rPr>
              <a:t>api</a:t>
            </a:r>
            <a:endParaRPr kumimoji="1" lang="ja-JP" altLang="en-US" sz="2000">
              <a:solidFill>
                <a:srgbClr val="333333"/>
              </a:solidFill>
              <a:latin typeface="Arial" panose="020B0604020202020204" pitchFamily="34" charset="0"/>
            </a:endParaRPr>
          </a:p>
        </p:txBody>
      </p:sp>
      <p:sp>
        <p:nvSpPr>
          <p:cNvPr id="5" name="テキスト ボックス 4">
            <a:extLst>
              <a:ext uri="{FF2B5EF4-FFF2-40B4-BE49-F238E27FC236}">
                <a16:creationId xmlns:a16="http://schemas.microsoft.com/office/drawing/2014/main" id="{4F394FEF-A0D8-7C89-E2FD-F49D2B42F26B}"/>
              </a:ext>
            </a:extLst>
          </p:cNvPr>
          <p:cNvSpPr txBox="1"/>
          <p:nvPr/>
        </p:nvSpPr>
        <p:spPr>
          <a:xfrm>
            <a:off x="11112500" y="6223000"/>
            <a:ext cx="571500" cy="246221"/>
          </a:xfrm>
          <a:prstGeom prst="rect">
            <a:avLst/>
          </a:prstGeom>
          <a:noFill/>
        </p:spPr>
        <p:txBody>
          <a:bodyPr vert="horz" rtlCol="0">
            <a:spAutoFit/>
          </a:bodyPr>
          <a:lstStyle/>
          <a:p>
            <a:r>
              <a:rPr kumimoji="1" lang="en-US" altLang="ja-JP" sz="1000">
                <a:solidFill>
                  <a:srgbClr val="666666"/>
                </a:solidFill>
                <a:latin typeface="Arial" panose="020B0604020202020204" pitchFamily="34" charset="0"/>
              </a:rPr>
              <a:t>04</a:t>
            </a:r>
            <a:endParaRPr kumimoji="1" lang="ja-JP" altLang="en-US" sz="1000">
              <a:solidFill>
                <a:srgbClr val="666666"/>
              </a:solidFill>
              <a:latin typeface="Arial" panose="020B0604020202020204" pitchFamily="34" charset="0"/>
            </a:endParaRPr>
          </a:p>
        </p:txBody>
      </p:sp>
      <p:pic>
        <p:nvPicPr>
          <p:cNvPr id="6" name="slide-04">
            <a:hlinkClick r:id="" action="ppaction://media"/>
            <a:extLst>
              <a:ext uri="{FF2B5EF4-FFF2-40B4-BE49-F238E27FC236}">
                <a16:creationId xmlns:a16="http://schemas.microsoft.com/office/drawing/2014/main" id="{3A1998F9-54E2-7D56-F7AE-72EAB11DD665}"/>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892800" y="3225800"/>
            <a:ext cx="12700" cy="12700"/>
          </a:xfrm>
          <a:prstGeom prst="rect">
            <a:avLst/>
          </a:prstGeom>
        </p:spPr>
      </p:pic>
    </p:spTree>
    <p:extLst>
      <p:ext uri="{BB962C8B-B14F-4D97-AF65-F5344CB8AC3E}">
        <p14:creationId xmlns:p14="http://schemas.microsoft.com/office/powerpoint/2010/main" val="4054263390"/>
      </p:ext>
    </p:extLst>
  </p:cSld>
  <p:clrMapOvr>
    <a:masterClrMapping/>
  </p:clrMapOvr>
  <mc:AlternateContent xmlns:mc="http://schemas.openxmlformats.org/markup-compatibility/2006">
    <mc:Choice xmlns:p14="http://schemas.microsoft.com/office/powerpoint/2010/main" Requires="p14">
      <p:transition spd="slow" p14:dur="2000" advTm="10000"/>
    </mc:Choice>
    <mc:Fallback>
      <p:transition spd="slow" advTm="1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32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6860A7A-E3E9-795A-05F0-AA0EDC269814}"/>
              </a:ext>
            </a:extLst>
          </p:cNvPr>
          <p:cNvSpPr txBox="1"/>
          <p:nvPr/>
        </p:nvSpPr>
        <p:spPr>
          <a:xfrm>
            <a:off x="533400" y="406400"/>
            <a:ext cx="10795000" cy="338554"/>
          </a:xfrm>
          <a:prstGeom prst="rect">
            <a:avLst/>
          </a:prstGeom>
          <a:noFill/>
        </p:spPr>
        <p:txBody>
          <a:bodyPr vert="horz" rtlCol="0">
            <a:spAutoFit/>
          </a:bodyPr>
          <a:lstStyle/>
          <a:p>
            <a:r>
              <a:rPr kumimoji="1" lang="en-US" altLang="ja-JP" sz="1600" b="1">
                <a:solidFill>
                  <a:srgbClr val="556F35"/>
                </a:solidFill>
                <a:latin typeface="Arial" panose="020B0604020202020204" pitchFamily="34" charset="0"/>
              </a:rPr>
              <a:t>TSUMIAGE LOG / TECH VIDEO</a:t>
            </a:r>
            <a:endParaRPr kumimoji="1" lang="ja-JP" altLang="en-US" sz="1600" b="1">
              <a:solidFill>
                <a:srgbClr val="556F35"/>
              </a:solidFill>
              <a:latin typeface="Arial" panose="020B0604020202020204" pitchFamily="34" charset="0"/>
            </a:endParaRPr>
          </a:p>
        </p:txBody>
      </p:sp>
      <p:sp>
        <p:nvSpPr>
          <p:cNvPr id="3" name="テキスト ボックス 2">
            <a:extLst>
              <a:ext uri="{FF2B5EF4-FFF2-40B4-BE49-F238E27FC236}">
                <a16:creationId xmlns:a16="http://schemas.microsoft.com/office/drawing/2014/main" id="{264E5A89-C67B-ADA6-C2FE-A04B12C9128A}"/>
              </a:ext>
            </a:extLst>
          </p:cNvPr>
          <p:cNvSpPr txBox="1"/>
          <p:nvPr/>
        </p:nvSpPr>
        <p:spPr>
          <a:xfrm>
            <a:off x="533400" y="1651000"/>
            <a:ext cx="10795000" cy="615553"/>
          </a:xfrm>
          <a:prstGeom prst="rect">
            <a:avLst/>
          </a:prstGeom>
          <a:noFill/>
        </p:spPr>
        <p:txBody>
          <a:bodyPr vert="horz" rtlCol="0">
            <a:spAutoFit/>
          </a:bodyPr>
          <a:lstStyle/>
          <a:p>
            <a:r>
              <a:rPr kumimoji="1" lang="ja-JP" altLang="en-US" sz="3400" b="1">
                <a:solidFill>
                  <a:srgbClr val="111111"/>
                </a:solidFill>
                <a:latin typeface="Arial" panose="020B0604020202020204" pitchFamily="34" charset="0"/>
              </a:rPr>
              <a:t>コミットから分かる改善</a:t>
            </a:r>
          </a:p>
        </p:txBody>
      </p:sp>
      <p:sp>
        <p:nvSpPr>
          <p:cNvPr id="4" name="テキスト ボックス 3">
            <a:extLst>
              <a:ext uri="{FF2B5EF4-FFF2-40B4-BE49-F238E27FC236}">
                <a16:creationId xmlns:a16="http://schemas.microsoft.com/office/drawing/2014/main" id="{3625908B-4B4B-EFFF-8691-4E4C0168DC66}"/>
              </a:ext>
            </a:extLst>
          </p:cNvPr>
          <p:cNvSpPr txBox="1"/>
          <p:nvPr/>
        </p:nvSpPr>
        <p:spPr>
          <a:xfrm>
            <a:off x="533400" y="3429000"/>
            <a:ext cx="10795000" cy="400110"/>
          </a:xfrm>
          <a:prstGeom prst="rect">
            <a:avLst/>
          </a:prstGeom>
          <a:noFill/>
        </p:spPr>
        <p:txBody>
          <a:bodyPr vert="horz" rtlCol="0">
            <a:spAutoFit/>
          </a:bodyPr>
          <a:lstStyle/>
          <a:p>
            <a:r>
              <a:rPr kumimoji="1" lang="ja-JP" altLang="en-US" sz="2000">
                <a:solidFill>
                  <a:srgbClr val="333333"/>
                </a:solidFill>
                <a:latin typeface="Arial" panose="020B0604020202020204" pitchFamily="34" charset="0"/>
              </a:rPr>
              <a:t>直近のコミットでは、新機能の追加と実装強化が行われました。</a:t>
            </a:r>
          </a:p>
        </p:txBody>
      </p:sp>
      <p:sp>
        <p:nvSpPr>
          <p:cNvPr id="5" name="テキスト ボックス 4">
            <a:extLst>
              <a:ext uri="{FF2B5EF4-FFF2-40B4-BE49-F238E27FC236}">
                <a16:creationId xmlns:a16="http://schemas.microsoft.com/office/drawing/2014/main" id="{6349D39B-1DB9-A918-F739-1EDED9061D2F}"/>
              </a:ext>
            </a:extLst>
          </p:cNvPr>
          <p:cNvSpPr txBox="1"/>
          <p:nvPr/>
        </p:nvSpPr>
        <p:spPr>
          <a:xfrm>
            <a:off x="11112500" y="6223000"/>
            <a:ext cx="571500" cy="246221"/>
          </a:xfrm>
          <a:prstGeom prst="rect">
            <a:avLst/>
          </a:prstGeom>
          <a:noFill/>
        </p:spPr>
        <p:txBody>
          <a:bodyPr vert="horz" rtlCol="0">
            <a:spAutoFit/>
          </a:bodyPr>
          <a:lstStyle/>
          <a:p>
            <a:r>
              <a:rPr kumimoji="1" lang="en-US" altLang="ja-JP" sz="1000">
                <a:solidFill>
                  <a:srgbClr val="666666"/>
                </a:solidFill>
                <a:latin typeface="Arial" panose="020B0604020202020204" pitchFamily="34" charset="0"/>
              </a:rPr>
              <a:t>05</a:t>
            </a:r>
            <a:endParaRPr kumimoji="1" lang="ja-JP" altLang="en-US" sz="1000">
              <a:solidFill>
                <a:srgbClr val="666666"/>
              </a:solidFill>
              <a:latin typeface="Arial" panose="020B0604020202020204" pitchFamily="34" charset="0"/>
            </a:endParaRPr>
          </a:p>
        </p:txBody>
      </p:sp>
      <p:pic>
        <p:nvPicPr>
          <p:cNvPr id="6" name="slide-05">
            <a:hlinkClick r:id="" action="ppaction://media"/>
            <a:extLst>
              <a:ext uri="{FF2B5EF4-FFF2-40B4-BE49-F238E27FC236}">
                <a16:creationId xmlns:a16="http://schemas.microsoft.com/office/drawing/2014/main" id="{CCAA6937-26FA-F44E-978F-58B9180F3D45}"/>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892800" y="3225800"/>
            <a:ext cx="12700" cy="12700"/>
          </a:xfrm>
          <a:prstGeom prst="rect">
            <a:avLst/>
          </a:prstGeom>
        </p:spPr>
      </p:pic>
    </p:spTree>
    <p:extLst>
      <p:ext uri="{BB962C8B-B14F-4D97-AF65-F5344CB8AC3E}">
        <p14:creationId xmlns:p14="http://schemas.microsoft.com/office/powerpoint/2010/main" val="3439888253"/>
      </p:ext>
    </p:extLst>
  </p:cSld>
  <p:clrMapOvr>
    <a:masterClrMapping/>
  </p:clrMapOvr>
  <mc:AlternateContent xmlns:mc="http://schemas.openxmlformats.org/markup-compatibility/2006">
    <mc:Choice xmlns:p14="http://schemas.microsoft.com/office/powerpoint/2010/main" Requires="p14">
      <p:transition spd="slow" p14:dur="2000" advTm="6000"/>
    </mc:Choice>
    <mc:Fallback>
      <p:transition spd="slow" advTm="6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687"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397F735-C895-65BB-8BC5-908BDA668020}"/>
              </a:ext>
            </a:extLst>
          </p:cNvPr>
          <p:cNvSpPr txBox="1"/>
          <p:nvPr/>
        </p:nvSpPr>
        <p:spPr>
          <a:xfrm>
            <a:off x="533400" y="406400"/>
            <a:ext cx="10795000" cy="338554"/>
          </a:xfrm>
          <a:prstGeom prst="rect">
            <a:avLst/>
          </a:prstGeom>
          <a:noFill/>
        </p:spPr>
        <p:txBody>
          <a:bodyPr vert="horz" rtlCol="0">
            <a:spAutoFit/>
          </a:bodyPr>
          <a:lstStyle/>
          <a:p>
            <a:r>
              <a:rPr kumimoji="1" lang="en-US" altLang="ja-JP" sz="1600" b="1">
                <a:solidFill>
                  <a:srgbClr val="556F35"/>
                </a:solidFill>
                <a:latin typeface="Arial" panose="020B0604020202020204" pitchFamily="34" charset="0"/>
              </a:rPr>
              <a:t>TSUMIAGE LOG / TECH VIDEO</a:t>
            </a:r>
            <a:endParaRPr kumimoji="1" lang="ja-JP" altLang="en-US" sz="1600" b="1">
              <a:solidFill>
                <a:srgbClr val="556F35"/>
              </a:solidFill>
              <a:latin typeface="Arial" panose="020B0604020202020204" pitchFamily="34" charset="0"/>
            </a:endParaRPr>
          </a:p>
        </p:txBody>
      </p:sp>
      <p:sp>
        <p:nvSpPr>
          <p:cNvPr id="3" name="テキスト ボックス 2">
            <a:extLst>
              <a:ext uri="{FF2B5EF4-FFF2-40B4-BE49-F238E27FC236}">
                <a16:creationId xmlns:a16="http://schemas.microsoft.com/office/drawing/2014/main" id="{5D81CC9E-E085-2457-7587-F3E5EC9FD04B}"/>
              </a:ext>
            </a:extLst>
          </p:cNvPr>
          <p:cNvSpPr txBox="1"/>
          <p:nvPr/>
        </p:nvSpPr>
        <p:spPr>
          <a:xfrm>
            <a:off x="533400" y="1651000"/>
            <a:ext cx="10795000" cy="615553"/>
          </a:xfrm>
          <a:prstGeom prst="rect">
            <a:avLst/>
          </a:prstGeom>
          <a:noFill/>
        </p:spPr>
        <p:txBody>
          <a:bodyPr vert="horz" rtlCol="0">
            <a:spAutoFit/>
          </a:bodyPr>
          <a:lstStyle/>
          <a:p>
            <a:r>
              <a:rPr kumimoji="1" lang="ja-JP" altLang="en-US" sz="3400" b="1">
                <a:solidFill>
                  <a:srgbClr val="111111"/>
                </a:solidFill>
                <a:latin typeface="Arial" panose="020B0604020202020204" pitchFamily="34" charset="0"/>
              </a:rPr>
              <a:t>詳しくは積み上げログへ</a:t>
            </a:r>
          </a:p>
        </p:txBody>
      </p:sp>
      <p:sp>
        <p:nvSpPr>
          <p:cNvPr id="4" name="テキスト ボックス 3">
            <a:extLst>
              <a:ext uri="{FF2B5EF4-FFF2-40B4-BE49-F238E27FC236}">
                <a16:creationId xmlns:a16="http://schemas.microsoft.com/office/drawing/2014/main" id="{BC6E269C-E030-7E13-8101-3E88BAA2CD4F}"/>
              </a:ext>
            </a:extLst>
          </p:cNvPr>
          <p:cNvSpPr txBox="1"/>
          <p:nvPr/>
        </p:nvSpPr>
        <p:spPr>
          <a:xfrm>
            <a:off x="533400" y="3429000"/>
            <a:ext cx="10795000" cy="1015663"/>
          </a:xfrm>
          <a:prstGeom prst="rect">
            <a:avLst/>
          </a:prstGeom>
          <a:noFill/>
        </p:spPr>
        <p:txBody>
          <a:bodyPr vert="horz" rtlCol="0">
            <a:spAutoFit/>
          </a:bodyPr>
          <a:lstStyle/>
          <a:p>
            <a:r>
              <a:rPr kumimoji="1" lang="zh-TW" altLang="en-US" sz="2000">
                <a:solidFill>
                  <a:srgbClr val="333333"/>
                </a:solidFill>
                <a:latin typeface="Arial" panose="020B0604020202020204" pitchFamily="34" charset="0"/>
              </a:rPr>
              <a:t>記事： </a:t>
            </a:r>
            <a:r>
              <a:rPr kumimoji="1" lang="en-US" altLang="zh-TW" sz="2000">
                <a:solidFill>
                  <a:srgbClr val="333333"/>
                </a:solidFill>
                <a:latin typeface="Arial" panose="020B0604020202020204" pitchFamily="34" charset="0"/>
              </a:rPr>
              <a:t>https://syunnjack.dev/articles/storage-locker-near
</a:t>
            </a:r>
            <a:r>
              <a:rPr kumimoji="1" lang="zh-TW" altLang="en-US" sz="2000">
                <a:solidFill>
                  <a:srgbClr val="333333"/>
                </a:solidFill>
                <a:latin typeface="Arial" panose="020B0604020202020204" pitchFamily="34" charset="0"/>
              </a:rPr>
              <a:t>学び、作り、振り返る開発記録。</a:t>
            </a:r>
            <a:endParaRPr kumimoji="1" lang="ja-JP" altLang="en-US" sz="2000">
              <a:solidFill>
                <a:srgbClr val="333333"/>
              </a:solidFill>
              <a:latin typeface="Arial" panose="020B0604020202020204" pitchFamily="34" charset="0"/>
            </a:endParaRPr>
          </a:p>
        </p:txBody>
      </p:sp>
      <p:sp>
        <p:nvSpPr>
          <p:cNvPr id="5" name="テキスト ボックス 4">
            <a:extLst>
              <a:ext uri="{FF2B5EF4-FFF2-40B4-BE49-F238E27FC236}">
                <a16:creationId xmlns:a16="http://schemas.microsoft.com/office/drawing/2014/main" id="{2B433CD3-3419-15CC-E9D4-4DE668EAECEF}"/>
              </a:ext>
            </a:extLst>
          </p:cNvPr>
          <p:cNvSpPr txBox="1"/>
          <p:nvPr/>
        </p:nvSpPr>
        <p:spPr>
          <a:xfrm>
            <a:off x="11112500" y="6223000"/>
            <a:ext cx="571500" cy="246221"/>
          </a:xfrm>
          <a:prstGeom prst="rect">
            <a:avLst/>
          </a:prstGeom>
          <a:noFill/>
        </p:spPr>
        <p:txBody>
          <a:bodyPr vert="horz" rtlCol="0">
            <a:spAutoFit/>
          </a:bodyPr>
          <a:lstStyle/>
          <a:p>
            <a:r>
              <a:rPr kumimoji="1" lang="en-US" altLang="ja-JP" sz="1000">
                <a:solidFill>
                  <a:srgbClr val="666666"/>
                </a:solidFill>
                <a:latin typeface="Arial" panose="020B0604020202020204" pitchFamily="34" charset="0"/>
              </a:rPr>
              <a:t>06</a:t>
            </a:r>
            <a:endParaRPr kumimoji="1" lang="ja-JP" altLang="en-US" sz="1000">
              <a:solidFill>
                <a:srgbClr val="666666"/>
              </a:solidFill>
              <a:latin typeface="Arial" panose="020B0604020202020204" pitchFamily="34" charset="0"/>
            </a:endParaRPr>
          </a:p>
        </p:txBody>
      </p:sp>
      <p:pic>
        <p:nvPicPr>
          <p:cNvPr id="6" name="slide-06">
            <a:hlinkClick r:id="" action="ppaction://media"/>
            <a:extLst>
              <a:ext uri="{FF2B5EF4-FFF2-40B4-BE49-F238E27FC236}">
                <a16:creationId xmlns:a16="http://schemas.microsoft.com/office/drawing/2014/main" id="{9FFEB395-891E-B4D4-50C7-AF3E71BF50B0}"/>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892800" y="3225800"/>
            <a:ext cx="12700" cy="12700"/>
          </a:xfrm>
          <a:prstGeom prst="rect">
            <a:avLst/>
          </a:prstGeom>
        </p:spPr>
      </p:pic>
    </p:spTree>
    <p:extLst>
      <p:ext uri="{BB962C8B-B14F-4D97-AF65-F5344CB8AC3E}">
        <p14:creationId xmlns:p14="http://schemas.microsoft.com/office/powerpoint/2010/main" val="4186070326"/>
      </p:ext>
    </p:extLst>
  </p:cSld>
  <p:clrMapOvr>
    <a:masterClrMapping/>
  </p:clrMapOvr>
  <mc:AlternateContent xmlns:mc="http://schemas.openxmlformats.org/markup-compatibility/2006">
    <mc:Choice xmlns:p14="http://schemas.microsoft.com/office/powerpoint/2010/main" Requires="p14">
      <p:transition spd="slow" p14:dur="2000" advTm="7000"/>
    </mc:Choice>
    <mc:Fallback>
      <p:transition spd="slow" advTm="7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42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183</Words>
  <Application>Microsoft Office PowerPoint</Application>
  <PresentationFormat>ユーザー設定</PresentationFormat>
  <Paragraphs>24</Paragraphs>
  <Slides>6</Slides>
  <Notes>0</Notes>
  <HiddenSlides>0</HiddenSlides>
  <MMClips>6</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6</vt:i4>
      </vt:variant>
    </vt:vector>
  </HeadingPairs>
  <TitlesOfParts>
    <vt:vector size="10"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啓介 加藤</dc:creator>
  <cp:lastModifiedBy>啓介 加藤</cp:lastModifiedBy>
  <cp:revision>1</cp:revision>
  <dcterms:created xsi:type="dcterms:W3CDTF">2026-07-30T12:21:07Z</dcterms:created>
  <dcterms:modified xsi:type="dcterms:W3CDTF">2026-07-30T12:21:07Z</dcterms:modified>
</cp:coreProperties>
</file>