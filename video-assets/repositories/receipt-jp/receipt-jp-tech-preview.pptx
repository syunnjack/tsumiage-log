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2FFFE8-F6EF-2578-DAE2-F8E7DE984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B802BA-7494-E05D-C8EC-B75C362CD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B78289-5AC5-BC84-29C9-01FD13B6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2FFF0B-A545-533B-CEEE-CC2F7BB2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D00253-F9B0-1903-563D-21F12182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5984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CF3E4-F537-744E-B634-A1C8DC35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7B8F0-CE78-CB73-9998-744752685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10B6A7-BEDB-4F08-9623-0360B008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C3E93D-67AD-6B04-DA6B-B49E8138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13C464-A77D-9667-E0E0-5C661B64F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53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C16133-59A3-FD40-0AE7-8A5E6BA2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3C7FBD-42B9-9656-E266-4745AD94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DC1A61-4B88-4F37-29F4-CF1CBC17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33DFB3-24CF-3A27-FC6E-23F3A158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1B14E1-8D33-4E55-F3C7-8151C258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14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82A3E1-08D1-51C3-9774-96901AF7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DA3E45-AE22-E129-1417-584516CED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470AB5-3E72-B87E-2BEC-BD27523B8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3A595E-C0FF-C46D-DC07-DF0F7F485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94FFAE-D3E0-2E6A-3462-8FD69FB1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E417B9-F52A-BB47-0AE5-237ECBD4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1766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1ADDC8-4F1A-2A05-9BF8-3C442BD5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5390C0-D3BD-74A6-95F6-A61F34EFB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8D39D8-A708-5947-3962-02747DF96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C26397-A36B-471B-3717-77AD1452B3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125515F-AFDA-9E79-98B6-AC5825598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2DEA45B-B17E-D500-AAC8-C484C12B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59E82A-7DE7-0141-D8BC-3A4A8A34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E91890-C68A-C279-4D93-7D7B79336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0338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9BCB49-1357-21FF-2B8E-1446264EE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F3B3D83-1D61-4338-36D3-A4A4B1781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1A83396-3F19-83B3-8CBB-E0B61504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7E3A57-9CF2-F43E-AD34-1D9DDBB3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2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BA69495-AFFE-CDB6-965A-64DC5271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0AB034A-A3D9-FE9C-B3D0-A54BF119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6C8EE8-59CE-52E6-42F1-9C469A8D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42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FC0F09-A608-9860-BF28-8813BCE8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DA9E7-DE0C-30E8-8DC8-15BAE85F3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2A408F-B36E-D8CC-643C-08033D5F2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997A82-28F3-7D35-2066-BBE48C7F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ECFB5D-8A3B-1E0A-3173-F11460F1D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6F2E02-3529-5A46-5B84-10235AD0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265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589436-A016-FE6D-5E79-B786084A1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E8EB420-516C-D979-E3CC-5B01725EA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983BFE-8A36-1C4F-BD46-6D73E7921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116C90-3382-2BCA-4510-2F512BC8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8DC683-A1C3-54BB-0547-E50AA8BF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A2B7E3-7A88-2B03-844A-3AC4AF13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181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7E038E-B699-E6A6-4F1B-197E6C09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191AC7-681C-A908-56DE-9DC1D3C7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A45506-49E9-CCF0-8E5B-711F86DD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3EB6A4-AC13-03BC-9D2A-37B6D73C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0185EA-FEB7-7B9D-8985-8FDBDA99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5137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A7CA8D-7191-F307-7298-120600000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1137FB-7D50-9942-8D2E-88C7CA1E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92A33B-528E-5467-5237-0B3117D18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795F89-88F9-3728-6552-524010555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9E8114-8701-66C5-1B01-C17382E9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816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B5EC1B1-8890-5089-B19F-08734E11A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8E2EC1-56F0-1239-D863-C793FC22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EF3723-1B82-649D-982A-0B6152B72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36F09-FFA0-4D9D-B8DE-22BFAC56597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3D748F-AC8F-402A-6BD0-0931B20D5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CD28BB-E682-1AC0-36A8-C63107B21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FF2DF-6948-4641-80B3-B9C79C8975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04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FB8393-5CC3-CE69-4431-E2931DBEEA9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CB3455-93B0-E693-D572-C9B97EF9450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Receipt Jp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BEF3EB-F777-EC44-D4F6-4012CC14AB1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5333A6-0ED2-689F-0102-D8F322132DE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BA90CED-CE8E-A61E-26F8-14CDA300B3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08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D70299-6127-214E-24A2-3A27BDE363B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AFEF1A-F49A-8289-A248-80B587B1617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028310-84A9-6227-06B9-50540734322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レシート家計簿 レシート画像をアップロードすると、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 API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（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 Haiku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）が商品名・金額・日付を自動で読み取り、カテゴリ別に分類・集計する家計簿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Web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アプリです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EEDAA6-C5B0-344F-158C-9BF071FD9B3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B5B5720E-1D51-FCDC-783D-792F41D68A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13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00"/>
    </mc:Choice>
    <mc:Fallback>
      <p:transition spd="slow" advTm="1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D706B1C-E068-582C-C299-27A1BA536D2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BC2B7E-7C31-6FED-E77D-657D51995B7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4916683-E936-2903-C99E-23E95C29D1F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A3AAE8-5F72-5F88-3DA0-A25962A5764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ECAFA99-928C-1CC1-9A53-D41AE8EAFB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3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D41F27-51A3-02B3-249E-CACBECE4C4B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E4A1F55-654E-93EB-AF8C-DD0D49B49F0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FE0AC3-45B2-5BE8-2DDF-4F514CA3598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client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F0A82B-42A6-6D57-8C47-603A807F31B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437DF26-B49E-90A6-9947-3FA700A756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19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F63C9E-AC47-3492-3D94-4BAB08B7E18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F294F0-8A7D-0DE4-36E1-86AC3BBED43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540D41-DEB3-4492-B53E-AB1BB52D80D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A6FC91-01AD-B039-DDA9-D3DE6B1F5E5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897F4599-CC3D-8CBC-51DA-3FD3A6EC36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57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A32C01-E227-D751-D73F-E46957A7F79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16887F-406F-5F19-1D58-E39D2FD8EF2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1694AF-48C2-054F-F039-A9D931DF06C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https://syunnjack.dev/articles/receipt-jp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859831-F2D2-B751-45A1-73B98440FD5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EDEB673-F21F-334D-E63B-3A103955FB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34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2026-07-30T12:33:19Z</dcterms:created>
  <dcterms:modified xsi:type="dcterms:W3CDTF">2026-07-30T12:33:19Z</dcterms:modified>
</cp:coreProperties>
</file>