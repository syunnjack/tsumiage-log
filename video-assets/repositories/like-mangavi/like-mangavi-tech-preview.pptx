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67c5cadff342bd" /><Relationship Type="http://schemas.openxmlformats.org/officeDocument/2006/relationships/extended-properties" Target="/docProps/app.xml" Id="R0e5b71d3f3774396" /><Relationship Type="http://schemas.openxmlformats.org/officeDocument/2006/relationships/officeDocument" Target="/ppt/presentation.xml" Id="Rd98853effb4742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78d8a057e4720"/>
  </p:sldMasterIdLst>
  <p:notesMasterIdLst>
    <p:notesMasterId xmlns:r="http://schemas.openxmlformats.org/officeDocument/2006/relationships" r:id="R283931b66f804a7e"/>
  </p:notesMasterIdLst>
  <p:sldIdLst>
    <p:sldId xmlns:r="http://schemas.openxmlformats.org/officeDocument/2006/relationships" id="256" r:id="Rdc7eb3d717cc4168"/>
    <p:sldId xmlns:r="http://schemas.openxmlformats.org/officeDocument/2006/relationships" id="257" r:id="R6999c006d0164635"/>
    <p:sldId xmlns:r="http://schemas.openxmlformats.org/officeDocument/2006/relationships" id="258" r:id="R84e0de85dec34f7c"/>
    <p:sldId xmlns:r="http://schemas.openxmlformats.org/officeDocument/2006/relationships" id="259" r:id="Rd24927c7e9fc40d2"/>
    <p:sldId xmlns:r="http://schemas.openxmlformats.org/officeDocument/2006/relationships" id="260" r:id="Rd8eea1080ed841f7"/>
    <p:sldId xmlns:r="http://schemas.openxmlformats.org/officeDocument/2006/relationships" id="261" r:id="R119e3c1a006a47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b7f2ce7fe24db0" /><Relationship Type="http://schemas.openxmlformats.org/officeDocument/2006/relationships/slideMaster" Target="/ppt/slideMasters/slideMaster1.xml" Id="Rce278d8a057e4720" /><Relationship Type="http://schemas.openxmlformats.org/officeDocument/2006/relationships/notesMaster" Target="/ppt/notesMasters/notesMaster1.xml" Id="R283931b66f804a7e" /><Relationship Type="http://schemas.openxmlformats.org/officeDocument/2006/relationships/presProps" Target="/ppt/presProps.xml" Id="R965989687d9641ae" /><Relationship Type="http://schemas.openxmlformats.org/officeDocument/2006/relationships/tableStyles" Target="/ppt/tableStyles.xml" Id="R2f64ddcc50234b34" /><Relationship Type="http://schemas.openxmlformats.org/officeDocument/2006/relationships/slide" Target="/ppt/slides/slide1.xml" Id="Rdc7eb3d717cc4168" /><Relationship Type="http://schemas.openxmlformats.org/officeDocument/2006/relationships/slide" Target="/ppt/slides/slide2.xml" Id="R6999c006d0164635" /><Relationship Type="http://schemas.openxmlformats.org/officeDocument/2006/relationships/slide" Target="/ppt/slides/slide3.xml" Id="R84e0de85dec34f7c" /><Relationship Type="http://schemas.openxmlformats.org/officeDocument/2006/relationships/slide" Target="/ppt/slides/slide4.xml" Id="Rd24927c7e9fc40d2" /><Relationship Type="http://schemas.openxmlformats.org/officeDocument/2006/relationships/slide" Target="/ppt/slides/slide5.xml" Id="Rd8eea1080ed841f7" /><Relationship Type="http://schemas.openxmlformats.org/officeDocument/2006/relationships/slide" Target="/ppt/slides/slide6.xml" Id="R119e3c1a006a47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c3d6526a54b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ea92b0ba7c4d0a" /><Relationship Type="http://schemas.openxmlformats.org/officeDocument/2006/relationships/notesMaster" Target="/ppt/notesMasters/notesMaster1.xml" Id="R0a11c7be45a647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7718b5bb6457e" /><Relationship Type="http://schemas.openxmlformats.org/officeDocument/2006/relationships/notesMaster" Target="/ppt/notesMasters/notesMaster1.xml" Id="Re228ccb08e3a45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3b53fc0af54cff" /><Relationship Type="http://schemas.openxmlformats.org/officeDocument/2006/relationships/notesMaster" Target="/ppt/notesMasters/notesMaster1.xml" Id="R7bd7a967b517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2ba673eae248a2" /><Relationship Type="http://schemas.openxmlformats.org/officeDocument/2006/relationships/notesMaster" Target="/ppt/notesMasters/notesMaster1.xml" Id="R584e1eaf860d45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30fe005c041c9" /><Relationship Type="http://schemas.openxmlformats.org/officeDocument/2006/relationships/notesMaster" Target="/ppt/notesMasters/notesMaster1.xml" Id="Ra542ca4d490c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351517adac40c2" /><Relationship Type="http://schemas.openxmlformats.org/officeDocument/2006/relationships/notesMaster" Target="/ppt/notesMasters/notesMaster1.xml" Id="Rbef9dabaa60e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今回は、Like Mangaviの技術構成を短く解説します。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https://github.com/syunnjack/like-mangavi</a:t>
            </a:r>
          </a:p>
          <a:p xmlns:a="http://schemas.openxmlformats.org/drawingml/2006/main">
            <a:r>
              <a:t>- https://syunnjack.dev/articles/like-mangavi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Like Mangaviの設計と実装を記録したプロジェクト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https://github.com/syunnjack/like-mangavi</a:t>
            </a:r>
          </a:p>
          <a:p xmlns:a="http://schemas.openxmlformats.org/drawingml/2006/main">
            <a:r>
              <a:t>- https://syunnjack.dev/articles/like-mangavi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主な技術はPHPです。役割を分け、保守しやすい構成を目指しています。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https://github.com/syunnjack/like-mangavi</a:t>
            </a:r>
          </a:p>
          <a:p xmlns:a="http://schemas.openxmlformats.org/drawingml/2006/main">
            <a:r>
              <a:t>- https://syunnjack.dev/articles/like-mangavi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https://github.com/syunnjack/like-mangavi</a:t>
            </a:r>
          </a:p>
          <a:p xmlns:a="http://schemas.openxmlformats.org/drawingml/2006/main">
            <a:r>
              <a:t>- https://syunnjack.dev/articles/like-mangavi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https://github.com/syunnjack/like-mangavi</a:t>
            </a:r>
          </a:p>
          <a:p xmlns:a="http://schemas.openxmlformats.org/drawingml/2006/main">
            <a:r>
              <a:t>- https://syunnjack.dev/articles/like-mangavi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https://github.com/syunnjack/like-mangavi</a:t>
            </a:r>
          </a:p>
          <a:p xmlns:a="http://schemas.openxmlformats.org/drawingml/2006/main">
            <a:r>
              <a:t>- https://syunnjack.dev/articles/like-mangavi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3c6eb29f240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5f19662294af4" /><Relationship Type="http://schemas.openxmlformats.org/officeDocument/2006/relationships/slideLayout" Target="/ppt/slideLayouts/slideLayout1.xml" Id="R1de0dc4b66b542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0dc4b66b542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b89821c454c7f" /><Relationship Type="http://schemas.openxmlformats.org/officeDocument/2006/relationships/notesSlide" Target="/ppt/notesSlides/notesSlide1.xml" Id="R2fedc86aaeeb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0f31d126a4174" /><Relationship Type="http://schemas.openxmlformats.org/officeDocument/2006/relationships/notesSlide" Target="/ppt/notesSlides/notesSlide2.xml" Id="R37773a82baa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e366fef894826" /><Relationship Type="http://schemas.openxmlformats.org/officeDocument/2006/relationships/notesSlide" Target="/ppt/notesSlides/notesSlide3.xml" Id="Rbd602768c847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0cad1fc2b425f" /><Relationship Type="http://schemas.openxmlformats.org/officeDocument/2006/relationships/notesSlide" Target="/ppt/notesSlides/notesSlide4.xml" Id="Reeec7b9bddf3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a3ab2cf6d45cb" /><Relationship Type="http://schemas.openxmlformats.org/officeDocument/2006/relationships/notesSlide" Target="/ppt/notesSlides/notesSlide5.xml" Id="Rb8a8867512de48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9cae68bd4447f" /><Relationship Type="http://schemas.openxmlformats.org/officeDocument/2006/relationships/notesSlide" Target="/ppt/notesSlides/notesSlide6.xml" Id="Rc3b5af9b8e6042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A217E-47A9-485D-922E-6B80BF3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A62B3-3029-44CB-9BCD-65D96F7D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AA4D37D7-BC71-45A2-A071-B790D6A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8101E61C-A6E6-4E5E-BB2E-5EBA95D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337AED-1637-43DC-8B5D-93B420A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Like Mangaviの技術解説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EDE8676-3700-40C3-A325-B516763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55B21001-5215-478F-AB10-8A89A2E1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746433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9542A-A9A3-4F9E-99B1-26E985EE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67175-61C3-49FF-9F5F-3B0DEB0B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29E94F82-A655-46F7-BB28-0B98C5F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492A582D-AA03-4961-86F0-5C774CA2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B4FCF233-7682-4573-B155-4C19E3C3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0C19E-374D-43E0-8DFD-211D772E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9532EC3A-9B13-445A-8205-413BCAD8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Like Mangaviの設計と実装を記録したプロジェクト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070553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3A0D0-5135-4692-A918-E8865F36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A31B-F828-484B-A7A1-47764CCB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A45F1300-BEC5-4C64-8F63-D4C5219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A21C921-FEB8-47BE-B528-28F0A553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07E870CC-2344-4D67-BC84-050A79B6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3730A-BEAB-4D33-B11E-A85189A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B72FD4A-9D50-4B90-B1B3-560E21F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主要技術：PHP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786202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A3342-D28C-4091-A02D-B9D2CBE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06FDA-9148-47C3-9DCA-534CA9E2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339E1FAD-F615-48EA-82F5-E960F70D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3B5221D-EFDE-4BFF-9C04-466EDA8D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2D5DFA30-8C33-468A-90EC-2D0DF57E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E2045-56B4-4C60-A845-9E3A9E38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BC51FD4C-4286-488F-9FE9-3823683B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112057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A27A6-77E6-4FEF-9590-99D171B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CD696-4F87-4D6F-9E0A-0F719D6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2F5924E7-FB38-4BAE-A6FE-C70D6A22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E49B850-1CC4-493E-94C0-D8F86B1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F109DBAE-91B6-4004-949E-C6E8EA9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5F6D9-F9B0-4354-BBD1-33FD3B8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2D749231-167E-4D6E-80FF-E50BC26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386544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15342-8C1E-4BE5-BB57-4C242444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E9AA3-8865-4CA1-B37F-4678E59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AB2155F0-3411-4466-85D9-C6759F1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DE83D3B-80B8-4B7C-B817-6528FD18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D53A596D-435A-4105-8904-600211B9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259B1-49CC-4005-813D-ACEA5937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116D5F9-04EB-4A1B-A67B-E734D74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https://syunnjack.dev/articles/like-mangavi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707041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2026-08-12T15:30:24.8280000Z</dcterms:created>
  <dcterms:modified xsi:type="dcterms:W3CDTF">2026-08-12T15:30:24.8280000Z</dcterms:modified>
</coreProperties>
</file>