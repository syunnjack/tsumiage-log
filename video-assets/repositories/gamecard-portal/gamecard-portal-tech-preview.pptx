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b47665aefa47f7" /><Relationship Type="http://schemas.openxmlformats.org/officeDocument/2006/relationships/extended-properties" Target="/docProps/app.xml" Id="R3fa8d110681d438d" /><Relationship Type="http://schemas.openxmlformats.org/officeDocument/2006/relationships/officeDocument" Target="/ppt/presentation.xml" Id="Rd786cfb1852448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560df4feb1497a"/>
  </p:sldMasterIdLst>
  <p:notesMasterIdLst>
    <p:notesMasterId xmlns:r="http://schemas.openxmlformats.org/officeDocument/2006/relationships" r:id="Radf05b0df66a4224"/>
  </p:notesMasterIdLst>
  <p:sldIdLst>
    <p:sldId xmlns:r="http://schemas.openxmlformats.org/officeDocument/2006/relationships" id="256" r:id="R49bdcc63606848b3"/>
    <p:sldId xmlns:r="http://schemas.openxmlformats.org/officeDocument/2006/relationships" id="257" r:id="Rf4c7d582b05c431f"/>
    <p:sldId xmlns:r="http://schemas.openxmlformats.org/officeDocument/2006/relationships" id="258" r:id="R090b2bc65282448f"/>
    <p:sldId xmlns:r="http://schemas.openxmlformats.org/officeDocument/2006/relationships" id="259" r:id="R7c6091f70c9e4c1c"/>
    <p:sldId xmlns:r="http://schemas.openxmlformats.org/officeDocument/2006/relationships" id="260" r:id="Rd489bee7d0d441b1"/>
    <p:sldId xmlns:r="http://schemas.openxmlformats.org/officeDocument/2006/relationships" id="261" r:id="R1f2dd1ad7cd44a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e8902adf5b42d9" /><Relationship Type="http://schemas.openxmlformats.org/officeDocument/2006/relationships/slideMaster" Target="/ppt/slideMasters/slideMaster1.xml" Id="Reb560df4feb1497a" /><Relationship Type="http://schemas.openxmlformats.org/officeDocument/2006/relationships/notesMaster" Target="/ppt/notesMasters/notesMaster1.xml" Id="Radf05b0df66a4224" /><Relationship Type="http://schemas.openxmlformats.org/officeDocument/2006/relationships/presProps" Target="/ppt/presProps.xml" Id="R58a1c642680b47dc" /><Relationship Type="http://schemas.openxmlformats.org/officeDocument/2006/relationships/tableStyles" Target="/ppt/tableStyles.xml" Id="Rc421f66f3581454c" /><Relationship Type="http://schemas.openxmlformats.org/officeDocument/2006/relationships/slide" Target="/ppt/slides/slide1.xml" Id="R49bdcc63606848b3" /><Relationship Type="http://schemas.openxmlformats.org/officeDocument/2006/relationships/slide" Target="/ppt/slides/slide2.xml" Id="Rf4c7d582b05c431f" /><Relationship Type="http://schemas.openxmlformats.org/officeDocument/2006/relationships/slide" Target="/ppt/slides/slide3.xml" Id="R090b2bc65282448f" /><Relationship Type="http://schemas.openxmlformats.org/officeDocument/2006/relationships/slide" Target="/ppt/slides/slide4.xml" Id="R7c6091f70c9e4c1c" /><Relationship Type="http://schemas.openxmlformats.org/officeDocument/2006/relationships/slide" Target="/ppt/slides/slide5.xml" Id="Rd489bee7d0d441b1" /><Relationship Type="http://schemas.openxmlformats.org/officeDocument/2006/relationships/slide" Target="/ppt/slides/slide6.xml" Id="R1f2dd1ad7cd44a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0f4e9b64c44c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140399df774b5a" /><Relationship Type="http://schemas.openxmlformats.org/officeDocument/2006/relationships/notesMaster" Target="/ppt/notesMasters/notesMaster1.xml" Id="Rcada9da0f9624f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267159b63c4394" /><Relationship Type="http://schemas.openxmlformats.org/officeDocument/2006/relationships/notesMaster" Target="/ppt/notesMasters/notesMaster1.xml" Id="Ra7b372b87d2e4a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31461df952471c" /><Relationship Type="http://schemas.openxmlformats.org/officeDocument/2006/relationships/notesMaster" Target="/ppt/notesMasters/notesMaster1.xml" Id="R7d486428187f42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3c4eb390d54249" /><Relationship Type="http://schemas.openxmlformats.org/officeDocument/2006/relationships/notesMaster" Target="/ppt/notesMasters/notesMaster1.xml" Id="R3398854a83a74f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6275e8503d4b5a" /><Relationship Type="http://schemas.openxmlformats.org/officeDocument/2006/relationships/notesMaster" Target="/ppt/notesMasters/notesMaster1.xml" Id="R22918397b05b41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50b66d40ca4422" /><Relationship Type="http://schemas.openxmlformats.org/officeDocument/2006/relationships/notesMaster" Target="/ppt/notesMasters/notesMaster1.xml" Id="R7ff54e73e0614f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今回は、Gamecard Portalの技術構成を短く解説します。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https://github.com/syunnjack/gamecard-portal</a:t>
            </a:r>
          </a:p>
          <a:p xmlns:a="http://schemas.openxmlformats.org/drawingml/2006/main">
            <a:r>
              <a:t>- https://syunnjack.dev/articles/gamecard-portal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Gamecard Portalの設計と実装を記録したプロジェクト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https://github.com/syunnjack/gamecard-portal</a:t>
            </a:r>
          </a:p>
          <a:p xmlns:a="http://schemas.openxmlformats.org/drawingml/2006/main">
            <a:r>
              <a:t>- https://syunnjack.dev/articles/gamecard-portal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主な技術は未分類です。役割を分け、保守しやすい構成を目指しています。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https://github.com/syunnjack/gamecard-portal</a:t>
            </a:r>
          </a:p>
          <a:p xmlns:a="http://schemas.openxmlformats.org/drawingml/2006/main">
            <a:r>
              <a:t>- https://syunnjack.dev/articles/gamecard-portal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リポジトリでは、publicを中心に実装を確認できます。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https://github.com/syunnjack/gamecard-portal</a:t>
            </a:r>
          </a:p>
          <a:p xmlns:a="http://schemas.openxmlformats.org/drawingml/2006/main">
            <a:r>
              <a:t>- https://syunnjack.dev/articles/gamecard-portal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直近のコミットでは、新機能の追加と実装強化が行われました。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https://github.com/syunnjack/gamecard-portal</a:t>
            </a:r>
          </a:p>
          <a:p xmlns:a="http://schemas.openxmlformats.org/drawingml/2006/main">
            <a:r>
              <a:t>- https://syunnjack.dev/articles/gamecard-portal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https://github.com/syunnjack/gamecard-portal</a:t>
            </a:r>
          </a:p>
          <a:p xmlns:a="http://schemas.openxmlformats.org/drawingml/2006/main">
            <a:r>
              <a:t>- https://syunnjack.dev/articles/gamecard-portal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06af8b63864f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30029499a74cbd" /><Relationship Type="http://schemas.openxmlformats.org/officeDocument/2006/relationships/slideLayout" Target="/ppt/slideLayouts/slideLayout1.xml" Id="Rf6bde2f1e5e245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bde2f1e5e245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f403f1b6e4262" /><Relationship Type="http://schemas.openxmlformats.org/officeDocument/2006/relationships/notesSlide" Target="/ppt/notesSlides/notesSlide1.xml" Id="R2867da783d964b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1e0b591924f0f" /><Relationship Type="http://schemas.openxmlformats.org/officeDocument/2006/relationships/notesSlide" Target="/ppt/notesSlides/notesSlide2.xml" Id="R5c8ee52255ce45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d5600fd1f4490" /><Relationship Type="http://schemas.openxmlformats.org/officeDocument/2006/relationships/notesSlide" Target="/ppt/notesSlides/notesSlide3.xml" Id="Rce9000e6fc8543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7043cc3664b3d" /><Relationship Type="http://schemas.openxmlformats.org/officeDocument/2006/relationships/notesSlide" Target="/ppt/notesSlides/notesSlide4.xml" Id="R5e365d8a8ee941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cb6fd886645d8" /><Relationship Type="http://schemas.openxmlformats.org/officeDocument/2006/relationships/notesSlide" Target="/ppt/notesSlides/notesSlide5.xml" Id="R64fde805502543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debbab1384627" /><Relationship Type="http://schemas.openxmlformats.org/officeDocument/2006/relationships/notesSlide" Target="/ppt/notesSlides/notesSlide6.xml" Id="R42fbec9ebe7840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4ED28-62B3-4137-BC4D-53BAFB5D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6C4FA-CD54-4C75-922E-36F25C1B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B080295B-2D9D-40FB-B66A-6E1D6661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D0A70356-1606-4147-B1BE-E303FC14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4811FC1-D814-4693-9F7C-37001151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Gamecard Portalの技術解説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060A5061-2698-4780-BCA0-8308262C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551CF048-3DD7-4294-ADCB-D147B269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未分類</a:t>
            </a:r>
          </a:p>
        </p:txBody>
      </p:sp>
    </p:spTree>
    <p:extLst>
      <p:ext uri="{BB962C8B-B14F-4D97-AF65-F5344CB8AC3E}">
        <p14:creationId xmlns:p14="http://schemas.microsoft.com/office/powerpoint/2010/main" val="16919399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FED71-5E2A-4C13-8CB9-CB529A26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76308-4F9B-48EE-85DC-5E9A8565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7EF7D897-EEC1-40D4-A32E-81731D01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AA0E4405-5C25-4521-B83D-0936B729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650ECA18-02E3-4EAB-AE8E-69289B03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4EAA0-E641-4825-8B37-7242079C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8BD3BF3A-AD07-4B31-AB11-8B7B3A77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Gamecard Portalの設計と実装を記録したプロジェクト</a:t>
            </a:r>
          </a:p>
        </p:txBody>
      </p:sp>
    </p:spTree>
    <p:extLst>
      <p:ext uri="{BB962C8B-B14F-4D97-AF65-F5344CB8AC3E}">
        <p14:creationId xmlns:p14="http://schemas.microsoft.com/office/powerpoint/2010/main" val="12233507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C761B-7B91-48D0-B16B-9AB26423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DE6F5-A768-4179-83BD-2ED547F0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33BAF80D-5D93-4C9F-A1C0-9DE932EE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A7433D88-3EEC-467A-971A-E039A3ED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B83E7315-FFE6-4ADF-BDEA-A34B6F30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ADBB0-6B12-458B-8A7C-17D75C2B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913C9A8A-C633-40C3-84CF-3D4DE805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主要技術：未分類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20314180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AC21F-A330-42F7-ADE6-FCAAC6B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FF5F3-71FB-473A-BB63-EC820594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9851AC6F-346C-481F-9569-20893BDC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DF4D05E8-3A8F-4926-A847-CA968181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C8FC35AE-AB9E-4A09-ABEE-B2ABFC28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43BE6-05A3-465B-AEC1-614D8F0D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68E439F4-2B8E-4370-9CF4-227F7FC9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主なファイル：public</a:t>
            </a:r>
          </a:p>
        </p:txBody>
      </p:sp>
    </p:spTree>
    <p:extLst>
      <p:ext uri="{BB962C8B-B14F-4D97-AF65-F5344CB8AC3E}">
        <p14:creationId xmlns:p14="http://schemas.microsoft.com/office/powerpoint/2010/main" val="6232645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FB916-4CD9-45C2-B1AD-BC39747C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E1BEF-DB1E-444C-87D9-228A0BAA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64D42E2F-A7AC-40E7-9BD6-1A1F8EF0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AAE2A051-E3E4-4BC3-91FF-55A36348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383C82B0-1D05-442D-A8EF-F928A102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30FC7-371A-4C72-AA5E-02CF6859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5650AAE3-DFF8-4A90-A357-F3B95C3B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直近のコミットでは、新機能の追加と実装強化が行われました。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4642822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CB8F5-346D-4413-8255-8B9C33F5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9765B-871D-4709-BFAB-B089F24F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3667DDAA-014F-43E4-807A-A1FC2C3F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B4C23B9F-4A12-4447-A36A-97DD9826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33363AF7-6169-44BB-90A4-C51B3166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1C4A0-3225-4544-A74F-D840DE99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677742D6-F01B-409F-8362-897826F7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https://syunnjack.dev/articles/gamecard-portal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7684193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2026-08-11T12:07:50.3550000Z</dcterms:created>
  <dcterms:modified xsi:type="dcterms:W3CDTF">2026-08-11T12:07:50.3560000Z</dcterms:modified>
</coreProperties>
</file>