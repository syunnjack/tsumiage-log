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27d3baf99c450f" /><Relationship Type="http://schemas.openxmlformats.org/officeDocument/2006/relationships/extended-properties" Target="/docProps/app.xml" Id="Rec8bf70c51ef43fd" /><Relationship Type="http://schemas.openxmlformats.org/officeDocument/2006/relationships/officeDocument" Target="/ppt/presentation.xml" Id="R81501b54c3bf49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99a36fe344552"/>
  </p:sldMasterIdLst>
  <p:notesMasterIdLst>
    <p:notesMasterId xmlns:r="http://schemas.openxmlformats.org/officeDocument/2006/relationships" r:id="R31320293ce284c46"/>
  </p:notesMasterIdLst>
  <p:sldIdLst>
    <p:sldId xmlns:r="http://schemas.openxmlformats.org/officeDocument/2006/relationships" id="256" r:id="R32c2298a35344018"/>
    <p:sldId xmlns:r="http://schemas.openxmlformats.org/officeDocument/2006/relationships" id="257" r:id="R46db9b5b128e4bae"/>
    <p:sldId xmlns:r="http://schemas.openxmlformats.org/officeDocument/2006/relationships" id="258" r:id="Rf1c5ee4807514b4e"/>
    <p:sldId xmlns:r="http://schemas.openxmlformats.org/officeDocument/2006/relationships" id="259" r:id="Rc39bcd953a6747a2"/>
    <p:sldId xmlns:r="http://schemas.openxmlformats.org/officeDocument/2006/relationships" id="260" r:id="R1fec39adf7054a01"/>
    <p:sldId xmlns:r="http://schemas.openxmlformats.org/officeDocument/2006/relationships" id="261" r:id="Raf691b08afe34d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3df4afedcd4709" /><Relationship Type="http://schemas.openxmlformats.org/officeDocument/2006/relationships/slideMaster" Target="/ppt/slideMasters/slideMaster1.xml" Id="R80c99a36fe344552" /><Relationship Type="http://schemas.openxmlformats.org/officeDocument/2006/relationships/notesMaster" Target="/ppt/notesMasters/notesMaster1.xml" Id="R31320293ce284c46" /><Relationship Type="http://schemas.openxmlformats.org/officeDocument/2006/relationships/presProps" Target="/ppt/presProps.xml" Id="Refb44bc2c0bf4909" /><Relationship Type="http://schemas.openxmlformats.org/officeDocument/2006/relationships/tableStyles" Target="/ppt/tableStyles.xml" Id="R6962a969c8c847d4" /><Relationship Type="http://schemas.openxmlformats.org/officeDocument/2006/relationships/slide" Target="/ppt/slides/slide1.xml" Id="R32c2298a35344018" /><Relationship Type="http://schemas.openxmlformats.org/officeDocument/2006/relationships/slide" Target="/ppt/slides/slide2.xml" Id="R46db9b5b128e4bae" /><Relationship Type="http://schemas.openxmlformats.org/officeDocument/2006/relationships/slide" Target="/ppt/slides/slide3.xml" Id="Rf1c5ee4807514b4e" /><Relationship Type="http://schemas.openxmlformats.org/officeDocument/2006/relationships/slide" Target="/ppt/slides/slide4.xml" Id="Rc39bcd953a6747a2" /><Relationship Type="http://schemas.openxmlformats.org/officeDocument/2006/relationships/slide" Target="/ppt/slides/slide5.xml" Id="R1fec39adf7054a01" /><Relationship Type="http://schemas.openxmlformats.org/officeDocument/2006/relationships/slide" Target="/ppt/slides/slide6.xml" Id="Raf691b08afe3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f9c601c73741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11c967ffa54fe6" /><Relationship Type="http://schemas.openxmlformats.org/officeDocument/2006/relationships/notesMaster" Target="/ppt/notesMasters/notesMaster1.xml" Id="Rca430049ad8140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27a930ad6c488c" /><Relationship Type="http://schemas.openxmlformats.org/officeDocument/2006/relationships/notesMaster" Target="/ppt/notesMasters/notesMaster1.xml" Id="R5dd917bd44bb47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934ffdb0974d75" /><Relationship Type="http://schemas.openxmlformats.org/officeDocument/2006/relationships/notesMaster" Target="/ppt/notesMasters/notesMaster1.xml" Id="Rf34fa13f5de74e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eb0f0facca4cfb" /><Relationship Type="http://schemas.openxmlformats.org/officeDocument/2006/relationships/notesMaster" Target="/ppt/notesMasters/notesMaster1.xml" Id="Rdb2d7b8368b342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43b9f112df416d" /><Relationship Type="http://schemas.openxmlformats.org/officeDocument/2006/relationships/notesMaster" Target="/ppt/notesMasters/notesMaster1.xml" Id="R53200d748de046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9f98f182c0416c" /><Relationship Type="http://schemas.openxmlformats.org/officeDocument/2006/relationships/notesMaster" Target="/ppt/notesMasters/notesMaster1.xml" Id="Rc908dd4b164346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今回は、Chitamaru Study Portalの技術構成を短く解説します。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https://github.com/syunnjack/chitamaru-study-portal</a:t>
            </a:r>
          </a:p>
          <a:p xmlns:a="http://schemas.openxmlformats.org/drawingml/2006/main">
            <a:r>
              <a:t>- https://syunnjack.dev/articles/chitamaru-study-portal/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知多丸式 挫折から学んだ効率的学習のすゝめ 中学数学 / 高校数学 / 高校英語 / 高校物理 / TOEIC を科目別に学べる静的学習ポータル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https://github.com/syunnjack/chitamaru-study-portal</a:t>
            </a:r>
          </a:p>
          <a:p xmlns:a="http://schemas.openxmlformats.org/drawingml/2006/main">
            <a:r>
              <a:t>- https://syunnjack.dev/articles/chitamaru-study-portal/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主な技術はHTMLです。役割を分け、保守しやすい構成を目指しています。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https://github.com/syunnjack/chitamaru-study-portal</a:t>
            </a:r>
          </a:p>
          <a:p xmlns:a="http://schemas.openxmlformats.org/drawingml/2006/main">
            <a:r>
              <a:t>- https://syunnjack.dev/articles/chitamaru-study-portal/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https://github.com/syunnjack/chitamaru-study-portal</a:t>
            </a:r>
          </a:p>
          <a:p xmlns:a="http://schemas.openxmlformats.org/drawingml/2006/main">
            <a:r>
              <a:t>- https://syunnjack.dev/articles/chitamaru-study-portal/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https://github.com/syunnjack/chitamaru-study-portal</a:t>
            </a:r>
          </a:p>
          <a:p xmlns:a="http://schemas.openxmlformats.org/drawingml/2006/main">
            <a:r>
              <a:t>- https://syunnjack.dev/articles/chitamaru-study-portal/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https://github.com/syunnjack/chitamaru-study-portal</a:t>
            </a:r>
          </a:p>
          <a:p xmlns:a="http://schemas.openxmlformats.org/drawingml/2006/main">
            <a:r>
              <a:t>- https://syunnjack.dev/articles/chitamaru-study-portal/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c47514dbc40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934b749c234708" /><Relationship Type="http://schemas.openxmlformats.org/officeDocument/2006/relationships/slideLayout" Target="/ppt/slideLayouts/slideLayout1.xml" Id="Rded95ece62c84a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95ece62c84a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127ed100e4cff" /><Relationship Type="http://schemas.openxmlformats.org/officeDocument/2006/relationships/notesSlide" Target="/ppt/notesSlides/notesSlide1.xml" Id="Rb808e2f36fe34c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35ad65b204821" /><Relationship Type="http://schemas.openxmlformats.org/officeDocument/2006/relationships/notesSlide" Target="/ppt/notesSlides/notesSlide2.xml" Id="R0f1b31e10b8547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de85cdb2c451f" /><Relationship Type="http://schemas.openxmlformats.org/officeDocument/2006/relationships/notesSlide" Target="/ppt/notesSlides/notesSlide3.xml" Id="R3c6a66b40ad743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11b5e8ad842b1" /><Relationship Type="http://schemas.openxmlformats.org/officeDocument/2006/relationships/notesSlide" Target="/ppt/notesSlides/notesSlide4.xml" Id="Rb592b80f02a340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9de3451fb4591" /><Relationship Type="http://schemas.openxmlformats.org/officeDocument/2006/relationships/notesSlide" Target="/ppt/notesSlides/notesSlide5.xml" Id="Rd6b63e30f3894e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58f7b39ee4101" /><Relationship Type="http://schemas.openxmlformats.org/officeDocument/2006/relationships/notesSlide" Target="/ppt/notesSlides/notesSlide6.xml" Id="Rd1b0c104353840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09AE9-2CE0-4FF1-BEE0-5D0A133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DBD15-7249-4EAD-8B4E-F613EF64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1CFF6A51-A91F-4F4E-8DDB-5B032ADF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F64744B6-37FB-47F7-853A-7D2ED150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F8EB76-E886-454B-ADAD-B0B8302E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Chitamaru Study Portalの技術解説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C182172-7D1F-4CCC-9101-758E0987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53BC96C5-26EC-4C1F-BF4A-422952DA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671492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942EE-8376-41BF-AFBB-CC7F823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91774-C6F4-4A74-82A9-975416A1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2DC7A66C-0AFA-4834-9FBB-09095038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1315CBCD-0CD4-41F8-A519-A1CAE2A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9E3B3172-245E-44BF-9EFC-301F10C3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FDF00-6C8F-4F5A-9D79-F7E6F8FE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43F6954A-5179-48A2-B4FC-6E152291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知多丸式 挫折から学んだ効率的学習のすゝめ 中学数学 / 高校数学 / 高校英語 / 高校物理 / TOEIC を科目別に学べる静的学習ポータル</a:t>
            </a:r>
          </a:p>
        </p:txBody>
      </p:sp>
    </p:spTree>
    <p:extLst>
      <p:ext uri="{BB962C8B-B14F-4D97-AF65-F5344CB8AC3E}">
        <p14:creationId xmlns:p14="http://schemas.microsoft.com/office/powerpoint/2010/main" val="1507727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10CF7-F730-485C-8647-9DF3E36D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BB3EE-6D56-4DD2-999F-896D2134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CF705300-1652-42C6-A3FE-11521BC7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84FE942-70A6-4F81-8CDA-2392530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7B86F0EE-738A-44A0-8FE9-96E5F783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FF8CB-96B8-4CAC-A154-87D7FD95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7FB9405-9DB2-40A7-A128-CA64090E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主要技術：HTML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915437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78A60-3EC6-4142-A8E3-2EEEC249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82ED9-625C-4AD2-A828-6DD97FFF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EE858C29-5B3E-4CF7-80EF-33F9315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DF713D2-AF9F-49F7-8DB3-14911BDA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83FD4BAB-AFD2-41D7-B358-DC2A2A04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CCA26-68E7-4628-B5F6-00C23EB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24E1CBEB-3CB9-48D1-B969-5E87C8CB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896756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6BE31-EB55-483C-A770-43923D13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F454B-14AD-49B1-BF2B-A824BDE5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4AD7BA2B-E646-4998-9B86-D58B4B81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4BEF7FC-8235-47C7-B0B1-CB53E8C0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7FE4A1EA-C893-48C7-A6C7-E3B5384E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43407-A46F-423D-9388-5DEE8B85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D4B19C92-C10B-4D6B-AC00-559DAD43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2113440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6A4F1-F6D0-473C-BB80-D4389734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5D7F6-417D-4931-9313-D25E2B32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38DBC74E-41EC-4826-A20E-88029CF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0C305FB-F4C7-4DCF-A07A-8BC4A229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6BA1DF4B-76AE-415C-93F1-E7B2C6A2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C2865-9653-460D-9165-D2821B88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CD821D65-9A3F-438A-B4D2-221B181C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https://syunnjack.dev/articles/chitamaru-study-portal/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771509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2026-08-18T07:13:12.8790000Z</dcterms:created>
  <dcterms:modified xsi:type="dcterms:W3CDTF">2026-08-18T07:13:12.8790000Z</dcterms:modified>
</coreProperties>
</file>