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98fc7e56034327" /><Relationship Type="http://schemas.openxmlformats.org/officeDocument/2006/relationships/extended-properties" Target="/docProps/app.xml" Id="R846d14af90b84c9b" /><Relationship Type="http://schemas.openxmlformats.org/officeDocument/2006/relationships/officeDocument" Target="/ppt/presentation.xml" Id="Reed9eaf1e462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1893a9b1fa469a"/>
  </p:sldMasterIdLst>
  <p:notesMasterIdLst>
    <p:notesMasterId xmlns:r="http://schemas.openxmlformats.org/officeDocument/2006/relationships" r:id="R92f3f9867e5f4ef1"/>
  </p:notesMasterIdLst>
  <p:sldIdLst>
    <p:sldId xmlns:r="http://schemas.openxmlformats.org/officeDocument/2006/relationships" id="256" r:id="Rf19dbec1c2644f49"/>
    <p:sldId xmlns:r="http://schemas.openxmlformats.org/officeDocument/2006/relationships" id="257" r:id="R75f7fc5260ce449a"/>
    <p:sldId xmlns:r="http://schemas.openxmlformats.org/officeDocument/2006/relationships" id="258" r:id="R85feaf8753f14d67"/>
    <p:sldId xmlns:r="http://schemas.openxmlformats.org/officeDocument/2006/relationships" id="259" r:id="R8c07f4a5f7e34427"/>
    <p:sldId xmlns:r="http://schemas.openxmlformats.org/officeDocument/2006/relationships" id="260" r:id="Rd62f6a65423a4468"/>
    <p:sldId xmlns:r="http://schemas.openxmlformats.org/officeDocument/2006/relationships" id="261" r:id="Rd9192c45070641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e6f7280254050" /><Relationship Type="http://schemas.openxmlformats.org/officeDocument/2006/relationships/slideMaster" Target="/ppt/slideMasters/slideMaster1.xml" Id="R0c1893a9b1fa469a" /><Relationship Type="http://schemas.openxmlformats.org/officeDocument/2006/relationships/notesMaster" Target="/ppt/notesMasters/notesMaster1.xml" Id="R92f3f9867e5f4ef1" /><Relationship Type="http://schemas.openxmlformats.org/officeDocument/2006/relationships/presProps" Target="/ppt/presProps.xml" Id="R37165719e0004018" /><Relationship Type="http://schemas.openxmlformats.org/officeDocument/2006/relationships/tableStyles" Target="/ppt/tableStyles.xml" Id="Ra31b61f2622f46e5" /><Relationship Type="http://schemas.openxmlformats.org/officeDocument/2006/relationships/slide" Target="/ppt/slides/slide1.xml" Id="Rf19dbec1c2644f49" /><Relationship Type="http://schemas.openxmlformats.org/officeDocument/2006/relationships/slide" Target="/ppt/slides/slide2.xml" Id="R75f7fc5260ce449a" /><Relationship Type="http://schemas.openxmlformats.org/officeDocument/2006/relationships/slide" Target="/ppt/slides/slide3.xml" Id="R85feaf8753f14d67" /><Relationship Type="http://schemas.openxmlformats.org/officeDocument/2006/relationships/slide" Target="/ppt/slides/slide4.xml" Id="R8c07f4a5f7e34427" /><Relationship Type="http://schemas.openxmlformats.org/officeDocument/2006/relationships/slide" Target="/ppt/slides/slide5.xml" Id="Rd62f6a65423a4468" /><Relationship Type="http://schemas.openxmlformats.org/officeDocument/2006/relationships/slide" Target="/ppt/slides/slide6.xml" Id="Rd9192c45070641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01d4651630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fe28a456294dd9" /><Relationship Type="http://schemas.openxmlformats.org/officeDocument/2006/relationships/notesMaster" Target="/ppt/notesMasters/notesMaster1.xml" Id="R33fa59e9ce134f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0dcb1678ae4095" /><Relationship Type="http://schemas.openxmlformats.org/officeDocument/2006/relationships/notesMaster" Target="/ppt/notesMasters/notesMaster1.xml" Id="Re387164c78234a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20e9f6c584992" /><Relationship Type="http://schemas.openxmlformats.org/officeDocument/2006/relationships/notesMaster" Target="/ppt/notesMasters/notesMaster1.xml" Id="R88c3f7c82c0448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81bde54a114638" /><Relationship Type="http://schemas.openxmlformats.org/officeDocument/2006/relationships/notesMaster" Target="/ppt/notesMasters/notesMaster1.xml" Id="Ra6b455169e1f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f0e11f44324b0c" /><Relationship Type="http://schemas.openxmlformats.org/officeDocument/2006/relationships/notesMaster" Target="/ppt/notesMasters/notesMaster1.xml" Id="R2e4483da83a046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ff538d605f4ad7" /><Relationship Type="http://schemas.openxmlformats.org/officeDocument/2006/relationships/notesMaster" Target="/ppt/notesMasters/notesMaster1.xml" Id="Rad6db8e98d294a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今回は、Kaden Hikakuの技術構成を短く解説します。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https://github.com/syunnjack/kaden-hikaku</a:t>
            </a:r>
          </a:p>
          <a:p xmlns:a="http://schemas.openxmlformats.org/drawingml/2006/main">
            <a:r>
              <a:t>- https://syunnjack.dev/articles/kaden-hikaku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Kaden Hikakuは、Blade、PHP、JavaScriptを中心に設計・実装したプロジェクトです。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https://github.com/syunnjack/kaden-hikaku</a:t>
            </a:r>
          </a:p>
          <a:p xmlns:a="http://schemas.openxmlformats.org/drawingml/2006/main">
            <a:r>
              <a:t>- https://syunnjack.dev/articles/kaden-hikaku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主な技術はBlade・PHP・JavaScript・CSSです。役割を分け、保守しやすい構成を目指しています。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https://github.com/syunnjack/kaden-hikaku</a:t>
            </a:r>
          </a:p>
          <a:p xmlns:a="http://schemas.openxmlformats.org/drawingml/2006/main">
            <a:r>
              <a:t>- https://syunnjack.dev/articles/kaden-hikaku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リポジトリでは、README.md、app、artisanを中心に実装を確認できます。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https://github.com/syunnjack/kaden-hikaku</a:t>
            </a:r>
          </a:p>
          <a:p xmlns:a="http://schemas.openxmlformats.org/drawingml/2006/main">
            <a:r>
              <a:t>- https://syunnjack.dev/articles/kaden-hikaku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直近のコミットでは、新機能の追加と実装強化が行われました。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https://github.com/syunnjack/kaden-hikaku</a:t>
            </a:r>
          </a:p>
          <a:p xmlns:a="http://schemas.openxmlformats.org/drawingml/2006/main">
            <a:r>
              <a:t>- https://syunnjack.dev/articles/kaden-hikaku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https://github.com/syunnjack/kaden-hikaku</a:t>
            </a:r>
          </a:p>
          <a:p xmlns:a="http://schemas.openxmlformats.org/drawingml/2006/main">
            <a:r>
              <a:t>- https://syunnjack.dev/articles/kaden-hikaku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4f757caf14d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6e8bb28bef4452" /><Relationship Type="http://schemas.openxmlformats.org/officeDocument/2006/relationships/slideLayout" Target="/ppt/slideLayouts/slideLayout1.xml" Id="R97da1678ded34a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a1678ded34a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2e803435447c9" /><Relationship Type="http://schemas.openxmlformats.org/officeDocument/2006/relationships/notesSlide" Target="/ppt/notesSlides/notesSlide1.xml" Id="Recd8b176d1164f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37a8dde054737" /><Relationship Type="http://schemas.openxmlformats.org/officeDocument/2006/relationships/notesSlide" Target="/ppt/notesSlides/notesSlide2.xml" Id="R28a82260c3dc43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3e1e47c214914" /><Relationship Type="http://schemas.openxmlformats.org/officeDocument/2006/relationships/notesSlide" Target="/ppt/notesSlides/notesSlide3.xml" Id="R4e6d0e8b2fd44b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5ec992a20474f" /><Relationship Type="http://schemas.openxmlformats.org/officeDocument/2006/relationships/notesSlide" Target="/ppt/notesSlides/notesSlide4.xml" Id="Rfabadf72e45f4f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aa064eead41e4" /><Relationship Type="http://schemas.openxmlformats.org/officeDocument/2006/relationships/notesSlide" Target="/ppt/notesSlides/notesSlide5.xml" Id="Rbbe048fbed4a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15223b9c34010" /><Relationship Type="http://schemas.openxmlformats.org/officeDocument/2006/relationships/notesSlide" Target="/ppt/notesSlides/notesSlide6.xml" Id="R0729649b0b5b49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A6902-7BAE-4344-8F1D-79B7D835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896F2-DE96-40B3-8CA9-78AEF829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D79F2062-C537-4AE8-9E84-7D5E79DF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36BADC09-7921-4B00-A639-CA7EFD1A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8EE468-ED26-457A-A624-2B20A9B6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Kaden Hikakuの技術解説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8522B87-20B6-4D51-A326-6C651796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C67AB790-3AE7-4E53-AC9D-5D8E0DE3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Blade・PHP・JavaScript・CSS</a:t>
            </a:r>
          </a:p>
        </p:txBody>
      </p:sp>
    </p:spTree>
    <p:extLst>
      <p:ext uri="{BB962C8B-B14F-4D97-AF65-F5344CB8AC3E}">
        <p14:creationId xmlns:p14="http://schemas.microsoft.com/office/powerpoint/2010/main" val="184461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26C2E-B2B5-4A84-B9D2-6A7C42F2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6AC71-E258-46B6-A710-7C40655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B517658D-DB5B-42C6-9A8A-8048775E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74BFE825-17DC-4FE5-8B63-94A54BB8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5479A696-60B9-4F7F-9A14-1CCB5D5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31655-74F0-478F-BE4E-3819B3B0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B882EF28-F3FC-4E64-8B9D-C311E4C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Kaden Hikakuは、Blade、PHP、JavaScriptを中心に設計・実装したプロジェクトです。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240148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29509-8D8C-4660-8EA5-6D18F809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708E9-E38A-4BFF-8DCC-481C4B47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A873F0BB-8049-423D-BBC4-C2C9D1D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4A9657B-16AE-4ECF-A425-22DB65AB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85BEB59A-E194-428D-8B1C-27868498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9282F-6077-48FD-B99A-3A8CFC1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BFD2DCC-D18A-446B-B075-D38E277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主要技術：Blade・PHP・JavaScript・CSS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141037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8F732-433B-4567-9F2F-9D4D10C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FDD1B-F285-4D42-8FDE-8951B71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73871F5F-3A16-46A8-AC12-52802088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B1210A8-799C-4785-AC5D-20DDCA5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A3CFB1D2-3B30-45F2-880C-4A350856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671CD-A064-4B16-9275-8D48616E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0DFC0996-5BAA-4792-9950-9536478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主なファイル：README.md、app、artisan</a:t>
            </a:r>
          </a:p>
        </p:txBody>
      </p:sp>
    </p:spTree>
    <p:extLst>
      <p:ext uri="{BB962C8B-B14F-4D97-AF65-F5344CB8AC3E}">
        <p14:creationId xmlns:p14="http://schemas.microsoft.com/office/powerpoint/2010/main" val="477711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6DD66-7CBC-4E8A-8A36-264F3A5B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5DE36-58FC-4DAE-BE60-969F6A7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34193C7F-8842-4239-BE0F-C7CB12C6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ACCC2EA-3516-46EE-A8BE-4BC891E3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C68CC754-D5BA-4ABB-A7ED-A12FC964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47250-A248-4A4F-8B3C-7BE70C1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B0B708BB-4D93-4F4C-A5FB-871AEF72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直近のコミットでは、新機能の追加と実装強化が行われました。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609114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D7CF1-F719-49EE-BFF3-A76B7CDE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3828-26EF-4CA4-82B6-AAF9B678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D6AFD39F-ED13-4D99-98C3-6B0B4495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E3BBAA4-FDF0-4103-A1E9-6F9FA5D4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9637D463-7B2A-4228-A96F-485733C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AF3D0-4813-4DC7-88A7-692E8882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B750D1E1-2019-43DE-A057-A653F580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https://syunnjack.dev/articles/kaden-hikaku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892257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2026-08-12T15:19:44.4860000Z</dcterms:created>
  <dcterms:modified xsi:type="dcterms:W3CDTF">2026-08-12T15:19:44.4860000Z</dcterms:modified>
</coreProperties>
</file>