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AE39F3-EAF8-9D5F-8EFF-B9B8F6C49E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85321E4-9EBE-04EF-8487-FB2079AF5A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BDD50BD-D7ED-F866-82AE-45BFB724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ADE61-E60F-4A98-AE7F-7EF4A5D76E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35C60A-A2B9-2BC2-39FB-56D8B6A7B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C9304B-7B11-A765-BACC-8DE2DB501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3397F-3170-4454-958A-B40DE46009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91552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6BBFDA-ED8E-5A3E-E453-0A9ACDE4E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CB7864D-FB64-BBE0-DAE0-93FA3422C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7B3F336-2898-F49A-6E09-EB4E961A5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ADE61-E60F-4A98-AE7F-7EF4A5D76E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09ED42E-2818-96F3-4A8C-CB8644D32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B6888FE-3BA6-72BF-12B7-07C609226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3397F-3170-4454-958A-B40DE46009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54048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962F6A-0813-43F4-3322-42F74D3D3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7363AC1-235A-9247-75DA-D8C9FC8E56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DE6018-0100-A110-45CD-4374C82D14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ADE61-E60F-4A98-AE7F-7EF4A5D76E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6BA7CE-4285-B1EA-D7B6-391B4F303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C36040-16CD-9909-AAAA-CE8A473C9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3397F-3170-4454-958A-B40DE46009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3809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73E1C5-B37A-D860-EEA9-51315E096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743A800-DA32-4804-7F99-3C5FD7D3A3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CAED762-1109-889A-8C9A-838968BCB9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1186970-F75A-6DDB-1D77-B657A113F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ADE61-E60F-4A98-AE7F-7EF4A5D76E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6AE8C5-4289-08C9-5E5B-E40648DFA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CA201B4-878C-C762-DA51-2AFB896F5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3397F-3170-4454-958A-B40DE46009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0595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186AAC-EBCC-155F-91F0-E902AB3A2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AB35AB7-A906-D62C-A2BC-9072151F6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208FE97-A23B-995F-9C4F-46AD3A3172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CD0ADA0-8DDC-F590-A56E-1D5B0FB415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549BF4F-82BD-7767-C11E-6FBDC327C7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A6B6E07-96F6-628F-2278-D35C92490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ADE61-E60F-4A98-AE7F-7EF4A5D76E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56AF763-EA85-B3FD-F906-B7667D6E5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E170854-D7A1-BD9A-DA77-B223A5F7C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3397F-3170-4454-958A-B40DE46009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6498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772034-4102-1016-C788-7785C1A3D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40D8E7F-BEE9-BEF9-0EAD-36039050C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ADE61-E60F-4A98-AE7F-7EF4A5D76E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5FBD440-B774-5BA3-C5AD-98023F3B0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50E345E-CFF1-79CF-DEDF-74E1FE35E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3397F-3170-4454-958A-B40DE46009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5101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E185A16-BFB0-3CFD-1713-56088B605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ADE61-E60F-4A98-AE7F-7EF4A5D76E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78BAADD-93F1-696D-52C1-AC9694EBC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426E708-EA44-DBEF-FC92-2635A74BB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3397F-3170-4454-958A-B40DE46009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6292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0D330B-01C2-175D-6937-C205C8C4C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55C98AF-1424-DFAC-BECC-F659CAC4C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F0677-B6F0-F40C-5DB4-8BC2A7EE53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02959A2-3DB5-2A3C-305C-B4A850E2D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ADE61-E60F-4A98-AE7F-7EF4A5D76E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FD23687-1856-D00B-1C49-B28322143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155251F-97AE-C56D-3A3A-B3058A87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3397F-3170-4454-958A-B40DE46009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9794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6CBA77-7A7C-1A77-D4A7-F4D8D2E2E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615069A-8966-5A9F-E453-7BF1A450BB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066BF5D-8B6F-9B3F-D0E4-9E7CB42F5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A41D71B-1DCE-5C94-9379-02C5AE8E2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ADE61-E60F-4A98-AE7F-7EF4A5D76E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CCA58B4-19C0-0299-F2FE-6A3401E29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11E84D7-206F-8322-4F89-22454B10A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3397F-3170-4454-958A-B40DE46009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60495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02A10E-6E74-55EA-102D-1ADA61FD4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68CA59-BBDB-27F9-CCA9-2B4A9282AF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CF00135-A155-4C2B-ECA3-A64353AAD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ADE61-E60F-4A98-AE7F-7EF4A5D76E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B6EA7E-57F1-1920-6239-C73A49A8F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86F827-99BD-9D7E-E1FA-AB31BFB77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3397F-3170-4454-958A-B40DE46009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3951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8A6A67E-A425-8489-87D7-A6ED19B6BF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5DE5E27-8B87-2014-89B0-74C8832A73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3B83F9E-A5CB-2CD2-3470-B6E313F9E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ADE61-E60F-4A98-AE7F-7EF4A5D76E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3E57C9-02CD-11DC-1AB4-FB6FCAF9F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47F7B0B-0D5F-7824-3BEA-F26C9C324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3397F-3170-4454-958A-B40DE46009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5628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F54B62A-C4AE-C5BB-D69E-E4BD0F545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6B18668-19BC-F14C-DD30-C83F0D883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3F15A3-6A70-2DD7-B1F3-C89F70E2BE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7ADE61-E60F-4A98-AE7F-7EF4A5D76E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CCC2B59-7710-842C-2967-2A094C22DC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8C51072-3ACE-9256-B45E-072A273F6D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73397F-3170-4454-958A-B40DE46009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8829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014CDE3-A951-589F-0C36-9C9A2B14756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A16DD5C-4851-4F4B-C8D3-2E12E238437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Kaden Hikaku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B8A9E0-4D3F-BF86-F403-8A0D5809185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AA74985-964B-0D6D-C3AD-2D15DE24C9B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8EF3ED7E-981A-C228-EFF5-975AC70F765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8351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9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9895744-6C6F-53DA-F380-C68C746A8ED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BAF8D8F-367C-4C20-67E9-6DCAA12EC65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792913E-ECEC-6F66-FD32-78E1354C3FB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Kaden Hikaku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の目的、構成、実装を公開コードから確認できるプロジェクトです。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0CB488A-B8E8-976F-3487-F915B3DFDD8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088F92BB-F0CD-5AFA-1767-F3040C70ED4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8951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01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E5F6E83-BE15-7C62-03C6-DC360EDA4AC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D7C26E9-56E7-7D93-7951-38567D5FBD7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0EAF75F-B53B-BDD4-5512-52105DE724CC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Blade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PHP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A444639-4255-D877-A3CF-227AACD81CF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DA6387A9-53CA-84C6-459F-59B8A1C8F47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4939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88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DF21AF6-189B-D9C2-C06B-5864527E345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933293F-7A82-1413-3E11-F80CB402135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5D34E86-DBA1-B8E8-FA77-3374BC7551A0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artisan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DA1029-A23E-1018-AFF1-A07999D9197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F5F6938E-2A1E-0053-1B19-0483DE73660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2701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A6A779D-B186-956E-1315-D84A5C2BB61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B3D2F88-00D4-50D5-835E-20E2AA019E9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D78260-A491-681D-0CEE-04DE9B775127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A556C67-C46D-5EA0-CECA-1F525B1C237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3B9DE470-196B-50D2-972C-946DF167CA0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5302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BC20EF0-12AE-7EB0-A99C-5B048388922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67A044E-6C15-033B-0BD8-4D8505F8516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19EF0E3-C7B7-64BF-32FB-308D0AF5F3A4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https://syunnjack.dev/articles/kaden-hikaku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CC0ADC4-0FD4-28A4-64CA-EE2800AAC00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A37BC36B-79C2-6B9A-FC2A-4C72E6D4A69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00888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2026-07-30T12:22:49Z</dcterms:created>
  <dcterms:modified xsi:type="dcterms:W3CDTF">2026-07-30T12:22:49Z</dcterms:modified>
</cp:coreProperties>
</file>