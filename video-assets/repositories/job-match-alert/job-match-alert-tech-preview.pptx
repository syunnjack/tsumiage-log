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9F071-32F5-7F04-A8BD-0B5E38384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2355C0-6359-6F95-4344-CAF9FBC49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E71EC0-014A-69E1-870F-9D635ABF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8436B5-8ECF-E99A-BB7F-F9334C3D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172502-DB56-695A-BC6A-C5ABB17D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97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A28CE8-80E6-C58E-C4F5-71E8E0E5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5213BF-648A-6DB5-E207-BDE6FA43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081F5-EBE2-EE2C-CA0D-8FE9ED1B7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A12F69-73A3-3246-C0C7-6D74A4E2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449D4E-4B72-7A8B-11A7-127EA028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03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1C9AD-0E20-0CA7-CC7D-9DD96E8B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43B4E6-DA94-4CD5-65B1-525D724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F25A0A-469B-B68F-2733-3031DD98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8B10CC-7A0F-3731-2D1A-A6BA4C96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BAA4A4-E4AE-440B-AF2E-16E65275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97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4F6B67-FAC7-5079-A032-CC50D4C9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1B55BF-B402-DF7D-7770-278CD32AE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0BDF9C-28FB-5A2C-5C97-86D3B1A70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065DE5-2992-D8DA-734C-46F92F8A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D9A00E-948A-0DCA-72C0-1A44CC9C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74EFF1-C98C-C811-94EC-EEBCB573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95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425D28-FC8D-FA58-037F-56BC333E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26D4E-8091-4907-AC37-96A573EAE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74E7E7-8429-220C-50C5-1A3FA6A83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BC0DEB7-E888-DE72-382D-6BE740FC0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B97DA76-A479-0B7E-A446-34CA665A3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94915D-348F-5D27-854C-785F5D81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12D8D4-11AC-8E88-ADFD-D96C7BA2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204EFA-C620-DFF0-82AD-BF58F4CA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660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BE2BB-FB5D-47CE-3C5A-3F4DB73E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26DCE3-06C2-4481-F5D5-5A4BBC965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14B4CD-3E00-7F51-1725-F6ACD2B8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E64322-23D1-520B-33F6-F78CA9E6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98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0B0F1B-901A-414A-3166-869DDF74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B1018C8-AB84-2078-13EA-0B5BBD31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C0B50D-4CEE-4986-00BB-2DD66E048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43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6749A-1768-8949-26CC-21B6211EB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D12763-2682-A792-9553-E1B0168B1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CDF7D6-0AFB-97D7-22C3-B635D611B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F295DE-22CB-4F0F-D51C-F3B6C0BA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113B63-E006-4383-91E3-32609B5B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7E40A1-FF5F-C1BD-762D-1B0DA6C0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75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0D6CF3-3315-6040-30C7-161F225D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8330CD-EC33-3CB0-7554-5B58FC27B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0A03A8-E857-C9A3-146C-E4CDA347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331D78-8201-DCD4-EAE7-2CB57CFC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BA624C-19AF-621D-A2EA-1A5511BF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936FA9-B6C5-7788-38B7-D8203C51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79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B08483-F585-3CC2-4465-55837935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080EA1-833F-0734-FAE7-CD8D07D10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B44ACD-04A6-08B6-E8AD-C7098D8E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F5E711-CEC4-45B4-553F-5E6034E4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849F35-AB79-16F6-47FA-274AD187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47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E1D6653-9166-9304-FCFA-AF8EDB248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476D7D-C40A-ED92-73B4-438BD0CAB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A150E-220A-593B-E80A-1188E77FA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EA4EBF-55AE-F9E1-A3A9-DC8EE4F6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49F21F-60BC-211B-4A8C-54C81289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1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515E35E-3A0D-F8FD-43DB-11CE254D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7BB175-0C2F-4F0D-5A15-2403AD6D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9C801D-67FA-A0A9-802F-FAF5F5969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9173B-8EFA-459A-934B-7C9EF125901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D83050-0EBC-B995-2A9B-D3452F7BF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A7ED8C-0AF9-A09D-361B-00877CEBB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73B4D-AC4D-46AC-9121-31AA764463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828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C52D90-AFE2-85FC-166B-FA9194F1FAD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957B14-1995-EC91-5FF7-8FDD0BDBA7B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Job Match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F9EC2B-8E5D-F891-F055-B9E0343B229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37D2C3E-A4A1-A7C8-C421-D7E6E0D9D25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57A5847-FAEA-CD73-3E69-83A31F59F3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7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9ED9E4-FA3B-16BA-5E2E-83E6B4A6DA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BDDA19-497E-BA0E-5B36-B6BC2EAA129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2244CF-0B9D-CF13-8D11-6D1769408F5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Job Match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求人新着・条件一致通知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job match alert Domain candidates Confirmed domain: jobmatchalert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9AA6D6-B811-097A-5C2A-28BD5D5086B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5223954-67A3-F731-BA1D-9FD88D4FEF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8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6D176E-426F-A1E6-BD58-48E3AD603AF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D62D94-A427-4E30-1098-A1DAF5C835D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04939B-0735-006E-B110-794CC79684F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F46E66-A6C6-E95A-6DE4-7074A5AFBA5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69E8760-89A8-C5DB-05BE-0AED963D17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80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0CC44CB-3112-BABE-FD27-03C8EFD9E5A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044B63-1F79-8EE7-1481-95A082CCA37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48B440-8C41-F919-5832-4A0BC4F5FCC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8F7AD80-7CC4-7270-25D8-F28439B31D7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89282A20-9243-F019-D141-E507ECF3A5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23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E7534E-E1AF-CD90-DA8F-9B8DE3692D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DA8741-4EA6-914B-B9DE-421D0E248BD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BC8D8DE-73F8-1B08-21F8-B3BD92E0D1D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2CE44A-DE6F-E961-B61C-8C95002998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B38C22D-3EAC-3E7A-F785-DD0B13AB11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62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09D528-EAA0-33DE-8AE3-18ABC557F1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F17BFC-CDDB-4CFA-4A80-E3B9371EB47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5F93EC7-D24C-A698-0595-A385D351DCD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https://syunnjack.dev/articles/job-match-alert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82376A-6D7D-38C8-84E5-5134D5FFA11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4D686601-14D6-9275-FFBE-3B43D92A0C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6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2026-07-30T11:29:54Z</dcterms:created>
  <dcterms:modified xsi:type="dcterms:W3CDTF">2026-07-30T11:29:54Z</dcterms:modified>
</cp:coreProperties>
</file>